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93" r:id="rId1"/>
  </p:sldMasterIdLst>
  <p:notesMasterIdLst>
    <p:notesMasterId r:id="rId43"/>
  </p:notesMasterIdLst>
  <p:handoutMasterIdLst>
    <p:handoutMasterId r:id="rId44"/>
  </p:handoutMasterIdLst>
  <p:sldIdLst>
    <p:sldId id="435" r:id="rId2"/>
    <p:sldId id="441" r:id="rId3"/>
    <p:sldId id="585" r:id="rId4"/>
    <p:sldId id="586" r:id="rId5"/>
    <p:sldId id="587" r:id="rId6"/>
    <p:sldId id="589" r:id="rId7"/>
    <p:sldId id="596" r:id="rId8"/>
    <p:sldId id="597" r:id="rId9"/>
    <p:sldId id="598" r:id="rId10"/>
    <p:sldId id="599" r:id="rId11"/>
    <p:sldId id="588" r:id="rId12"/>
    <p:sldId id="590" r:id="rId13"/>
    <p:sldId id="600" r:id="rId14"/>
    <p:sldId id="591" r:id="rId15"/>
    <p:sldId id="592" r:id="rId16"/>
    <p:sldId id="593" r:id="rId17"/>
    <p:sldId id="594" r:id="rId18"/>
    <p:sldId id="595" r:id="rId19"/>
    <p:sldId id="601" r:id="rId20"/>
    <p:sldId id="602" r:id="rId21"/>
    <p:sldId id="603" r:id="rId22"/>
    <p:sldId id="604" r:id="rId23"/>
    <p:sldId id="605" r:id="rId24"/>
    <p:sldId id="606" r:id="rId25"/>
    <p:sldId id="607" r:id="rId26"/>
    <p:sldId id="608" r:id="rId27"/>
    <p:sldId id="609" r:id="rId28"/>
    <p:sldId id="610" r:id="rId29"/>
    <p:sldId id="611" r:id="rId30"/>
    <p:sldId id="612" r:id="rId31"/>
    <p:sldId id="613" r:id="rId32"/>
    <p:sldId id="614" r:id="rId33"/>
    <p:sldId id="615" r:id="rId34"/>
    <p:sldId id="616" r:id="rId35"/>
    <p:sldId id="617" r:id="rId36"/>
    <p:sldId id="618" r:id="rId37"/>
    <p:sldId id="619" r:id="rId38"/>
    <p:sldId id="620" r:id="rId39"/>
    <p:sldId id="621" r:id="rId40"/>
    <p:sldId id="622" r:id="rId41"/>
    <p:sldId id="623" r:id="rId42"/>
  </p:sldIdLst>
  <p:sldSz cx="9144000" cy="6858000" type="screen4x3"/>
  <p:notesSz cx="9240838" cy="6954838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91">
          <p15:clr>
            <a:srgbClr val="A4A3A4"/>
          </p15:clr>
        </p15:guide>
        <p15:guide id="2" pos="29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5408F-0F76-4106-92B9-CF78070AF1A9}" v="268" dt="2019-10-06T23:05:16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1" autoAdjust="0"/>
    <p:restoredTop sz="85034" autoAdjust="0"/>
  </p:normalViewPr>
  <p:slideViewPr>
    <p:cSldViewPr>
      <p:cViewPr varScale="1">
        <p:scale>
          <a:sx n="87" d="100"/>
          <a:sy n="87" d="100"/>
        </p:scale>
        <p:origin x="744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18" y="-84"/>
      </p:cViewPr>
      <p:guideLst>
        <p:guide orient="horz" pos="2191"/>
        <p:guide pos="29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l Parker" userId="328da9e7c5b634c7" providerId="LiveId" clId="{E4C3BC1F-48F9-DF43-8B5A-CE55E6CC70DC}"/>
    <pc:docChg chg="undo custSel addSld delSld modSld sldOrd">
      <pc:chgData name="Daryl Parker" userId="328da9e7c5b634c7" providerId="LiveId" clId="{E4C3BC1F-48F9-DF43-8B5A-CE55E6CC70DC}" dt="2019-10-05T14:32:51.634" v="870" actId="692"/>
      <pc:docMkLst>
        <pc:docMk/>
      </pc:docMkLst>
      <pc:sldChg chg="modSp">
        <pc:chgData name="Daryl Parker" userId="328da9e7c5b634c7" providerId="LiveId" clId="{E4C3BC1F-48F9-DF43-8B5A-CE55E6CC70DC}" dt="2019-10-05T14:01:31.228" v="13" actId="20577"/>
        <pc:sldMkLst>
          <pc:docMk/>
          <pc:sldMk cId="0" sldId="435"/>
        </pc:sldMkLst>
        <pc:spChg chg="mod">
          <ac:chgData name="Daryl Parker" userId="328da9e7c5b634c7" providerId="LiveId" clId="{E4C3BC1F-48F9-DF43-8B5A-CE55E6CC70DC}" dt="2019-10-05T14:01:31.228" v="13" actId="20577"/>
          <ac:spMkLst>
            <pc:docMk/>
            <pc:sldMk cId="0" sldId="435"/>
            <ac:spMk id="11266" creationId="{5D0CD500-5482-4057-B8E4-82A3788CAD78}"/>
          </ac:spMkLst>
        </pc:spChg>
      </pc:sldChg>
      <pc:sldChg chg="modSp">
        <pc:chgData name="Daryl Parker" userId="328da9e7c5b634c7" providerId="LiveId" clId="{E4C3BC1F-48F9-DF43-8B5A-CE55E6CC70DC}" dt="2019-10-05T14:01:57.477" v="16" actId="403"/>
        <pc:sldMkLst>
          <pc:docMk/>
          <pc:sldMk cId="0" sldId="441"/>
        </pc:sldMkLst>
        <pc:spChg chg="mod">
          <ac:chgData name="Daryl Parker" userId="328da9e7c5b634c7" providerId="LiveId" clId="{E4C3BC1F-48F9-DF43-8B5A-CE55E6CC70DC}" dt="2019-10-05T14:01:57.477" v="16" actId="403"/>
          <ac:spMkLst>
            <pc:docMk/>
            <pc:sldMk cId="0" sldId="441"/>
            <ac:spMk id="12290" creationId="{1AE05403-95A6-4618-9B22-48782B535B05}"/>
          </ac:spMkLst>
        </pc:spChg>
      </pc:sldChg>
      <pc:sldChg chg="del">
        <pc:chgData name="Daryl Parker" userId="328da9e7c5b634c7" providerId="LiveId" clId="{E4C3BC1F-48F9-DF43-8B5A-CE55E6CC70DC}" dt="2019-10-05T14:17:51.094" v="430" actId="2696"/>
        <pc:sldMkLst>
          <pc:docMk/>
          <pc:sldMk cId="0" sldId="445"/>
        </pc:sldMkLst>
      </pc:sldChg>
      <pc:sldChg chg="del">
        <pc:chgData name="Daryl Parker" userId="328da9e7c5b634c7" providerId="LiveId" clId="{E4C3BC1F-48F9-DF43-8B5A-CE55E6CC70DC}" dt="2019-10-05T14:17:51.138" v="432" actId="2696"/>
        <pc:sldMkLst>
          <pc:docMk/>
          <pc:sldMk cId="0" sldId="449"/>
        </pc:sldMkLst>
      </pc:sldChg>
      <pc:sldChg chg="del">
        <pc:chgData name="Daryl Parker" userId="328da9e7c5b634c7" providerId="LiveId" clId="{E4C3BC1F-48F9-DF43-8B5A-CE55E6CC70DC}" dt="2019-10-05T14:17:51.208" v="435" actId="2696"/>
        <pc:sldMkLst>
          <pc:docMk/>
          <pc:sldMk cId="0" sldId="450"/>
        </pc:sldMkLst>
      </pc:sldChg>
      <pc:sldChg chg="del">
        <pc:chgData name="Daryl Parker" userId="328da9e7c5b634c7" providerId="LiveId" clId="{E4C3BC1F-48F9-DF43-8B5A-CE55E6CC70DC}" dt="2019-10-05T14:17:51.164" v="433" actId="2696"/>
        <pc:sldMkLst>
          <pc:docMk/>
          <pc:sldMk cId="0" sldId="459"/>
        </pc:sldMkLst>
      </pc:sldChg>
      <pc:sldChg chg="del">
        <pc:chgData name="Daryl Parker" userId="328da9e7c5b634c7" providerId="LiveId" clId="{E4C3BC1F-48F9-DF43-8B5A-CE55E6CC70DC}" dt="2019-10-05T14:17:51.185" v="434" actId="2696"/>
        <pc:sldMkLst>
          <pc:docMk/>
          <pc:sldMk cId="0" sldId="460"/>
        </pc:sldMkLst>
      </pc:sldChg>
      <pc:sldChg chg="del">
        <pc:chgData name="Daryl Parker" userId="328da9e7c5b634c7" providerId="LiveId" clId="{E4C3BC1F-48F9-DF43-8B5A-CE55E6CC70DC}" dt="2019-10-05T14:17:50.994" v="425" actId="2696"/>
        <pc:sldMkLst>
          <pc:docMk/>
          <pc:sldMk cId="2202947581" sldId="549"/>
        </pc:sldMkLst>
      </pc:sldChg>
      <pc:sldChg chg="del">
        <pc:chgData name="Daryl Parker" userId="328da9e7c5b634c7" providerId="LiveId" clId="{E4C3BC1F-48F9-DF43-8B5A-CE55E6CC70DC}" dt="2019-10-05T14:17:51.011" v="426" actId="2696"/>
        <pc:sldMkLst>
          <pc:docMk/>
          <pc:sldMk cId="2205705344" sldId="550"/>
        </pc:sldMkLst>
      </pc:sldChg>
      <pc:sldChg chg="del">
        <pc:chgData name="Daryl Parker" userId="328da9e7c5b634c7" providerId="LiveId" clId="{E4C3BC1F-48F9-DF43-8B5A-CE55E6CC70DC}" dt="2019-10-05T14:17:51.030" v="427" actId="2696"/>
        <pc:sldMkLst>
          <pc:docMk/>
          <pc:sldMk cId="3369306852" sldId="551"/>
        </pc:sldMkLst>
      </pc:sldChg>
      <pc:sldChg chg="del">
        <pc:chgData name="Daryl Parker" userId="328da9e7c5b634c7" providerId="LiveId" clId="{E4C3BC1F-48F9-DF43-8B5A-CE55E6CC70DC}" dt="2019-10-05T14:17:51.054" v="428" actId="2696"/>
        <pc:sldMkLst>
          <pc:docMk/>
          <pc:sldMk cId="972081919" sldId="552"/>
        </pc:sldMkLst>
      </pc:sldChg>
      <pc:sldChg chg="del">
        <pc:chgData name="Daryl Parker" userId="328da9e7c5b634c7" providerId="LiveId" clId="{E4C3BC1F-48F9-DF43-8B5A-CE55E6CC70DC}" dt="2019-10-05T14:17:51.076" v="429" actId="2696"/>
        <pc:sldMkLst>
          <pc:docMk/>
          <pc:sldMk cId="4116821486" sldId="553"/>
        </pc:sldMkLst>
      </pc:sldChg>
      <pc:sldChg chg="del">
        <pc:chgData name="Daryl Parker" userId="328da9e7c5b634c7" providerId="LiveId" clId="{E4C3BC1F-48F9-DF43-8B5A-CE55E6CC70DC}" dt="2019-10-05T14:17:51.115" v="431" actId="2696"/>
        <pc:sldMkLst>
          <pc:docMk/>
          <pc:sldMk cId="3568287703" sldId="554"/>
        </pc:sldMkLst>
      </pc:sldChg>
      <pc:sldChg chg="del">
        <pc:chgData name="Daryl Parker" userId="328da9e7c5b634c7" providerId="LiveId" clId="{E4C3BC1F-48F9-DF43-8B5A-CE55E6CC70DC}" dt="2019-10-05T14:17:51.232" v="436" actId="2696"/>
        <pc:sldMkLst>
          <pc:docMk/>
          <pc:sldMk cId="357631105" sldId="555"/>
        </pc:sldMkLst>
      </pc:sldChg>
      <pc:sldChg chg="del">
        <pc:chgData name="Daryl Parker" userId="328da9e7c5b634c7" providerId="LiveId" clId="{E4C3BC1F-48F9-DF43-8B5A-CE55E6CC70DC}" dt="2019-10-05T14:17:51.250" v="437" actId="2696"/>
        <pc:sldMkLst>
          <pc:docMk/>
          <pc:sldMk cId="2184741294" sldId="556"/>
        </pc:sldMkLst>
      </pc:sldChg>
      <pc:sldChg chg="del">
        <pc:chgData name="Daryl Parker" userId="328da9e7c5b634c7" providerId="LiveId" clId="{E4C3BC1F-48F9-DF43-8B5A-CE55E6CC70DC}" dt="2019-10-05T14:17:51.269" v="438" actId="2696"/>
        <pc:sldMkLst>
          <pc:docMk/>
          <pc:sldMk cId="2118704891" sldId="557"/>
        </pc:sldMkLst>
      </pc:sldChg>
      <pc:sldChg chg="del">
        <pc:chgData name="Daryl Parker" userId="328da9e7c5b634c7" providerId="LiveId" clId="{E4C3BC1F-48F9-DF43-8B5A-CE55E6CC70DC}" dt="2019-10-05T14:17:51.292" v="439" actId="2696"/>
        <pc:sldMkLst>
          <pc:docMk/>
          <pc:sldMk cId="1650825550" sldId="558"/>
        </pc:sldMkLst>
      </pc:sldChg>
      <pc:sldChg chg="del">
        <pc:chgData name="Daryl Parker" userId="328da9e7c5b634c7" providerId="LiveId" clId="{E4C3BC1F-48F9-DF43-8B5A-CE55E6CC70DC}" dt="2019-10-05T14:17:51.310" v="440" actId="2696"/>
        <pc:sldMkLst>
          <pc:docMk/>
          <pc:sldMk cId="4058138545" sldId="559"/>
        </pc:sldMkLst>
      </pc:sldChg>
      <pc:sldChg chg="del">
        <pc:chgData name="Daryl Parker" userId="328da9e7c5b634c7" providerId="LiveId" clId="{E4C3BC1F-48F9-DF43-8B5A-CE55E6CC70DC}" dt="2019-10-05T14:17:51.329" v="441" actId="2696"/>
        <pc:sldMkLst>
          <pc:docMk/>
          <pc:sldMk cId="1376510955" sldId="560"/>
        </pc:sldMkLst>
      </pc:sldChg>
      <pc:sldChg chg="del">
        <pc:chgData name="Daryl Parker" userId="328da9e7c5b634c7" providerId="LiveId" clId="{E4C3BC1F-48F9-DF43-8B5A-CE55E6CC70DC}" dt="2019-10-05T14:17:51.346" v="442" actId="2696"/>
        <pc:sldMkLst>
          <pc:docMk/>
          <pc:sldMk cId="97337574" sldId="561"/>
        </pc:sldMkLst>
      </pc:sldChg>
      <pc:sldChg chg="del">
        <pc:chgData name="Daryl Parker" userId="328da9e7c5b634c7" providerId="LiveId" clId="{E4C3BC1F-48F9-DF43-8B5A-CE55E6CC70DC}" dt="2019-10-05T14:17:51.365" v="443" actId="2696"/>
        <pc:sldMkLst>
          <pc:docMk/>
          <pc:sldMk cId="3016889444" sldId="562"/>
        </pc:sldMkLst>
      </pc:sldChg>
      <pc:sldChg chg="del">
        <pc:chgData name="Daryl Parker" userId="328da9e7c5b634c7" providerId="LiveId" clId="{E4C3BC1F-48F9-DF43-8B5A-CE55E6CC70DC}" dt="2019-10-05T14:17:51.391" v="444" actId="2696"/>
        <pc:sldMkLst>
          <pc:docMk/>
          <pc:sldMk cId="1115549323" sldId="563"/>
        </pc:sldMkLst>
      </pc:sldChg>
      <pc:sldChg chg="del">
        <pc:chgData name="Daryl Parker" userId="328da9e7c5b634c7" providerId="LiveId" clId="{E4C3BC1F-48F9-DF43-8B5A-CE55E6CC70DC}" dt="2019-10-05T14:17:51.410" v="445" actId="2696"/>
        <pc:sldMkLst>
          <pc:docMk/>
          <pc:sldMk cId="245052533" sldId="564"/>
        </pc:sldMkLst>
      </pc:sldChg>
      <pc:sldChg chg="del">
        <pc:chgData name="Daryl Parker" userId="328da9e7c5b634c7" providerId="LiveId" clId="{E4C3BC1F-48F9-DF43-8B5A-CE55E6CC70DC}" dt="2019-10-05T14:17:51.431" v="446" actId="2696"/>
        <pc:sldMkLst>
          <pc:docMk/>
          <pc:sldMk cId="3152987829" sldId="565"/>
        </pc:sldMkLst>
      </pc:sldChg>
      <pc:sldChg chg="del">
        <pc:chgData name="Daryl Parker" userId="328da9e7c5b634c7" providerId="LiveId" clId="{E4C3BC1F-48F9-DF43-8B5A-CE55E6CC70DC}" dt="2019-10-05T14:17:51.447" v="447" actId="2696"/>
        <pc:sldMkLst>
          <pc:docMk/>
          <pc:sldMk cId="1829425703" sldId="566"/>
        </pc:sldMkLst>
      </pc:sldChg>
      <pc:sldChg chg="del">
        <pc:chgData name="Daryl Parker" userId="328da9e7c5b634c7" providerId="LiveId" clId="{E4C3BC1F-48F9-DF43-8B5A-CE55E6CC70DC}" dt="2019-10-05T14:17:51.466" v="448" actId="2696"/>
        <pc:sldMkLst>
          <pc:docMk/>
          <pc:sldMk cId="119435495" sldId="567"/>
        </pc:sldMkLst>
      </pc:sldChg>
      <pc:sldChg chg="del">
        <pc:chgData name="Daryl Parker" userId="328da9e7c5b634c7" providerId="LiveId" clId="{E4C3BC1F-48F9-DF43-8B5A-CE55E6CC70DC}" dt="2019-10-05T14:17:51.489" v="449" actId="2696"/>
        <pc:sldMkLst>
          <pc:docMk/>
          <pc:sldMk cId="717173050" sldId="568"/>
        </pc:sldMkLst>
      </pc:sldChg>
      <pc:sldChg chg="del">
        <pc:chgData name="Daryl Parker" userId="328da9e7c5b634c7" providerId="LiveId" clId="{E4C3BC1F-48F9-DF43-8B5A-CE55E6CC70DC}" dt="2019-10-05T14:17:54.571" v="450" actId="2696"/>
        <pc:sldMkLst>
          <pc:docMk/>
          <pc:sldMk cId="3390002739" sldId="571"/>
        </pc:sldMkLst>
      </pc:sldChg>
      <pc:sldChg chg="del">
        <pc:chgData name="Daryl Parker" userId="328da9e7c5b634c7" providerId="LiveId" clId="{E4C3BC1F-48F9-DF43-8B5A-CE55E6CC70DC}" dt="2019-10-05T14:17:54.586" v="451" actId="2696"/>
        <pc:sldMkLst>
          <pc:docMk/>
          <pc:sldMk cId="50249665" sldId="572"/>
        </pc:sldMkLst>
      </pc:sldChg>
      <pc:sldChg chg="del">
        <pc:chgData name="Daryl Parker" userId="328da9e7c5b634c7" providerId="LiveId" clId="{E4C3BC1F-48F9-DF43-8B5A-CE55E6CC70DC}" dt="2019-10-05T14:17:54.602" v="452" actId="2696"/>
        <pc:sldMkLst>
          <pc:docMk/>
          <pc:sldMk cId="2419655879" sldId="573"/>
        </pc:sldMkLst>
      </pc:sldChg>
      <pc:sldChg chg="del">
        <pc:chgData name="Daryl Parker" userId="328da9e7c5b634c7" providerId="LiveId" clId="{E4C3BC1F-48F9-DF43-8B5A-CE55E6CC70DC}" dt="2019-10-05T14:17:58.212" v="453" actId="2696"/>
        <pc:sldMkLst>
          <pc:docMk/>
          <pc:sldMk cId="1020669092" sldId="574"/>
        </pc:sldMkLst>
      </pc:sldChg>
      <pc:sldChg chg="del">
        <pc:chgData name="Daryl Parker" userId="328da9e7c5b634c7" providerId="LiveId" clId="{E4C3BC1F-48F9-DF43-8B5A-CE55E6CC70DC}" dt="2019-10-05T14:17:58.232" v="455" actId="2696"/>
        <pc:sldMkLst>
          <pc:docMk/>
          <pc:sldMk cId="3994697768" sldId="575"/>
        </pc:sldMkLst>
      </pc:sldChg>
      <pc:sldChg chg="del">
        <pc:chgData name="Daryl Parker" userId="328da9e7c5b634c7" providerId="LiveId" clId="{E4C3BC1F-48F9-DF43-8B5A-CE55E6CC70DC}" dt="2019-10-05T14:17:58.222" v="454" actId="2696"/>
        <pc:sldMkLst>
          <pc:docMk/>
          <pc:sldMk cId="1665270271" sldId="576"/>
        </pc:sldMkLst>
      </pc:sldChg>
      <pc:sldChg chg="del">
        <pc:chgData name="Daryl Parker" userId="328da9e7c5b634c7" providerId="LiveId" clId="{E4C3BC1F-48F9-DF43-8B5A-CE55E6CC70DC}" dt="2019-10-05T14:18:03.144" v="456" actId="2696"/>
        <pc:sldMkLst>
          <pc:docMk/>
          <pc:sldMk cId="3952202150" sldId="577"/>
        </pc:sldMkLst>
      </pc:sldChg>
      <pc:sldChg chg="del">
        <pc:chgData name="Daryl Parker" userId="328da9e7c5b634c7" providerId="LiveId" clId="{E4C3BC1F-48F9-DF43-8B5A-CE55E6CC70DC}" dt="2019-10-05T14:18:03.154" v="457" actId="2696"/>
        <pc:sldMkLst>
          <pc:docMk/>
          <pc:sldMk cId="10501620" sldId="578"/>
        </pc:sldMkLst>
      </pc:sldChg>
      <pc:sldChg chg="del">
        <pc:chgData name="Daryl Parker" userId="328da9e7c5b634c7" providerId="LiveId" clId="{E4C3BC1F-48F9-DF43-8B5A-CE55E6CC70DC}" dt="2019-10-05T14:18:03.171" v="458" actId="2696"/>
        <pc:sldMkLst>
          <pc:docMk/>
          <pc:sldMk cId="3587289066" sldId="579"/>
        </pc:sldMkLst>
      </pc:sldChg>
      <pc:sldChg chg="del">
        <pc:chgData name="Daryl Parker" userId="328da9e7c5b634c7" providerId="LiveId" clId="{E4C3BC1F-48F9-DF43-8B5A-CE55E6CC70DC}" dt="2019-10-05T14:18:03.189" v="459" actId="2696"/>
        <pc:sldMkLst>
          <pc:docMk/>
          <pc:sldMk cId="4037829651" sldId="580"/>
        </pc:sldMkLst>
      </pc:sldChg>
      <pc:sldChg chg="del">
        <pc:chgData name="Daryl Parker" userId="328da9e7c5b634c7" providerId="LiveId" clId="{E4C3BC1F-48F9-DF43-8B5A-CE55E6CC70DC}" dt="2019-10-05T14:18:03.210" v="460" actId="2696"/>
        <pc:sldMkLst>
          <pc:docMk/>
          <pc:sldMk cId="4042339985" sldId="581"/>
        </pc:sldMkLst>
      </pc:sldChg>
      <pc:sldChg chg="del">
        <pc:chgData name="Daryl Parker" userId="328da9e7c5b634c7" providerId="LiveId" clId="{E4C3BC1F-48F9-DF43-8B5A-CE55E6CC70DC}" dt="2019-10-05T14:18:03.227" v="461" actId="2696"/>
        <pc:sldMkLst>
          <pc:docMk/>
          <pc:sldMk cId="855187075" sldId="582"/>
        </pc:sldMkLst>
      </pc:sldChg>
      <pc:sldChg chg="del">
        <pc:chgData name="Daryl Parker" userId="328da9e7c5b634c7" providerId="LiveId" clId="{E4C3BC1F-48F9-DF43-8B5A-CE55E6CC70DC}" dt="2019-10-05T14:18:03.238" v="462" actId="2696"/>
        <pc:sldMkLst>
          <pc:docMk/>
          <pc:sldMk cId="1370571985" sldId="583"/>
        </pc:sldMkLst>
      </pc:sldChg>
      <pc:sldChg chg="modSp add">
        <pc:chgData name="Daryl Parker" userId="328da9e7c5b634c7" providerId="LiveId" clId="{E4C3BC1F-48F9-DF43-8B5A-CE55E6CC70DC}" dt="2019-10-05T14:06:22.250" v="209" actId="403"/>
        <pc:sldMkLst>
          <pc:docMk/>
          <pc:sldMk cId="1015971551" sldId="585"/>
        </pc:sldMkLst>
        <pc:spChg chg="mod">
          <ac:chgData name="Daryl Parker" userId="328da9e7c5b634c7" providerId="LiveId" clId="{E4C3BC1F-48F9-DF43-8B5A-CE55E6CC70DC}" dt="2019-10-05T14:02:17.972" v="32" actId="20577"/>
          <ac:spMkLst>
            <pc:docMk/>
            <pc:sldMk cId="1015971551" sldId="585"/>
            <ac:spMk id="2" creationId="{81E2E711-D041-4BB7-B621-2BD26A8EFD07}"/>
          </ac:spMkLst>
        </pc:spChg>
        <pc:spChg chg="mod">
          <ac:chgData name="Daryl Parker" userId="328da9e7c5b634c7" providerId="LiveId" clId="{E4C3BC1F-48F9-DF43-8B5A-CE55E6CC70DC}" dt="2019-10-05T14:06:22.250" v="209" actId="403"/>
          <ac:spMkLst>
            <pc:docMk/>
            <pc:sldMk cId="1015971551" sldId="585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09:26.376" v="252" actId="20577"/>
        <pc:sldMkLst>
          <pc:docMk/>
          <pc:sldMk cId="2720518877" sldId="586"/>
        </pc:sldMkLst>
        <pc:spChg chg="mod">
          <ac:chgData name="Daryl Parker" userId="328da9e7c5b634c7" providerId="LiveId" clId="{E4C3BC1F-48F9-DF43-8B5A-CE55E6CC70DC}" dt="2019-10-05T14:05:40.313" v="119" actId="20577"/>
          <ac:spMkLst>
            <pc:docMk/>
            <pc:sldMk cId="2720518877" sldId="586"/>
            <ac:spMk id="2" creationId="{81E2E711-D041-4BB7-B621-2BD26A8EFD07}"/>
          </ac:spMkLst>
        </pc:spChg>
        <pc:spChg chg="mod">
          <ac:chgData name="Daryl Parker" userId="328da9e7c5b634c7" providerId="LiveId" clId="{E4C3BC1F-48F9-DF43-8B5A-CE55E6CC70DC}" dt="2019-10-05T14:09:26.376" v="252" actId="20577"/>
          <ac:spMkLst>
            <pc:docMk/>
            <pc:sldMk cId="2720518877" sldId="586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10:00.175" v="273" actId="5793"/>
        <pc:sldMkLst>
          <pc:docMk/>
          <pc:sldMk cId="4017344494" sldId="587"/>
        </pc:sldMkLst>
        <pc:spChg chg="mod">
          <ac:chgData name="Daryl Parker" userId="328da9e7c5b634c7" providerId="LiveId" clId="{E4C3BC1F-48F9-DF43-8B5A-CE55E6CC70DC}" dt="2019-10-05T14:09:52.318" v="270" actId="20577"/>
          <ac:spMkLst>
            <pc:docMk/>
            <pc:sldMk cId="4017344494" sldId="587"/>
            <ac:spMk id="2" creationId="{81E2E711-D041-4BB7-B621-2BD26A8EFD07}"/>
          </ac:spMkLst>
        </pc:spChg>
        <pc:spChg chg="mod">
          <ac:chgData name="Daryl Parker" userId="328da9e7c5b634c7" providerId="LiveId" clId="{E4C3BC1F-48F9-DF43-8B5A-CE55E6CC70DC}" dt="2019-10-05T14:10:00.175" v="273" actId="5793"/>
          <ac:spMkLst>
            <pc:docMk/>
            <pc:sldMk cId="4017344494" sldId="587"/>
            <ac:spMk id="12290" creationId="{1AE05403-95A6-4618-9B22-48782B535B05}"/>
          </ac:spMkLst>
        </pc:spChg>
      </pc:sldChg>
      <pc:sldChg chg="addSp delSp modSp add ord">
        <pc:chgData name="Daryl Parker" userId="328da9e7c5b634c7" providerId="LiveId" clId="{E4C3BC1F-48F9-DF43-8B5A-CE55E6CC70DC}" dt="2019-10-05T14:16:11.645" v="375" actId="20577"/>
        <pc:sldMkLst>
          <pc:docMk/>
          <pc:sldMk cId="2412776195" sldId="588"/>
        </pc:sldMkLst>
        <pc:spChg chg="mod">
          <ac:chgData name="Daryl Parker" userId="328da9e7c5b634c7" providerId="LiveId" clId="{E4C3BC1F-48F9-DF43-8B5A-CE55E6CC70DC}" dt="2019-10-05T14:13:08.187" v="297" actId="20577"/>
          <ac:spMkLst>
            <pc:docMk/>
            <pc:sldMk cId="2412776195" sldId="588"/>
            <ac:spMk id="2" creationId="{81E2E711-D041-4BB7-B621-2BD26A8EFD07}"/>
          </ac:spMkLst>
        </pc:spChg>
        <pc:spChg chg="add del mod">
          <ac:chgData name="Daryl Parker" userId="328da9e7c5b634c7" providerId="LiveId" clId="{E4C3BC1F-48F9-DF43-8B5A-CE55E6CC70DC}" dt="2019-10-05T14:13:28.938" v="299" actId="478"/>
          <ac:spMkLst>
            <pc:docMk/>
            <pc:sldMk cId="2412776195" sldId="588"/>
            <ac:spMk id="7" creationId="{353C7882-B139-3446-AF4D-D5B629B705AA}"/>
          </ac:spMkLst>
        </pc:spChg>
        <pc:spChg chg="add del">
          <ac:chgData name="Daryl Parker" userId="328da9e7c5b634c7" providerId="LiveId" clId="{E4C3BC1F-48F9-DF43-8B5A-CE55E6CC70DC}" dt="2019-10-05T14:14:51.998" v="339"/>
          <ac:spMkLst>
            <pc:docMk/>
            <pc:sldMk cId="2412776195" sldId="588"/>
            <ac:spMk id="8" creationId="{C9AC2063-D54D-1748-9659-73DB4D10AC35}"/>
          </ac:spMkLst>
        </pc:spChg>
        <pc:spChg chg="add mod">
          <ac:chgData name="Daryl Parker" userId="328da9e7c5b634c7" providerId="LiveId" clId="{E4C3BC1F-48F9-DF43-8B5A-CE55E6CC70DC}" dt="2019-10-05T14:16:11.645" v="375" actId="20577"/>
          <ac:spMkLst>
            <pc:docMk/>
            <pc:sldMk cId="2412776195" sldId="588"/>
            <ac:spMk id="9" creationId="{7806FEFD-D2A0-5D41-840F-46AB67FC9B39}"/>
          </ac:spMkLst>
        </pc:spChg>
        <pc:spChg chg="del">
          <ac:chgData name="Daryl Parker" userId="328da9e7c5b634c7" providerId="LiveId" clId="{E4C3BC1F-48F9-DF43-8B5A-CE55E6CC70DC}" dt="2019-10-05T14:13:26.778" v="298" actId="478"/>
          <ac:spMkLst>
            <pc:docMk/>
            <pc:sldMk cId="2412776195" sldId="588"/>
            <ac:spMk id="12290" creationId="{1AE05403-95A6-4618-9B22-48782B535B05}"/>
          </ac:spMkLst>
        </pc:spChg>
      </pc:sldChg>
      <pc:sldChg chg="add del">
        <pc:chgData name="Daryl Parker" userId="328da9e7c5b634c7" providerId="LiveId" clId="{E4C3BC1F-48F9-DF43-8B5A-CE55E6CC70DC}" dt="2019-10-05T14:14:12.180" v="303"/>
        <pc:sldMkLst>
          <pc:docMk/>
          <pc:sldMk cId="520651321" sldId="589"/>
        </pc:sldMkLst>
      </pc:sldChg>
      <pc:sldChg chg="modSp add ord">
        <pc:chgData name="Daryl Parker" userId="328da9e7c5b634c7" providerId="LiveId" clId="{E4C3BC1F-48F9-DF43-8B5A-CE55E6CC70DC}" dt="2019-10-05T14:15:06.332" v="342" actId="20577"/>
        <pc:sldMkLst>
          <pc:docMk/>
          <pc:sldMk cId="1660288771" sldId="589"/>
        </pc:sldMkLst>
        <pc:spChg chg="mod">
          <ac:chgData name="Daryl Parker" userId="328da9e7c5b634c7" providerId="LiveId" clId="{E4C3BC1F-48F9-DF43-8B5A-CE55E6CC70DC}" dt="2019-10-05T14:14:48.162" v="337" actId="20577"/>
          <ac:spMkLst>
            <pc:docMk/>
            <pc:sldMk cId="1660288771" sldId="589"/>
            <ac:spMk id="2" creationId="{81E2E711-D041-4BB7-B621-2BD26A8EFD07}"/>
          </ac:spMkLst>
        </pc:spChg>
        <pc:spChg chg="mod">
          <ac:chgData name="Daryl Parker" userId="328da9e7c5b634c7" providerId="LiveId" clId="{E4C3BC1F-48F9-DF43-8B5A-CE55E6CC70DC}" dt="2019-10-05T14:15:06.332" v="342" actId="20577"/>
          <ac:spMkLst>
            <pc:docMk/>
            <pc:sldMk cId="1660288771" sldId="589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16:25.237" v="389" actId="20577"/>
        <pc:sldMkLst>
          <pc:docMk/>
          <pc:sldMk cId="605741420" sldId="590"/>
        </pc:sldMkLst>
        <pc:spChg chg="mod">
          <ac:chgData name="Daryl Parker" userId="328da9e7c5b634c7" providerId="LiveId" clId="{E4C3BC1F-48F9-DF43-8B5A-CE55E6CC70DC}" dt="2019-10-05T14:16:25.237" v="389" actId="20577"/>
          <ac:spMkLst>
            <pc:docMk/>
            <pc:sldMk cId="605741420" sldId="590"/>
            <ac:spMk id="9" creationId="{7806FEFD-D2A0-5D41-840F-46AB67FC9B39}"/>
          </ac:spMkLst>
        </pc:spChg>
      </pc:sldChg>
      <pc:sldChg chg="modSp add">
        <pc:chgData name="Daryl Parker" userId="328da9e7c5b634c7" providerId="LiveId" clId="{E4C3BC1F-48F9-DF43-8B5A-CE55E6CC70DC}" dt="2019-10-05T14:25:07.732" v="629" actId="207"/>
        <pc:sldMkLst>
          <pc:docMk/>
          <pc:sldMk cId="1897883151" sldId="591"/>
        </pc:sldMkLst>
        <pc:spChg chg="mod">
          <ac:chgData name="Daryl Parker" userId="328da9e7c5b634c7" providerId="LiveId" clId="{E4C3BC1F-48F9-DF43-8B5A-CE55E6CC70DC}" dt="2019-10-05T14:16:42.446" v="413" actId="20577"/>
          <ac:spMkLst>
            <pc:docMk/>
            <pc:sldMk cId="1897883151" sldId="591"/>
            <ac:spMk id="2" creationId="{81E2E711-D041-4BB7-B621-2BD26A8EFD07}"/>
          </ac:spMkLst>
        </pc:spChg>
        <pc:spChg chg="mod">
          <ac:chgData name="Daryl Parker" userId="328da9e7c5b634c7" providerId="LiveId" clId="{E4C3BC1F-48F9-DF43-8B5A-CE55E6CC70DC}" dt="2019-10-05T14:25:07.732" v="629" actId="207"/>
          <ac:spMkLst>
            <pc:docMk/>
            <pc:sldMk cId="1897883151" sldId="591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24:43.220" v="624" actId="207"/>
        <pc:sldMkLst>
          <pc:docMk/>
          <pc:sldMk cId="3315633980" sldId="592"/>
        </pc:sldMkLst>
        <pc:spChg chg="mod">
          <ac:chgData name="Daryl Parker" userId="328da9e7c5b634c7" providerId="LiveId" clId="{E4C3BC1F-48F9-DF43-8B5A-CE55E6CC70DC}" dt="2019-10-05T14:24:43.220" v="624" actId="207"/>
          <ac:spMkLst>
            <pc:docMk/>
            <pc:sldMk cId="3315633980" sldId="592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26:17.548" v="717" actId="20577"/>
        <pc:sldMkLst>
          <pc:docMk/>
          <pc:sldMk cId="2762601155" sldId="593"/>
        </pc:sldMkLst>
        <pc:spChg chg="mod">
          <ac:chgData name="Daryl Parker" userId="328da9e7c5b634c7" providerId="LiveId" clId="{E4C3BC1F-48F9-DF43-8B5A-CE55E6CC70DC}" dt="2019-10-05T14:26:17.548" v="717" actId="20577"/>
          <ac:spMkLst>
            <pc:docMk/>
            <pc:sldMk cId="2762601155" sldId="593"/>
            <ac:spMk id="12290" creationId="{1AE05403-95A6-4618-9B22-48782B535B05}"/>
          </ac:spMkLst>
        </pc:spChg>
      </pc:sldChg>
      <pc:sldChg chg="modSp add">
        <pc:chgData name="Daryl Parker" userId="328da9e7c5b634c7" providerId="LiveId" clId="{E4C3BC1F-48F9-DF43-8B5A-CE55E6CC70DC}" dt="2019-10-05T14:26:47.905" v="722"/>
        <pc:sldMkLst>
          <pc:docMk/>
          <pc:sldMk cId="1942596660" sldId="594"/>
        </pc:sldMkLst>
        <pc:spChg chg="mod">
          <ac:chgData name="Daryl Parker" userId="328da9e7c5b634c7" providerId="LiveId" clId="{E4C3BC1F-48F9-DF43-8B5A-CE55E6CC70DC}" dt="2019-10-05T14:26:47.905" v="722"/>
          <ac:spMkLst>
            <pc:docMk/>
            <pc:sldMk cId="1942596660" sldId="594"/>
            <ac:spMk id="12290" creationId="{1AE05403-95A6-4618-9B22-48782B535B05}"/>
          </ac:spMkLst>
        </pc:spChg>
      </pc:sldChg>
      <pc:sldChg chg="addSp delSp modSp add">
        <pc:chgData name="Daryl Parker" userId="328da9e7c5b634c7" providerId="LiveId" clId="{E4C3BC1F-48F9-DF43-8B5A-CE55E6CC70DC}" dt="2019-10-05T14:32:51.634" v="870" actId="692"/>
        <pc:sldMkLst>
          <pc:docMk/>
          <pc:sldMk cId="3124921050" sldId="595"/>
        </pc:sldMkLst>
        <pc:spChg chg="add del mod">
          <ac:chgData name="Daryl Parker" userId="328da9e7c5b634c7" providerId="LiveId" clId="{E4C3BC1F-48F9-DF43-8B5A-CE55E6CC70DC}" dt="2019-10-05T14:31:08.065" v="854" actId="478"/>
          <ac:spMkLst>
            <pc:docMk/>
            <pc:sldMk cId="3124921050" sldId="595"/>
            <ac:spMk id="7" creationId="{97FFC096-B81A-4241-81E3-8934C50B6E09}"/>
          </ac:spMkLst>
        </pc:spChg>
        <pc:spChg chg="add mod">
          <ac:chgData name="Daryl Parker" userId="328da9e7c5b634c7" providerId="LiveId" clId="{E4C3BC1F-48F9-DF43-8B5A-CE55E6CC70DC}" dt="2019-10-05T14:31:39.526" v="861" actId="1076"/>
          <ac:spMkLst>
            <pc:docMk/>
            <pc:sldMk cId="3124921050" sldId="595"/>
            <ac:spMk id="8" creationId="{F4780057-09C7-114C-AC10-D0D7E2F0ADD6}"/>
          </ac:spMkLst>
        </pc:spChg>
        <pc:spChg chg="mod">
          <ac:chgData name="Daryl Parker" userId="328da9e7c5b634c7" providerId="LiveId" clId="{E4C3BC1F-48F9-DF43-8B5A-CE55E6CC70DC}" dt="2019-10-05T14:27:47.026" v="738" actId="207"/>
          <ac:spMkLst>
            <pc:docMk/>
            <pc:sldMk cId="3124921050" sldId="595"/>
            <ac:spMk id="12290" creationId="{1AE05403-95A6-4618-9B22-48782B535B05}"/>
          </ac:spMkLst>
        </pc:spChg>
        <pc:cxnChg chg="add mod">
          <ac:chgData name="Daryl Parker" userId="328da9e7c5b634c7" providerId="LiveId" clId="{E4C3BC1F-48F9-DF43-8B5A-CE55E6CC70DC}" dt="2019-10-05T14:32:51.634" v="870" actId="692"/>
          <ac:cxnSpMkLst>
            <pc:docMk/>
            <pc:sldMk cId="3124921050" sldId="595"/>
            <ac:cxnSpMk id="10" creationId="{9BCEA7E9-9426-5249-88D5-4DE97535C5D8}"/>
          </ac:cxnSpMkLst>
        </pc:cxnChg>
      </pc:sldChg>
    </pc:docChg>
  </pc:docChgLst>
  <pc:docChgLst>
    <pc:chgData name="Daryl Parker" userId="328da9e7c5b634c7" providerId="LiveId" clId="{C1FF0BE4-4204-45CC-A087-7E4AFA4BC786}"/>
    <pc:docChg chg="undo custSel mod addSld delSld modSld sldOrd">
      <pc:chgData name="Daryl Parker" userId="328da9e7c5b634c7" providerId="LiveId" clId="{C1FF0BE4-4204-45CC-A087-7E4AFA4BC786}" dt="2019-09-26T17:23:52.876" v="3896"/>
      <pc:docMkLst>
        <pc:docMk/>
      </pc:docMkLst>
      <pc:sldChg chg="modSp">
        <pc:chgData name="Daryl Parker" userId="328da9e7c5b634c7" providerId="LiveId" clId="{C1FF0BE4-4204-45CC-A087-7E4AFA4BC786}" dt="2019-09-26T15:07:02.702" v="44" actId="20577"/>
        <pc:sldMkLst>
          <pc:docMk/>
          <pc:sldMk cId="0" sldId="435"/>
        </pc:sldMkLst>
        <pc:spChg chg="mod">
          <ac:chgData name="Daryl Parker" userId="328da9e7c5b634c7" providerId="LiveId" clId="{C1FF0BE4-4204-45CC-A087-7E4AFA4BC786}" dt="2019-09-26T15:07:02.702" v="44" actId="20577"/>
          <ac:spMkLst>
            <pc:docMk/>
            <pc:sldMk cId="0" sldId="435"/>
            <ac:spMk id="11266" creationId="{5D0CD500-5482-4057-B8E4-82A3788CAD78}"/>
          </ac:spMkLst>
        </pc:spChg>
      </pc:sldChg>
      <pc:sldChg chg="modSp">
        <pc:chgData name="Daryl Parker" userId="328da9e7c5b634c7" providerId="LiveId" clId="{C1FF0BE4-4204-45CC-A087-7E4AFA4BC786}" dt="2019-09-26T15:07:28.089" v="46"/>
        <pc:sldMkLst>
          <pc:docMk/>
          <pc:sldMk cId="0" sldId="441"/>
        </pc:sldMkLst>
        <pc:spChg chg="mod">
          <ac:chgData name="Daryl Parker" userId="328da9e7c5b634c7" providerId="LiveId" clId="{C1FF0BE4-4204-45CC-A087-7E4AFA4BC786}" dt="2019-09-26T15:07:28.089" v="46"/>
          <ac:spMkLst>
            <pc:docMk/>
            <pc:sldMk cId="0" sldId="441"/>
            <ac:spMk id="12290" creationId="{1AE05403-95A6-4618-9B22-48782B535B05}"/>
          </ac:spMkLst>
        </pc:spChg>
      </pc:sldChg>
      <pc:sldChg chg="addSp delSp modSp add">
        <pc:chgData name="Daryl Parker" userId="328da9e7c5b634c7" providerId="LiveId" clId="{C1FF0BE4-4204-45CC-A087-7E4AFA4BC786}" dt="2019-09-26T16:23:50.111" v="1924" actId="404"/>
        <pc:sldMkLst>
          <pc:docMk/>
          <pc:sldMk cId="4091068382" sldId="569"/>
        </pc:sldMkLst>
        <pc:spChg chg="mod">
          <ac:chgData name="Daryl Parker" userId="328da9e7c5b634c7" providerId="LiveId" clId="{C1FF0BE4-4204-45CC-A087-7E4AFA4BC786}" dt="2019-09-26T16:21:27.502" v="1802" actId="20577"/>
          <ac:spMkLst>
            <pc:docMk/>
            <pc:sldMk cId="4091068382" sldId="569"/>
            <ac:spMk id="2" creationId="{E4EC1F1F-46F2-FB4D-9772-87D45EF3B006}"/>
          </ac:spMkLst>
        </pc:spChg>
        <pc:spChg chg="add del mod">
          <ac:chgData name="Daryl Parker" userId="328da9e7c5b634c7" providerId="LiveId" clId="{C1FF0BE4-4204-45CC-A087-7E4AFA4BC786}" dt="2019-09-26T16:21:33.384" v="1804" actId="478"/>
          <ac:spMkLst>
            <pc:docMk/>
            <pc:sldMk cId="4091068382" sldId="569"/>
            <ac:spMk id="7" creationId="{0B6DEF9B-2671-4C63-8C58-584A75D408C9}"/>
          </ac:spMkLst>
        </pc:spChg>
        <pc:spChg chg="del">
          <ac:chgData name="Daryl Parker" userId="328da9e7c5b634c7" providerId="LiveId" clId="{C1FF0BE4-4204-45CC-A087-7E4AFA4BC786}" dt="2019-09-26T16:21:30.872" v="1803" actId="478"/>
          <ac:spMkLst>
            <pc:docMk/>
            <pc:sldMk cId="4091068382" sldId="569"/>
            <ac:spMk id="11" creationId="{BAFD2781-0EDE-4C38-B88E-860A49EDDC73}"/>
          </ac:spMkLst>
        </pc:spChg>
        <pc:graphicFrameChg chg="add mod modGraphic">
          <ac:chgData name="Daryl Parker" userId="328da9e7c5b634c7" providerId="LiveId" clId="{C1FF0BE4-4204-45CC-A087-7E4AFA4BC786}" dt="2019-09-26T16:23:50.111" v="1924" actId="404"/>
          <ac:graphicFrameMkLst>
            <pc:docMk/>
            <pc:sldMk cId="4091068382" sldId="569"/>
            <ac:graphicFrameMk id="8" creationId="{CD317CF2-A2AC-487A-A049-54A1E03CD936}"/>
          </ac:graphicFrameMkLst>
        </pc:graphicFrameChg>
      </pc:sldChg>
      <pc:sldChg chg="modSp add">
        <pc:chgData name="Daryl Parker" userId="328da9e7c5b634c7" providerId="LiveId" clId="{C1FF0BE4-4204-45CC-A087-7E4AFA4BC786}" dt="2019-09-26T16:30:05.995" v="2228"/>
        <pc:sldMkLst>
          <pc:docMk/>
          <pc:sldMk cId="2621800470" sldId="570"/>
        </pc:sldMkLst>
        <pc:spChg chg="mod">
          <ac:chgData name="Daryl Parker" userId="328da9e7c5b634c7" providerId="LiveId" clId="{C1FF0BE4-4204-45CC-A087-7E4AFA4BC786}" dt="2019-09-26T16:24:33.151" v="1946" actId="20577"/>
          <ac:spMkLst>
            <pc:docMk/>
            <pc:sldMk cId="2621800470" sldId="570"/>
            <ac:spMk id="2" creationId="{E4EC1F1F-46F2-FB4D-9772-87D45EF3B006}"/>
          </ac:spMkLst>
        </pc:spChg>
        <pc:graphicFrameChg chg="mod modGraphic">
          <ac:chgData name="Daryl Parker" userId="328da9e7c5b634c7" providerId="LiveId" clId="{C1FF0BE4-4204-45CC-A087-7E4AFA4BC786}" dt="2019-09-26T16:30:05.995" v="2228"/>
          <ac:graphicFrameMkLst>
            <pc:docMk/>
            <pc:sldMk cId="2621800470" sldId="570"/>
            <ac:graphicFrameMk id="8" creationId="{CD317CF2-A2AC-487A-A049-54A1E03CD936}"/>
          </ac:graphicFrameMkLst>
        </pc:graphicFrameChg>
      </pc:sldChg>
      <pc:sldChg chg="addSp delSp modSp add">
        <pc:chgData name="Daryl Parker" userId="328da9e7c5b634c7" providerId="LiveId" clId="{C1FF0BE4-4204-45CC-A087-7E4AFA4BC786}" dt="2019-09-26T17:17:39.688" v="3895" actId="1076"/>
        <pc:sldMkLst>
          <pc:docMk/>
          <pc:sldMk cId="2852194022" sldId="584"/>
        </pc:sldMkLst>
        <pc:spChg chg="mod">
          <ac:chgData name="Daryl Parker" userId="328da9e7c5b634c7" providerId="LiveId" clId="{C1FF0BE4-4204-45CC-A087-7E4AFA4BC786}" dt="2019-09-26T17:17:24.791" v="3889" actId="20577"/>
          <ac:spMkLst>
            <pc:docMk/>
            <pc:sldMk cId="2852194022" sldId="584"/>
            <ac:spMk id="2" creationId="{E4EC1F1F-46F2-FB4D-9772-87D45EF3B006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18" creationId="{3865DDCA-160B-4CA8-92A8-7CE77748F9C9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19" creationId="{AE96BD88-4A33-4920-992D-23FE9037D4A1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0" creationId="{5D9EB4F2-E21A-4DBE-A540-FE4E0AEAE5D0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1" creationId="{BE513406-ADAA-4C7B-9384-3470DD9E6BAC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4" creationId="{51EBFE5D-F4FD-43F9-A5C9-440AF5CD859C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7" creationId="{D7897CF3-ECBF-4302-8711-96E338153577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8" creationId="{E3072E25-3EBB-49E3-AB85-58353B9751AD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29" creationId="{174802BC-B69C-436A-8482-03CE739BAF99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30" creationId="{A92D9E2F-264A-4223-900E-A8DFEC638CE9}"/>
          </ac:spMkLst>
        </pc:spChg>
        <pc:spChg chg="del">
          <ac:chgData name="Daryl Parker" userId="328da9e7c5b634c7" providerId="LiveId" clId="{C1FF0BE4-4204-45CC-A087-7E4AFA4BC786}" dt="2019-09-26T17:17:31.296" v="3891" actId="478"/>
          <ac:spMkLst>
            <pc:docMk/>
            <pc:sldMk cId="2852194022" sldId="584"/>
            <ac:spMk id="31" creationId="{36617198-70B2-46BD-990D-34038C53533F}"/>
          </ac:spMkLst>
        </pc:spChg>
        <pc:picChg chg="add mod">
          <ac:chgData name="Daryl Parker" userId="328da9e7c5b634c7" providerId="LiveId" clId="{C1FF0BE4-4204-45CC-A087-7E4AFA4BC786}" dt="2019-09-26T17:17:39.688" v="3895" actId="1076"/>
          <ac:picMkLst>
            <pc:docMk/>
            <pc:sldMk cId="2852194022" sldId="584"/>
            <ac:picMk id="22" creationId="{17EB0A28-D24E-401A-BDEE-9F36F1758118}"/>
          </ac:picMkLst>
        </pc:picChg>
        <pc:picChg chg="del">
          <ac:chgData name="Daryl Parker" userId="328da9e7c5b634c7" providerId="LiveId" clId="{C1FF0BE4-4204-45CC-A087-7E4AFA4BC786}" dt="2019-09-26T17:17:27.319" v="3890" actId="478"/>
          <ac:picMkLst>
            <pc:docMk/>
            <pc:sldMk cId="2852194022" sldId="584"/>
            <ac:picMk id="25" creationId="{4373D824-A1AF-492F-BF2E-AB5D081663EC}"/>
          </ac:picMkLst>
        </pc:picChg>
        <pc:picChg chg="del">
          <ac:chgData name="Daryl Parker" userId="328da9e7c5b634c7" providerId="LiveId" clId="{C1FF0BE4-4204-45CC-A087-7E4AFA4BC786}" dt="2019-09-26T17:17:31.296" v="3891" actId="478"/>
          <ac:picMkLst>
            <pc:docMk/>
            <pc:sldMk cId="2852194022" sldId="584"/>
            <ac:picMk id="26" creationId="{A97F8A8B-1383-48A3-9F32-2D2F39CF9255}"/>
          </ac:picMkLst>
        </pc:picChg>
      </pc:sldChg>
    </pc:docChg>
  </pc:docChgLst>
  <pc:docChgLst>
    <pc:chgData name="Daryl Parker" userId="328da9e7c5b634c7" providerId="LiveId" clId="{7655408F-0F76-4106-92B9-CF78070AF1A9}"/>
    <pc:docChg chg="custSel addSld delSld modSld sldOrd">
      <pc:chgData name="Daryl Parker" userId="328da9e7c5b634c7" providerId="LiveId" clId="{7655408F-0F76-4106-92B9-CF78070AF1A9}" dt="2019-10-06T23:05:16.299" v="1384" actId="1076"/>
      <pc:docMkLst>
        <pc:docMk/>
      </pc:docMkLst>
      <pc:sldChg chg="del">
        <pc:chgData name="Daryl Parker" userId="328da9e7c5b634c7" providerId="LiveId" clId="{7655408F-0F76-4106-92B9-CF78070AF1A9}" dt="2019-10-06T22:51:00.812" v="1000" actId="2696"/>
        <pc:sldMkLst>
          <pc:docMk/>
          <pc:sldMk cId="4091068382" sldId="569"/>
        </pc:sldMkLst>
      </pc:sldChg>
      <pc:sldChg chg="del">
        <pc:chgData name="Daryl Parker" userId="328da9e7c5b634c7" providerId="LiveId" clId="{7655408F-0F76-4106-92B9-CF78070AF1A9}" dt="2019-10-06T22:51:00.818" v="1001" actId="2696"/>
        <pc:sldMkLst>
          <pc:docMk/>
          <pc:sldMk cId="2621800470" sldId="570"/>
        </pc:sldMkLst>
      </pc:sldChg>
      <pc:sldChg chg="del">
        <pc:chgData name="Daryl Parker" userId="328da9e7c5b634c7" providerId="LiveId" clId="{7655408F-0F76-4106-92B9-CF78070AF1A9}" dt="2019-10-06T22:51:00.827" v="1002" actId="2696"/>
        <pc:sldMkLst>
          <pc:docMk/>
          <pc:sldMk cId="2852194022" sldId="584"/>
        </pc:sldMkLst>
      </pc:sldChg>
      <pc:sldChg chg="add">
        <pc:chgData name="Daryl Parker" userId="328da9e7c5b634c7" providerId="LiveId" clId="{7655408F-0F76-4106-92B9-CF78070AF1A9}" dt="2019-10-06T22:54:20.327" v="1016"/>
        <pc:sldMkLst>
          <pc:docMk/>
          <pc:sldMk cId="65027101" sldId="588"/>
        </pc:sldMkLst>
      </pc:sldChg>
      <pc:sldChg chg="addSp delSp modSp del">
        <pc:chgData name="Daryl Parker" userId="328da9e7c5b634c7" providerId="LiveId" clId="{7655408F-0F76-4106-92B9-CF78070AF1A9}" dt="2019-10-06T22:54:04.678" v="1014" actId="2696"/>
        <pc:sldMkLst>
          <pc:docMk/>
          <pc:sldMk cId="2412776195" sldId="588"/>
        </pc:sldMkLst>
        <pc:spChg chg="del">
          <ac:chgData name="Daryl Parker" userId="328da9e7c5b634c7" providerId="LiveId" clId="{7655408F-0F76-4106-92B9-CF78070AF1A9}" dt="2019-10-06T22:52:32.416" v="1003" actId="478"/>
          <ac:spMkLst>
            <pc:docMk/>
            <pc:sldMk cId="2412776195" sldId="588"/>
            <ac:spMk id="9" creationId="{7806FEFD-D2A0-5D41-840F-46AB67FC9B39}"/>
          </ac:spMkLst>
        </pc:spChg>
        <pc:picChg chg="add mod">
          <ac:chgData name="Daryl Parker" userId="328da9e7c5b634c7" providerId="LiveId" clId="{7655408F-0F76-4106-92B9-CF78070AF1A9}" dt="2019-10-06T22:52:40.774" v="1007" actId="1076"/>
          <ac:picMkLst>
            <pc:docMk/>
            <pc:sldMk cId="2412776195" sldId="588"/>
            <ac:picMk id="8" creationId="{1B00A5BF-43FA-43F7-B10C-70957A7436FE}"/>
          </ac:picMkLst>
        </pc:picChg>
      </pc:sldChg>
      <pc:sldChg chg="addSp delSp modSp del">
        <pc:chgData name="Daryl Parker" userId="328da9e7c5b634c7" providerId="LiveId" clId="{7655408F-0F76-4106-92B9-CF78070AF1A9}" dt="2019-10-06T22:54:04.687" v="1015" actId="2696"/>
        <pc:sldMkLst>
          <pc:docMk/>
          <pc:sldMk cId="605741420" sldId="590"/>
        </pc:sldMkLst>
        <pc:spChg chg="del">
          <ac:chgData name="Daryl Parker" userId="328da9e7c5b634c7" providerId="LiveId" clId="{7655408F-0F76-4106-92B9-CF78070AF1A9}" dt="2019-10-06T22:53:07.288" v="1008" actId="478"/>
          <ac:spMkLst>
            <pc:docMk/>
            <pc:sldMk cId="605741420" sldId="590"/>
            <ac:spMk id="9" creationId="{7806FEFD-D2A0-5D41-840F-46AB67FC9B39}"/>
          </ac:spMkLst>
        </pc:spChg>
        <pc:picChg chg="add mod">
          <ac:chgData name="Daryl Parker" userId="328da9e7c5b634c7" providerId="LiveId" clId="{7655408F-0F76-4106-92B9-CF78070AF1A9}" dt="2019-10-06T22:53:19.825" v="1013" actId="1076"/>
          <ac:picMkLst>
            <pc:docMk/>
            <pc:sldMk cId="605741420" sldId="590"/>
            <ac:picMk id="8" creationId="{03B64492-7229-4BA6-8F52-FF45E3B9762B}"/>
          </ac:picMkLst>
        </pc:picChg>
      </pc:sldChg>
      <pc:sldChg chg="add">
        <pc:chgData name="Daryl Parker" userId="328da9e7c5b634c7" providerId="LiveId" clId="{7655408F-0F76-4106-92B9-CF78070AF1A9}" dt="2019-10-06T22:54:20.327" v="1016"/>
        <pc:sldMkLst>
          <pc:docMk/>
          <pc:sldMk cId="1379811732" sldId="590"/>
        </pc:sldMkLst>
      </pc:sldChg>
      <pc:sldChg chg="ord">
        <pc:chgData name="Daryl Parker" userId="328da9e7c5b634c7" providerId="LiveId" clId="{7655408F-0F76-4106-92B9-CF78070AF1A9}" dt="2019-10-06T22:27:32.849" v="506"/>
        <pc:sldMkLst>
          <pc:docMk/>
          <pc:sldMk cId="1897883151" sldId="591"/>
        </pc:sldMkLst>
      </pc:sldChg>
      <pc:sldChg chg="ord">
        <pc:chgData name="Daryl Parker" userId="328da9e7c5b634c7" providerId="LiveId" clId="{7655408F-0F76-4106-92B9-CF78070AF1A9}" dt="2019-10-06T22:27:32.849" v="506"/>
        <pc:sldMkLst>
          <pc:docMk/>
          <pc:sldMk cId="3315633980" sldId="592"/>
        </pc:sldMkLst>
      </pc:sldChg>
      <pc:sldChg chg="ord">
        <pc:chgData name="Daryl Parker" userId="328da9e7c5b634c7" providerId="LiveId" clId="{7655408F-0F76-4106-92B9-CF78070AF1A9}" dt="2019-10-06T22:27:32.849" v="506"/>
        <pc:sldMkLst>
          <pc:docMk/>
          <pc:sldMk cId="2762601155" sldId="593"/>
        </pc:sldMkLst>
      </pc:sldChg>
      <pc:sldChg chg="ord">
        <pc:chgData name="Daryl Parker" userId="328da9e7c5b634c7" providerId="LiveId" clId="{7655408F-0F76-4106-92B9-CF78070AF1A9}" dt="2019-10-06T22:27:32.849" v="506"/>
        <pc:sldMkLst>
          <pc:docMk/>
          <pc:sldMk cId="1942596660" sldId="594"/>
        </pc:sldMkLst>
      </pc:sldChg>
      <pc:sldChg chg="ord">
        <pc:chgData name="Daryl Parker" userId="328da9e7c5b634c7" providerId="LiveId" clId="{7655408F-0F76-4106-92B9-CF78070AF1A9}" dt="2019-10-06T22:27:32.849" v="506"/>
        <pc:sldMkLst>
          <pc:docMk/>
          <pc:sldMk cId="3124921050" sldId="595"/>
        </pc:sldMkLst>
      </pc:sldChg>
      <pc:sldChg chg="addSp delSp modSp add del">
        <pc:chgData name="Daryl Parker" userId="328da9e7c5b634c7" providerId="LiveId" clId="{7655408F-0F76-4106-92B9-CF78070AF1A9}" dt="2019-10-06T22:07:09.900" v="17" actId="2696"/>
        <pc:sldMkLst>
          <pc:docMk/>
          <pc:sldMk cId="1349197583" sldId="596"/>
        </pc:sldMkLst>
        <pc:spChg chg="del">
          <ac:chgData name="Daryl Parker" userId="328da9e7c5b634c7" providerId="LiveId" clId="{7655408F-0F76-4106-92B9-CF78070AF1A9}" dt="2019-10-06T21:17:53.730" v="1" actId="478"/>
          <ac:spMkLst>
            <pc:docMk/>
            <pc:sldMk cId="1349197583" sldId="596"/>
            <ac:spMk id="3" creationId="{EF089C21-31EB-4246-BB2C-17AB1DEBE1E2}"/>
          </ac:spMkLst>
        </pc:spChg>
        <pc:picChg chg="add mod ord modCrop">
          <ac:chgData name="Daryl Parker" userId="328da9e7c5b634c7" providerId="LiveId" clId="{7655408F-0F76-4106-92B9-CF78070AF1A9}" dt="2019-10-06T21:19:52.094" v="16" actId="1076"/>
          <ac:picMkLst>
            <pc:docMk/>
            <pc:sldMk cId="1349197583" sldId="596"/>
            <ac:picMk id="7" creationId="{DF8D6EF0-522C-47A1-A5A6-F4946264E1CA}"/>
          </ac:picMkLst>
        </pc:picChg>
        <pc:picChg chg="add mod">
          <ac:chgData name="Daryl Parker" userId="328da9e7c5b634c7" providerId="LiveId" clId="{7655408F-0F76-4106-92B9-CF78070AF1A9}" dt="2019-10-06T21:19:52.094" v="16" actId="1076"/>
          <ac:picMkLst>
            <pc:docMk/>
            <pc:sldMk cId="1349197583" sldId="596"/>
            <ac:picMk id="8" creationId="{1C115530-E72D-48BE-8256-969D6E8FAFFA}"/>
          </ac:picMkLst>
        </pc:picChg>
      </pc:sldChg>
      <pc:sldChg chg="add del">
        <pc:chgData name="Daryl Parker" userId="328da9e7c5b634c7" providerId="LiveId" clId="{7655408F-0F76-4106-92B9-CF78070AF1A9}" dt="2019-10-06T22:07:44.249" v="19"/>
        <pc:sldMkLst>
          <pc:docMk/>
          <pc:sldMk cId="2459276746" sldId="596"/>
        </pc:sldMkLst>
      </pc:sldChg>
      <pc:sldChg chg="addSp modSp add">
        <pc:chgData name="Daryl Parker" userId="328da9e7c5b634c7" providerId="LiveId" clId="{7655408F-0F76-4106-92B9-CF78070AF1A9}" dt="2019-10-06T22:09:35.148" v="48" actId="208"/>
        <pc:sldMkLst>
          <pc:docMk/>
          <pc:sldMk cId="3773460704" sldId="596"/>
        </pc:sldMkLst>
        <pc:spChg chg="mod">
          <ac:chgData name="Daryl Parker" userId="328da9e7c5b634c7" providerId="LiveId" clId="{7655408F-0F76-4106-92B9-CF78070AF1A9}" dt="2019-10-06T22:08:07.384" v="33" actId="20577"/>
          <ac:spMkLst>
            <pc:docMk/>
            <pc:sldMk cId="3773460704" sldId="596"/>
            <ac:spMk id="2" creationId="{81E2E711-D041-4BB7-B621-2BD26A8EFD07}"/>
          </ac:spMkLst>
        </pc:spChg>
        <pc:spChg chg="add mod">
          <ac:chgData name="Daryl Parker" userId="328da9e7c5b634c7" providerId="LiveId" clId="{7655408F-0F76-4106-92B9-CF78070AF1A9}" dt="2019-10-06T22:09:35.148" v="48" actId="208"/>
          <ac:spMkLst>
            <pc:docMk/>
            <pc:sldMk cId="3773460704" sldId="596"/>
            <ac:spMk id="8" creationId="{90AB06EA-65E5-4335-A109-188E8A472FA7}"/>
          </ac:spMkLst>
        </pc:spChg>
        <pc:spChg chg="add mod">
          <ac:chgData name="Daryl Parker" userId="328da9e7c5b634c7" providerId="LiveId" clId="{7655408F-0F76-4106-92B9-CF78070AF1A9}" dt="2019-10-06T22:09:13.520" v="46" actId="207"/>
          <ac:spMkLst>
            <pc:docMk/>
            <pc:sldMk cId="3773460704" sldId="596"/>
            <ac:spMk id="9" creationId="{9443D68D-7C7E-429D-AEA5-CF9015B55EC8}"/>
          </ac:spMkLst>
        </pc:spChg>
        <pc:spChg chg="add mod">
          <ac:chgData name="Daryl Parker" userId="328da9e7c5b634c7" providerId="LiveId" clId="{7655408F-0F76-4106-92B9-CF78070AF1A9}" dt="2019-10-06T22:09:13.520" v="46" actId="207"/>
          <ac:spMkLst>
            <pc:docMk/>
            <pc:sldMk cId="3773460704" sldId="596"/>
            <ac:spMk id="10" creationId="{3E1DBAED-8409-4417-90A2-E05920A722C0}"/>
          </ac:spMkLst>
        </pc:spChg>
        <pc:spChg chg="add mod">
          <ac:chgData name="Daryl Parker" userId="328da9e7c5b634c7" providerId="LiveId" clId="{7655408F-0F76-4106-92B9-CF78070AF1A9}" dt="2019-10-06T22:09:35.148" v="48" actId="208"/>
          <ac:spMkLst>
            <pc:docMk/>
            <pc:sldMk cId="3773460704" sldId="596"/>
            <ac:spMk id="11" creationId="{A510D26F-883C-45B6-AA7A-CB9F746E396F}"/>
          </ac:spMkLst>
        </pc:spChg>
        <pc:spChg chg="mod">
          <ac:chgData name="Daryl Parker" userId="328da9e7c5b634c7" providerId="LiveId" clId="{7655408F-0F76-4106-92B9-CF78070AF1A9}" dt="2019-10-06T22:08:27.979" v="39" actId="403"/>
          <ac:spMkLst>
            <pc:docMk/>
            <pc:sldMk cId="3773460704" sldId="596"/>
            <ac:spMk id="12290" creationId="{1AE05403-95A6-4618-9B22-48782B535B05}"/>
          </ac:spMkLst>
        </pc:spChg>
      </pc:sldChg>
      <pc:sldChg chg="addSp delSp modSp add">
        <pc:chgData name="Daryl Parker" userId="328da9e7c5b634c7" providerId="LiveId" clId="{7655408F-0F76-4106-92B9-CF78070AF1A9}" dt="2019-10-06T22:15:10.654" v="180" actId="166"/>
        <pc:sldMkLst>
          <pc:docMk/>
          <pc:sldMk cId="50097498" sldId="597"/>
        </pc:sldMkLst>
        <pc:spChg chg="add mod ord">
          <ac:chgData name="Daryl Parker" userId="328da9e7c5b634c7" providerId="LiveId" clId="{7655408F-0F76-4106-92B9-CF78070AF1A9}" dt="2019-10-06T22:15:02.893" v="179" actId="166"/>
          <ac:spMkLst>
            <pc:docMk/>
            <pc:sldMk cId="50097498" sldId="597"/>
            <ac:spMk id="7" creationId="{92FDE621-4F0D-4EDC-AD50-79C500BD0F39}"/>
          </ac:spMkLst>
        </pc:spChg>
        <pc:spChg chg="del">
          <ac:chgData name="Daryl Parker" userId="328da9e7c5b634c7" providerId="LiveId" clId="{7655408F-0F76-4106-92B9-CF78070AF1A9}" dt="2019-10-06T22:11:42.623" v="59" actId="478"/>
          <ac:spMkLst>
            <pc:docMk/>
            <pc:sldMk cId="50097498" sldId="597"/>
            <ac:spMk id="8" creationId="{90AB06EA-65E5-4335-A109-188E8A472FA7}"/>
          </ac:spMkLst>
        </pc:spChg>
        <pc:spChg chg="mod">
          <ac:chgData name="Daryl Parker" userId="328da9e7c5b634c7" providerId="LiveId" clId="{7655408F-0F76-4106-92B9-CF78070AF1A9}" dt="2019-10-06T22:13:49.184" v="144" actId="20577"/>
          <ac:spMkLst>
            <pc:docMk/>
            <pc:sldMk cId="50097498" sldId="597"/>
            <ac:spMk id="9" creationId="{9443D68D-7C7E-429D-AEA5-CF9015B55EC8}"/>
          </ac:spMkLst>
        </pc:spChg>
        <pc:spChg chg="mod">
          <ac:chgData name="Daryl Parker" userId="328da9e7c5b634c7" providerId="LiveId" clId="{7655408F-0F76-4106-92B9-CF78070AF1A9}" dt="2019-10-06T22:13:56.152" v="158" actId="20577"/>
          <ac:spMkLst>
            <pc:docMk/>
            <pc:sldMk cId="50097498" sldId="597"/>
            <ac:spMk id="10" creationId="{3E1DBAED-8409-4417-90A2-E05920A722C0}"/>
          </ac:spMkLst>
        </pc:spChg>
        <pc:spChg chg="del">
          <ac:chgData name="Daryl Parker" userId="328da9e7c5b634c7" providerId="LiveId" clId="{7655408F-0F76-4106-92B9-CF78070AF1A9}" dt="2019-10-06T22:11:43.831" v="60" actId="478"/>
          <ac:spMkLst>
            <pc:docMk/>
            <pc:sldMk cId="50097498" sldId="597"/>
            <ac:spMk id="11" creationId="{A510D26F-883C-45B6-AA7A-CB9F746E396F}"/>
          </ac:spMkLst>
        </pc:spChg>
        <pc:spChg chg="add mod ord">
          <ac:chgData name="Daryl Parker" userId="328da9e7c5b634c7" providerId="LiveId" clId="{7655408F-0F76-4106-92B9-CF78070AF1A9}" dt="2019-10-06T22:14:48.558" v="174" actId="166"/>
          <ac:spMkLst>
            <pc:docMk/>
            <pc:sldMk cId="50097498" sldId="597"/>
            <ac:spMk id="12" creationId="{0080B3A8-2620-4399-9969-C1EBB828D217}"/>
          </ac:spMkLst>
        </pc:spChg>
        <pc:spChg chg="add mod ord">
          <ac:chgData name="Daryl Parker" userId="328da9e7c5b634c7" providerId="LiveId" clId="{7655408F-0F76-4106-92B9-CF78070AF1A9}" dt="2019-10-06T22:15:10.654" v="180" actId="166"/>
          <ac:spMkLst>
            <pc:docMk/>
            <pc:sldMk cId="50097498" sldId="597"/>
            <ac:spMk id="13" creationId="{222B089A-E5DA-4586-87A4-B375B3734712}"/>
          </ac:spMkLst>
        </pc:spChg>
        <pc:spChg chg="add del mod">
          <ac:chgData name="Daryl Parker" userId="328da9e7c5b634c7" providerId="LiveId" clId="{7655408F-0F76-4106-92B9-CF78070AF1A9}" dt="2019-10-06T22:13:01.567" v="100" actId="478"/>
          <ac:spMkLst>
            <pc:docMk/>
            <pc:sldMk cId="50097498" sldId="597"/>
            <ac:spMk id="14" creationId="{B43AE37C-2754-4DEA-AA8D-6C40187C0F98}"/>
          </ac:spMkLst>
        </pc:spChg>
        <pc:spChg chg="add mod">
          <ac:chgData name="Daryl Parker" userId="328da9e7c5b634c7" providerId="LiveId" clId="{7655408F-0F76-4106-92B9-CF78070AF1A9}" dt="2019-10-06T22:14:04.384" v="167" actId="20577"/>
          <ac:spMkLst>
            <pc:docMk/>
            <pc:sldMk cId="50097498" sldId="597"/>
            <ac:spMk id="16" creationId="{8E9EC297-E62B-4D55-B25A-0FD909521DC0}"/>
          </ac:spMkLst>
        </pc:spChg>
        <pc:spChg chg="mod">
          <ac:chgData name="Daryl Parker" userId="328da9e7c5b634c7" providerId="LiveId" clId="{7655408F-0F76-4106-92B9-CF78070AF1A9}" dt="2019-10-06T22:11:34.523" v="56" actId="20577"/>
          <ac:spMkLst>
            <pc:docMk/>
            <pc:sldMk cId="50097498" sldId="597"/>
            <ac:spMk id="12290" creationId="{1AE05403-95A6-4618-9B22-48782B535B05}"/>
          </ac:spMkLst>
        </pc:spChg>
        <pc:cxnChg chg="add mod">
          <ac:chgData name="Daryl Parker" userId="328da9e7c5b634c7" providerId="LiveId" clId="{7655408F-0F76-4106-92B9-CF78070AF1A9}" dt="2019-10-06T22:14:44.125" v="173" actId="1582"/>
          <ac:cxnSpMkLst>
            <pc:docMk/>
            <pc:sldMk cId="50097498" sldId="597"/>
            <ac:cxnSpMk id="17" creationId="{73A10D25-BA98-4F29-B1FD-2BD7B832FF0D}"/>
          </ac:cxnSpMkLst>
        </pc:cxnChg>
        <pc:cxnChg chg="add mod">
          <ac:chgData name="Daryl Parker" userId="328da9e7c5b634c7" providerId="LiveId" clId="{7655408F-0F76-4106-92B9-CF78070AF1A9}" dt="2019-10-06T22:14:59.079" v="178" actId="14100"/>
          <ac:cxnSpMkLst>
            <pc:docMk/>
            <pc:sldMk cId="50097498" sldId="597"/>
            <ac:cxnSpMk id="20" creationId="{5D60CEE6-06AA-4440-8931-AC146E928FEF}"/>
          </ac:cxnSpMkLst>
        </pc:cxnChg>
      </pc:sldChg>
      <pc:sldChg chg="delSp modSp add ord">
        <pc:chgData name="Daryl Parker" userId="328da9e7c5b634c7" providerId="LiveId" clId="{7655408F-0F76-4106-92B9-CF78070AF1A9}" dt="2019-10-06T22:22:09.328" v="382"/>
        <pc:sldMkLst>
          <pc:docMk/>
          <pc:sldMk cId="2602955637" sldId="598"/>
        </pc:sldMkLst>
        <pc:spChg chg="del">
          <ac:chgData name="Daryl Parker" userId="328da9e7c5b634c7" providerId="LiveId" clId="{7655408F-0F76-4106-92B9-CF78070AF1A9}" dt="2019-10-06T22:15:48.496" v="185" actId="478"/>
          <ac:spMkLst>
            <pc:docMk/>
            <pc:sldMk cId="2602955637" sldId="598"/>
            <ac:spMk id="7" creationId="{92FDE621-4F0D-4EDC-AD50-79C500BD0F39}"/>
          </ac:spMkLst>
        </pc:spChg>
        <pc:spChg chg="del">
          <ac:chgData name="Daryl Parker" userId="328da9e7c5b634c7" providerId="LiveId" clId="{7655408F-0F76-4106-92B9-CF78070AF1A9}" dt="2019-10-06T22:15:57.672" v="192" actId="478"/>
          <ac:spMkLst>
            <pc:docMk/>
            <pc:sldMk cId="2602955637" sldId="598"/>
            <ac:spMk id="9" creationId="{9443D68D-7C7E-429D-AEA5-CF9015B55EC8}"/>
          </ac:spMkLst>
        </pc:spChg>
        <pc:spChg chg="del">
          <ac:chgData name="Daryl Parker" userId="328da9e7c5b634c7" providerId="LiveId" clId="{7655408F-0F76-4106-92B9-CF78070AF1A9}" dt="2019-10-06T22:15:59.553" v="193" actId="478"/>
          <ac:spMkLst>
            <pc:docMk/>
            <pc:sldMk cId="2602955637" sldId="598"/>
            <ac:spMk id="10" creationId="{3E1DBAED-8409-4417-90A2-E05920A722C0}"/>
          </ac:spMkLst>
        </pc:spChg>
        <pc:spChg chg="del">
          <ac:chgData name="Daryl Parker" userId="328da9e7c5b634c7" providerId="LiveId" clId="{7655408F-0F76-4106-92B9-CF78070AF1A9}" dt="2019-10-06T22:15:53.079" v="189" actId="478"/>
          <ac:spMkLst>
            <pc:docMk/>
            <pc:sldMk cId="2602955637" sldId="598"/>
            <ac:spMk id="12" creationId="{0080B3A8-2620-4399-9969-C1EBB828D217}"/>
          </ac:spMkLst>
        </pc:spChg>
        <pc:spChg chg="del mod">
          <ac:chgData name="Daryl Parker" userId="328da9e7c5b634c7" providerId="LiveId" clId="{7655408F-0F76-4106-92B9-CF78070AF1A9}" dt="2019-10-06T22:15:52.080" v="188" actId="478"/>
          <ac:spMkLst>
            <pc:docMk/>
            <pc:sldMk cId="2602955637" sldId="598"/>
            <ac:spMk id="13" creationId="{222B089A-E5DA-4586-87A4-B375B3734712}"/>
          </ac:spMkLst>
        </pc:spChg>
        <pc:spChg chg="del">
          <ac:chgData name="Daryl Parker" userId="328da9e7c5b634c7" providerId="LiveId" clId="{7655408F-0F76-4106-92B9-CF78070AF1A9}" dt="2019-10-06T22:15:56.135" v="191" actId="478"/>
          <ac:spMkLst>
            <pc:docMk/>
            <pc:sldMk cId="2602955637" sldId="598"/>
            <ac:spMk id="16" creationId="{8E9EC297-E62B-4D55-B25A-0FD909521DC0}"/>
          </ac:spMkLst>
        </pc:spChg>
        <pc:spChg chg="mod">
          <ac:chgData name="Daryl Parker" userId="328da9e7c5b634c7" providerId="LiveId" clId="{7655408F-0F76-4106-92B9-CF78070AF1A9}" dt="2019-10-06T22:15:43.448" v="183"/>
          <ac:spMkLst>
            <pc:docMk/>
            <pc:sldMk cId="2602955637" sldId="598"/>
            <ac:spMk id="12290" creationId="{1AE05403-95A6-4618-9B22-48782B535B05}"/>
          </ac:spMkLst>
        </pc:spChg>
        <pc:cxnChg chg="del mod">
          <ac:chgData name="Daryl Parker" userId="328da9e7c5b634c7" providerId="LiveId" clId="{7655408F-0F76-4106-92B9-CF78070AF1A9}" dt="2019-10-06T22:15:54.279" v="190" actId="478"/>
          <ac:cxnSpMkLst>
            <pc:docMk/>
            <pc:sldMk cId="2602955637" sldId="598"/>
            <ac:cxnSpMk id="17" creationId="{73A10D25-BA98-4F29-B1FD-2BD7B832FF0D}"/>
          </ac:cxnSpMkLst>
        </pc:cxnChg>
        <pc:cxnChg chg="del mod">
          <ac:chgData name="Daryl Parker" userId="328da9e7c5b634c7" providerId="LiveId" clId="{7655408F-0F76-4106-92B9-CF78070AF1A9}" dt="2019-10-06T22:15:50.407" v="187" actId="478"/>
          <ac:cxnSpMkLst>
            <pc:docMk/>
            <pc:sldMk cId="2602955637" sldId="598"/>
            <ac:cxnSpMk id="20" creationId="{5D60CEE6-06AA-4440-8931-AC146E928FEF}"/>
          </ac:cxnSpMkLst>
        </pc:cxnChg>
      </pc:sldChg>
      <pc:sldChg chg="addSp delSp modSp add">
        <pc:chgData name="Daryl Parker" userId="328da9e7c5b634c7" providerId="LiveId" clId="{7655408F-0F76-4106-92B9-CF78070AF1A9}" dt="2019-10-06T22:21:08.575" v="381" actId="1035"/>
        <pc:sldMkLst>
          <pc:docMk/>
          <pc:sldMk cId="360423947" sldId="599"/>
        </pc:sldMkLst>
        <pc:spChg chg="mod">
          <ac:chgData name="Daryl Parker" userId="328da9e7c5b634c7" providerId="LiveId" clId="{7655408F-0F76-4106-92B9-CF78070AF1A9}" dt="2019-10-06T22:16:45.799" v="209" actId="1076"/>
          <ac:spMkLst>
            <pc:docMk/>
            <pc:sldMk cId="360423947" sldId="599"/>
            <ac:spMk id="7" creationId="{92FDE621-4F0D-4EDC-AD50-79C500BD0F39}"/>
          </ac:spMkLst>
        </pc:spChg>
        <pc:spChg chg="del">
          <ac:chgData name="Daryl Parker" userId="328da9e7c5b634c7" providerId="LiveId" clId="{7655408F-0F76-4106-92B9-CF78070AF1A9}" dt="2019-10-06T22:17:36.688" v="238" actId="478"/>
          <ac:spMkLst>
            <pc:docMk/>
            <pc:sldMk cId="360423947" sldId="599"/>
            <ac:spMk id="9" creationId="{9443D68D-7C7E-429D-AEA5-CF9015B55EC8}"/>
          </ac:spMkLst>
        </pc:spChg>
        <pc:spChg chg="del">
          <ac:chgData name="Daryl Parker" userId="328da9e7c5b634c7" providerId="LiveId" clId="{7655408F-0F76-4106-92B9-CF78070AF1A9}" dt="2019-10-06T22:17:37.992" v="239" actId="478"/>
          <ac:spMkLst>
            <pc:docMk/>
            <pc:sldMk cId="360423947" sldId="599"/>
            <ac:spMk id="10" creationId="{3E1DBAED-8409-4417-90A2-E05920A722C0}"/>
          </ac:spMkLst>
        </pc:spChg>
        <pc:spChg chg="mod">
          <ac:chgData name="Daryl Parker" userId="328da9e7c5b634c7" providerId="LiveId" clId="{7655408F-0F76-4106-92B9-CF78070AF1A9}" dt="2019-10-06T22:21:08.575" v="381" actId="1035"/>
          <ac:spMkLst>
            <pc:docMk/>
            <pc:sldMk cId="360423947" sldId="599"/>
            <ac:spMk id="12" creationId="{0080B3A8-2620-4399-9969-C1EBB828D217}"/>
          </ac:spMkLst>
        </pc:spChg>
        <pc:spChg chg="mod">
          <ac:chgData name="Daryl Parker" userId="328da9e7c5b634c7" providerId="LiveId" clId="{7655408F-0F76-4106-92B9-CF78070AF1A9}" dt="2019-10-06T22:18:58.280" v="322" actId="1076"/>
          <ac:spMkLst>
            <pc:docMk/>
            <pc:sldMk cId="360423947" sldId="599"/>
            <ac:spMk id="13" creationId="{222B089A-E5DA-4586-87A4-B375B3734712}"/>
          </ac:spMkLst>
        </pc:spChg>
        <pc:spChg chg="add del mod">
          <ac:chgData name="Daryl Parker" userId="328da9e7c5b634c7" providerId="LiveId" clId="{7655408F-0F76-4106-92B9-CF78070AF1A9}" dt="2019-10-06T22:16:42.672" v="208" actId="478"/>
          <ac:spMkLst>
            <pc:docMk/>
            <pc:sldMk cId="360423947" sldId="599"/>
            <ac:spMk id="14" creationId="{438A1D91-2CB5-444F-B45E-DE352B03C688}"/>
          </ac:spMkLst>
        </pc:spChg>
        <pc:spChg chg="del">
          <ac:chgData name="Daryl Parker" userId="328da9e7c5b634c7" providerId="LiveId" clId="{7655408F-0F76-4106-92B9-CF78070AF1A9}" dt="2019-10-06T22:17:40.176" v="240" actId="478"/>
          <ac:spMkLst>
            <pc:docMk/>
            <pc:sldMk cId="360423947" sldId="599"/>
            <ac:spMk id="16" creationId="{8E9EC297-E62B-4D55-B25A-0FD909521DC0}"/>
          </ac:spMkLst>
        </pc:spChg>
        <pc:spChg chg="add mod">
          <ac:chgData name="Daryl Parker" userId="328da9e7c5b634c7" providerId="LiveId" clId="{7655408F-0F76-4106-92B9-CF78070AF1A9}" dt="2019-10-06T22:16:48.938" v="210" actId="1076"/>
          <ac:spMkLst>
            <pc:docMk/>
            <pc:sldMk cId="360423947" sldId="599"/>
            <ac:spMk id="18" creationId="{BFE3B144-AB6C-4153-BD95-B82FDD3637E2}"/>
          </ac:spMkLst>
        </pc:spChg>
        <pc:spChg chg="add mod">
          <ac:chgData name="Daryl Parker" userId="328da9e7c5b634c7" providerId="LiveId" clId="{7655408F-0F76-4106-92B9-CF78070AF1A9}" dt="2019-10-06T22:19:57.149" v="336" actId="1076"/>
          <ac:spMkLst>
            <pc:docMk/>
            <pc:sldMk cId="360423947" sldId="599"/>
            <ac:spMk id="22" creationId="{6FA51EF1-5FF5-44AF-94CB-B017118CCE08}"/>
          </ac:spMkLst>
        </pc:spChg>
        <pc:spChg chg="add mod">
          <ac:chgData name="Daryl Parker" userId="328da9e7c5b634c7" providerId="LiveId" clId="{7655408F-0F76-4106-92B9-CF78070AF1A9}" dt="2019-10-06T22:17:08.640" v="225" actId="1076"/>
          <ac:spMkLst>
            <pc:docMk/>
            <pc:sldMk cId="360423947" sldId="599"/>
            <ac:spMk id="23" creationId="{12236E8A-17B9-4301-8314-13399AFA00E2}"/>
          </ac:spMkLst>
        </pc:spChg>
        <pc:spChg chg="add mod">
          <ac:chgData name="Daryl Parker" userId="328da9e7c5b634c7" providerId="LiveId" clId="{7655408F-0F76-4106-92B9-CF78070AF1A9}" dt="2019-10-06T22:17:18.987" v="231" actId="1076"/>
          <ac:spMkLst>
            <pc:docMk/>
            <pc:sldMk cId="360423947" sldId="599"/>
            <ac:spMk id="24" creationId="{4F67FBA3-1AF7-4F01-AFCE-808ECEB7D7A0}"/>
          </ac:spMkLst>
        </pc:spChg>
        <pc:spChg chg="add mod">
          <ac:chgData name="Daryl Parker" userId="328da9e7c5b634c7" providerId="LiveId" clId="{7655408F-0F76-4106-92B9-CF78070AF1A9}" dt="2019-10-06T22:20:28.464" v="358" actId="1038"/>
          <ac:spMkLst>
            <pc:docMk/>
            <pc:sldMk cId="360423947" sldId="599"/>
            <ac:spMk id="25" creationId="{36DAD5C5-64E6-43B5-8260-0C12B8173812}"/>
          </ac:spMkLst>
        </pc:spChg>
        <pc:spChg chg="add mod">
          <ac:chgData name="Daryl Parker" userId="328da9e7c5b634c7" providerId="LiveId" clId="{7655408F-0F76-4106-92B9-CF78070AF1A9}" dt="2019-10-06T22:19:36.333" v="331" actId="1076"/>
          <ac:spMkLst>
            <pc:docMk/>
            <pc:sldMk cId="360423947" sldId="599"/>
            <ac:spMk id="30" creationId="{5819857D-82B0-4062-8D09-8CA67052A824}"/>
          </ac:spMkLst>
        </pc:spChg>
        <pc:spChg chg="add mod ord">
          <ac:chgData name="Daryl Parker" userId="328da9e7c5b634c7" providerId="LiveId" clId="{7655408F-0F76-4106-92B9-CF78070AF1A9}" dt="2019-10-06T22:20:49.485" v="364" actId="166"/>
          <ac:spMkLst>
            <pc:docMk/>
            <pc:sldMk cId="360423947" sldId="599"/>
            <ac:spMk id="31" creationId="{60E83B7E-C93F-41A1-9676-9B87FD8BF5D8}"/>
          </ac:spMkLst>
        </pc:spChg>
        <pc:spChg chg="del">
          <ac:chgData name="Daryl Parker" userId="328da9e7c5b634c7" providerId="LiveId" clId="{7655408F-0F76-4106-92B9-CF78070AF1A9}" dt="2019-10-06T22:16:33.527" v="207" actId="478"/>
          <ac:spMkLst>
            <pc:docMk/>
            <pc:sldMk cId="360423947" sldId="599"/>
            <ac:spMk id="12290" creationId="{1AE05403-95A6-4618-9B22-48782B535B05}"/>
          </ac:spMkLst>
        </pc:spChg>
        <pc:cxnChg chg="mod">
          <ac:chgData name="Daryl Parker" userId="328da9e7c5b634c7" providerId="LiveId" clId="{7655408F-0F76-4106-92B9-CF78070AF1A9}" dt="2019-10-06T22:20:00.699" v="337" actId="14100"/>
          <ac:cxnSpMkLst>
            <pc:docMk/>
            <pc:sldMk cId="360423947" sldId="599"/>
            <ac:cxnSpMk id="17" creationId="{73A10D25-BA98-4F29-B1FD-2BD7B832FF0D}"/>
          </ac:cxnSpMkLst>
        </pc:cxnChg>
        <pc:cxnChg chg="mod">
          <ac:chgData name="Daryl Parker" userId="328da9e7c5b634c7" providerId="LiveId" clId="{7655408F-0F76-4106-92B9-CF78070AF1A9}" dt="2019-10-06T22:19:36.333" v="331" actId="1076"/>
          <ac:cxnSpMkLst>
            <pc:docMk/>
            <pc:sldMk cId="360423947" sldId="599"/>
            <ac:cxnSpMk id="20" creationId="{5D60CEE6-06AA-4440-8931-AC146E928FEF}"/>
          </ac:cxnSpMkLst>
        </pc:cxnChg>
        <pc:cxnChg chg="add mod">
          <ac:chgData name="Daryl Parker" userId="328da9e7c5b634c7" providerId="LiveId" clId="{7655408F-0F76-4106-92B9-CF78070AF1A9}" dt="2019-10-06T22:19:52.327" v="335" actId="14100"/>
          <ac:cxnSpMkLst>
            <pc:docMk/>
            <pc:sldMk cId="360423947" sldId="599"/>
            <ac:cxnSpMk id="35" creationId="{EDB838B7-354E-4AD6-A95B-9F2227B5BF65}"/>
          </ac:cxnSpMkLst>
        </pc:cxnChg>
        <pc:cxnChg chg="add mod">
          <ac:chgData name="Daryl Parker" userId="328da9e7c5b634c7" providerId="LiveId" clId="{7655408F-0F76-4106-92B9-CF78070AF1A9}" dt="2019-10-06T22:20:08.109" v="341" actId="14100"/>
          <ac:cxnSpMkLst>
            <pc:docMk/>
            <pc:sldMk cId="360423947" sldId="599"/>
            <ac:cxnSpMk id="40" creationId="{45A87CC2-4BB8-439B-909C-2EB23E0DAA23}"/>
          </ac:cxnSpMkLst>
        </pc:cxnChg>
        <pc:cxnChg chg="add mod">
          <ac:chgData name="Daryl Parker" userId="328da9e7c5b634c7" providerId="LiveId" clId="{7655408F-0F76-4106-92B9-CF78070AF1A9}" dt="2019-10-06T22:20:28.464" v="358" actId="1038"/>
          <ac:cxnSpMkLst>
            <pc:docMk/>
            <pc:sldMk cId="360423947" sldId="599"/>
            <ac:cxnSpMk id="44" creationId="{8CA03EAC-5DDF-49BA-94B2-465517F38C54}"/>
          </ac:cxnSpMkLst>
        </pc:cxnChg>
        <pc:cxnChg chg="add mod">
          <ac:chgData name="Daryl Parker" userId="328da9e7c5b634c7" providerId="LiveId" clId="{7655408F-0F76-4106-92B9-CF78070AF1A9}" dt="2019-10-06T22:20:28.464" v="358" actId="1038"/>
          <ac:cxnSpMkLst>
            <pc:docMk/>
            <pc:sldMk cId="360423947" sldId="599"/>
            <ac:cxnSpMk id="47" creationId="{20D7EC72-EA88-431E-9C87-149E839FFD03}"/>
          </ac:cxnSpMkLst>
        </pc:cxnChg>
        <pc:cxnChg chg="add mod">
          <ac:chgData name="Daryl Parker" userId="328da9e7c5b634c7" providerId="LiveId" clId="{7655408F-0F76-4106-92B9-CF78070AF1A9}" dt="2019-10-06T22:20:44.414" v="363" actId="14100"/>
          <ac:cxnSpMkLst>
            <pc:docMk/>
            <pc:sldMk cId="360423947" sldId="599"/>
            <ac:cxnSpMk id="50" creationId="{15DBC8AA-0D7C-4EF6-A065-869C1D2ECD9C}"/>
          </ac:cxnSpMkLst>
        </pc:cxnChg>
        <pc:cxnChg chg="add mod">
          <ac:chgData name="Daryl Parker" userId="328da9e7c5b634c7" providerId="LiveId" clId="{7655408F-0F76-4106-92B9-CF78070AF1A9}" dt="2019-10-06T22:21:08.575" v="381" actId="1035"/>
          <ac:cxnSpMkLst>
            <pc:docMk/>
            <pc:sldMk cId="360423947" sldId="599"/>
            <ac:cxnSpMk id="55" creationId="{137EFCC6-29CC-451E-99DC-A20C576FAC08}"/>
          </ac:cxnSpMkLst>
        </pc:cxnChg>
      </pc:sldChg>
      <pc:sldChg chg="addSp delSp modSp add ord">
        <pc:chgData name="Daryl Parker" userId="328da9e7c5b634c7" providerId="LiveId" clId="{7655408F-0F76-4106-92B9-CF78070AF1A9}" dt="2019-10-06T22:23:00.119" v="418" actId="1076"/>
        <pc:sldMkLst>
          <pc:docMk/>
          <pc:sldMk cId="2279819814" sldId="600"/>
        </pc:sldMkLst>
        <pc:spChg chg="mod">
          <ac:chgData name="Daryl Parker" userId="328da9e7c5b634c7" providerId="LiveId" clId="{7655408F-0F76-4106-92B9-CF78070AF1A9}" dt="2019-10-06T22:22:28.968" v="409" actId="20577"/>
          <ac:spMkLst>
            <pc:docMk/>
            <pc:sldMk cId="2279819814" sldId="600"/>
            <ac:spMk id="2" creationId="{81E2E711-D041-4BB7-B621-2BD26A8EFD07}"/>
          </ac:spMkLst>
        </pc:spChg>
        <pc:spChg chg="add del mod">
          <ac:chgData name="Daryl Parker" userId="328da9e7c5b634c7" providerId="LiveId" clId="{7655408F-0F76-4106-92B9-CF78070AF1A9}" dt="2019-10-06T22:22:45.936" v="412" actId="478"/>
          <ac:spMkLst>
            <pc:docMk/>
            <pc:sldMk cId="2279819814" sldId="600"/>
            <ac:spMk id="7" creationId="{10B67653-0D8B-4C3F-AEDC-21E088FF2455}"/>
          </ac:spMkLst>
        </pc:spChg>
        <pc:spChg chg="del">
          <ac:chgData name="Daryl Parker" userId="328da9e7c5b634c7" providerId="LiveId" clId="{7655408F-0F76-4106-92B9-CF78070AF1A9}" dt="2019-10-06T22:22:43.424" v="411" actId="478"/>
          <ac:spMkLst>
            <pc:docMk/>
            <pc:sldMk cId="2279819814" sldId="600"/>
            <ac:spMk id="12290" creationId="{1AE05403-95A6-4618-9B22-48782B535B05}"/>
          </ac:spMkLst>
        </pc:spChg>
        <pc:graphicFrameChg chg="add mod">
          <ac:chgData name="Daryl Parker" userId="328da9e7c5b634c7" providerId="LiveId" clId="{7655408F-0F76-4106-92B9-CF78070AF1A9}" dt="2019-10-06T22:23:00.119" v="418" actId="1076"/>
          <ac:graphicFrameMkLst>
            <pc:docMk/>
            <pc:sldMk cId="2279819814" sldId="600"/>
            <ac:graphicFrameMk id="9" creationId="{7E444DA1-696D-47AF-AC56-2517B64350E3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23:47.346" v="438" actId="14100"/>
        <pc:sldMkLst>
          <pc:docMk/>
          <pc:sldMk cId="2387881667" sldId="601"/>
        </pc:sldMkLst>
        <pc:spChg chg="mod">
          <ac:chgData name="Daryl Parker" userId="328da9e7c5b634c7" providerId="LiveId" clId="{7655408F-0F76-4106-92B9-CF78070AF1A9}" dt="2019-10-06T22:23:20.648" v="431" actId="20577"/>
          <ac:spMkLst>
            <pc:docMk/>
            <pc:sldMk cId="2387881667" sldId="601"/>
            <ac:spMk id="2" creationId="{81E2E711-D041-4BB7-B621-2BD26A8EFD07}"/>
          </ac:spMkLst>
        </pc:spChg>
        <pc:graphicFrameChg chg="add mod">
          <ac:chgData name="Daryl Parker" userId="328da9e7c5b634c7" providerId="LiveId" clId="{7655408F-0F76-4106-92B9-CF78070AF1A9}" dt="2019-10-06T22:23:47.346" v="438" actId="14100"/>
          <ac:graphicFrameMkLst>
            <pc:docMk/>
            <pc:sldMk cId="2387881667" sldId="601"/>
            <ac:graphicFrameMk id="8" creationId="{6C49E701-ED12-4439-AA29-9402B065BFEE}"/>
          </ac:graphicFrameMkLst>
        </pc:graphicFrameChg>
        <pc:graphicFrameChg chg="del">
          <ac:chgData name="Daryl Parker" userId="328da9e7c5b634c7" providerId="LiveId" clId="{7655408F-0F76-4106-92B9-CF78070AF1A9}" dt="2019-10-06T22:23:22.786" v="432" actId="478"/>
          <ac:graphicFrameMkLst>
            <pc:docMk/>
            <pc:sldMk cId="2387881667" sldId="601"/>
            <ac:graphicFrameMk id="9" creationId="{7E444DA1-696D-47AF-AC56-2517B64350E3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24:24.554" v="456" actId="14100"/>
        <pc:sldMkLst>
          <pc:docMk/>
          <pc:sldMk cId="3007542535" sldId="602"/>
        </pc:sldMkLst>
        <pc:spChg chg="mod">
          <ac:chgData name="Daryl Parker" userId="328da9e7c5b634c7" providerId="LiveId" clId="{7655408F-0F76-4106-92B9-CF78070AF1A9}" dt="2019-10-06T22:24:13.536" v="452" actId="20577"/>
          <ac:spMkLst>
            <pc:docMk/>
            <pc:sldMk cId="3007542535" sldId="602"/>
            <ac:spMk id="2" creationId="{81E2E711-D041-4BB7-B621-2BD26A8EFD07}"/>
          </ac:spMkLst>
        </pc:spChg>
        <pc:graphicFrameChg chg="del">
          <ac:chgData name="Daryl Parker" userId="328da9e7c5b634c7" providerId="LiveId" clId="{7655408F-0F76-4106-92B9-CF78070AF1A9}" dt="2019-10-06T22:24:16.784" v="453" actId="478"/>
          <ac:graphicFrameMkLst>
            <pc:docMk/>
            <pc:sldMk cId="3007542535" sldId="602"/>
            <ac:graphicFrameMk id="8" creationId="{6C49E701-ED12-4439-AA29-9402B065BFEE}"/>
          </ac:graphicFrameMkLst>
        </pc:graphicFrameChg>
        <pc:graphicFrameChg chg="add mod">
          <ac:chgData name="Daryl Parker" userId="328da9e7c5b634c7" providerId="LiveId" clId="{7655408F-0F76-4106-92B9-CF78070AF1A9}" dt="2019-10-06T22:24:24.554" v="456" actId="14100"/>
          <ac:graphicFrameMkLst>
            <pc:docMk/>
            <pc:sldMk cId="3007542535" sldId="602"/>
            <ac:graphicFrameMk id="9" creationId="{4F11124A-2F5E-4332-872D-0F0ACE59E141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27:01.071" v="505" actId="20577"/>
        <pc:sldMkLst>
          <pc:docMk/>
          <pc:sldMk cId="142189012" sldId="603"/>
        </pc:sldMkLst>
        <pc:spChg chg="mod">
          <ac:chgData name="Daryl Parker" userId="328da9e7c5b634c7" providerId="LiveId" clId="{7655408F-0F76-4106-92B9-CF78070AF1A9}" dt="2019-10-06T22:27:01.071" v="505" actId="20577"/>
          <ac:spMkLst>
            <pc:docMk/>
            <pc:sldMk cId="142189012" sldId="603"/>
            <ac:spMk id="2" creationId="{81E2E711-D041-4BB7-B621-2BD26A8EFD07}"/>
          </ac:spMkLst>
        </pc:spChg>
        <pc:graphicFrameChg chg="del">
          <ac:chgData name="Daryl Parker" userId="328da9e7c5b634c7" providerId="LiveId" clId="{7655408F-0F76-4106-92B9-CF78070AF1A9}" dt="2019-10-06T22:24:57.416" v="480" actId="478"/>
          <ac:graphicFrameMkLst>
            <pc:docMk/>
            <pc:sldMk cId="142189012" sldId="603"/>
            <ac:graphicFrameMk id="9" creationId="{4F11124A-2F5E-4332-872D-0F0ACE59E141}"/>
          </ac:graphicFrameMkLst>
        </pc:graphicFrameChg>
        <pc:picChg chg="add mod">
          <ac:chgData name="Daryl Parker" userId="328da9e7c5b634c7" providerId="LiveId" clId="{7655408F-0F76-4106-92B9-CF78070AF1A9}" dt="2019-10-06T22:26:24.195" v="485" actId="1076"/>
          <ac:picMkLst>
            <pc:docMk/>
            <pc:sldMk cId="142189012" sldId="603"/>
            <ac:picMk id="8" creationId="{C5A36411-176C-4A6E-BC87-8D691F52DD13}"/>
          </ac:picMkLst>
        </pc:picChg>
        <pc:picChg chg="add mod">
          <ac:chgData name="Daryl Parker" userId="328da9e7c5b634c7" providerId="LiveId" clId="{7655408F-0F76-4106-92B9-CF78070AF1A9}" dt="2019-10-06T22:26:41.023" v="495" actId="1036"/>
          <ac:picMkLst>
            <pc:docMk/>
            <pc:sldMk cId="142189012" sldId="603"/>
            <ac:picMk id="10" creationId="{70AA1E6A-1D7B-4884-A46C-EB77DBE52592}"/>
          </ac:picMkLst>
        </pc:picChg>
      </pc:sldChg>
      <pc:sldChg chg="addSp delSp modSp add">
        <pc:chgData name="Daryl Parker" userId="328da9e7c5b634c7" providerId="LiveId" clId="{7655408F-0F76-4106-92B9-CF78070AF1A9}" dt="2019-10-06T22:28:19.445" v="545" actId="1076"/>
        <pc:sldMkLst>
          <pc:docMk/>
          <pc:sldMk cId="1076891734" sldId="604"/>
        </pc:sldMkLst>
        <pc:spChg chg="mod">
          <ac:chgData name="Daryl Parker" userId="328da9e7c5b634c7" providerId="LiveId" clId="{7655408F-0F76-4106-92B9-CF78070AF1A9}" dt="2019-10-06T22:27:57.167" v="539" actId="20577"/>
          <ac:spMkLst>
            <pc:docMk/>
            <pc:sldMk cId="1076891734" sldId="604"/>
            <ac:spMk id="2" creationId="{81E2E711-D041-4BB7-B621-2BD26A8EFD07}"/>
          </ac:spMkLst>
        </pc:spChg>
        <pc:graphicFrameChg chg="add mod">
          <ac:chgData name="Daryl Parker" userId="328da9e7c5b634c7" providerId="LiveId" clId="{7655408F-0F76-4106-92B9-CF78070AF1A9}" dt="2019-10-06T22:28:19.445" v="545" actId="1076"/>
          <ac:graphicFrameMkLst>
            <pc:docMk/>
            <pc:sldMk cId="1076891734" sldId="604"/>
            <ac:graphicFrameMk id="9" creationId="{FAC8092E-8380-4676-BD39-3CD742CDB899}"/>
          </ac:graphicFrameMkLst>
        </pc:graphicFrameChg>
        <pc:picChg chg="del">
          <ac:chgData name="Daryl Parker" userId="328da9e7c5b634c7" providerId="LiveId" clId="{7655408F-0F76-4106-92B9-CF78070AF1A9}" dt="2019-10-06T22:28:03.208" v="540" actId="478"/>
          <ac:picMkLst>
            <pc:docMk/>
            <pc:sldMk cId="1076891734" sldId="604"/>
            <ac:picMk id="8" creationId="{C5A36411-176C-4A6E-BC87-8D691F52DD13}"/>
          </ac:picMkLst>
        </pc:picChg>
        <pc:picChg chg="del">
          <ac:chgData name="Daryl Parker" userId="328da9e7c5b634c7" providerId="LiveId" clId="{7655408F-0F76-4106-92B9-CF78070AF1A9}" dt="2019-10-06T22:28:04.327" v="541" actId="478"/>
          <ac:picMkLst>
            <pc:docMk/>
            <pc:sldMk cId="1076891734" sldId="604"/>
            <ac:picMk id="10" creationId="{70AA1E6A-1D7B-4884-A46C-EB77DBE52592}"/>
          </ac:picMkLst>
        </pc:picChg>
      </pc:sldChg>
      <pc:sldChg chg="addSp delSp modSp add">
        <pc:chgData name="Daryl Parker" userId="328da9e7c5b634c7" providerId="LiveId" clId="{7655408F-0F76-4106-92B9-CF78070AF1A9}" dt="2019-10-06T22:30:55.493" v="597" actId="207"/>
        <pc:sldMkLst>
          <pc:docMk/>
          <pc:sldMk cId="3519898087" sldId="605"/>
        </pc:sldMkLst>
        <pc:spChg chg="mod">
          <ac:chgData name="Daryl Parker" userId="328da9e7c5b634c7" providerId="LiveId" clId="{7655408F-0F76-4106-92B9-CF78070AF1A9}" dt="2019-10-06T22:28:37.208" v="568" actId="20577"/>
          <ac:spMkLst>
            <pc:docMk/>
            <pc:sldMk cId="3519898087" sldId="605"/>
            <ac:spMk id="2" creationId="{81E2E711-D041-4BB7-B621-2BD26A8EFD07}"/>
          </ac:spMkLst>
        </pc:spChg>
        <pc:spChg chg="add mod">
          <ac:chgData name="Daryl Parker" userId="328da9e7c5b634c7" providerId="LiveId" clId="{7655408F-0F76-4106-92B9-CF78070AF1A9}" dt="2019-10-06T22:30:55.493" v="597" actId="207"/>
          <ac:spMkLst>
            <pc:docMk/>
            <pc:sldMk cId="3519898087" sldId="605"/>
            <ac:spMk id="10" creationId="{5FA22D14-C01D-4C33-BA1F-22298EA5F9EB}"/>
          </ac:spMkLst>
        </pc:spChg>
        <pc:spChg chg="add mod">
          <ac:chgData name="Daryl Parker" userId="328da9e7c5b634c7" providerId="LiveId" clId="{7655408F-0F76-4106-92B9-CF78070AF1A9}" dt="2019-10-06T22:30:47.522" v="595" actId="1582"/>
          <ac:spMkLst>
            <pc:docMk/>
            <pc:sldMk cId="3519898087" sldId="605"/>
            <ac:spMk id="24" creationId="{A1890BA3-262E-4219-9C08-80D4D9FAD5BE}"/>
          </ac:spMkLst>
        </pc:spChg>
        <pc:spChg chg="add mod">
          <ac:chgData name="Daryl Parker" userId="328da9e7c5b634c7" providerId="LiveId" clId="{7655408F-0F76-4106-92B9-CF78070AF1A9}" dt="2019-10-06T22:30:47.522" v="595" actId="1582"/>
          <ac:spMkLst>
            <pc:docMk/>
            <pc:sldMk cId="3519898087" sldId="605"/>
            <ac:spMk id="25" creationId="{95273EEE-ED97-410A-B6A3-1A2D5272EDF1}"/>
          </ac:spMkLst>
        </pc:spChg>
        <pc:spChg chg="add mod">
          <ac:chgData name="Daryl Parker" userId="328da9e7c5b634c7" providerId="LiveId" clId="{7655408F-0F76-4106-92B9-CF78070AF1A9}" dt="2019-10-06T22:30:47.522" v="595" actId="1582"/>
          <ac:spMkLst>
            <pc:docMk/>
            <pc:sldMk cId="3519898087" sldId="605"/>
            <ac:spMk id="26" creationId="{C046475C-F793-4BD6-82F1-7EAE2C6B7047}"/>
          </ac:spMkLst>
        </pc:spChg>
        <pc:graphicFrameChg chg="add mod">
          <ac:chgData name="Daryl Parker" userId="328da9e7c5b634c7" providerId="LiveId" clId="{7655408F-0F76-4106-92B9-CF78070AF1A9}" dt="2019-10-06T22:29:58.854" v="585" actId="1076"/>
          <ac:graphicFrameMkLst>
            <pc:docMk/>
            <pc:sldMk cId="3519898087" sldId="605"/>
            <ac:graphicFrameMk id="8" creationId="{F3EE5DAC-CE4F-4693-96BC-DB1F11C73721}"/>
          </ac:graphicFrameMkLst>
        </pc:graphicFrameChg>
        <pc:graphicFrameChg chg="del">
          <ac:chgData name="Daryl Parker" userId="328da9e7c5b634c7" providerId="LiveId" clId="{7655408F-0F76-4106-92B9-CF78070AF1A9}" dt="2019-10-06T22:28:44.112" v="569" actId="478"/>
          <ac:graphicFrameMkLst>
            <pc:docMk/>
            <pc:sldMk cId="3519898087" sldId="605"/>
            <ac:graphicFrameMk id="9" creationId="{FAC8092E-8380-4676-BD39-3CD742CDB899}"/>
          </ac:graphicFrameMkLst>
        </pc:graphicFrameChg>
        <pc:cxnChg chg="add del mod">
          <ac:chgData name="Daryl Parker" userId="328da9e7c5b634c7" providerId="LiveId" clId="{7655408F-0F76-4106-92B9-CF78070AF1A9}" dt="2019-10-06T22:30:22.463" v="591" actId="478"/>
          <ac:cxnSpMkLst>
            <pc:docMk/>
            <pc:sldMk cId="3519898087" sldId="605"/>
            <ac:cxnSpMk id="11" creationId="{C1D8AAA2-0C9F-4B0E-A2F9-650C7CBCDD6D}"/>
          </ac:cxnSpMkLst>
        </pc:cxnChg>
      </pc:sldChg>
      <pc:sldChg chg="addSp delSp modSp add">
        <pc:chgData name="Daryl Parker" userId="328da9e7c5b634c7" providerId="LiveId" clId="{7655408F-0F76-4106-92B9-CF78070AF1A9}" dt="2019-10-06T22:31:51.992" v="619" actId="20577"/>
        <pc:sldMkLst>
          <pc:docMk/>
          <pc:sldMk cId="1364232106" sldId="606"/>
        </pc:sldMkLst>
        <pc:spChg chg="mod">
          <ac:chgData name="Daryl Parker" userId="328da9e7c5b634c7" providerId="LiveId" clId="{7655408F-0F76-4106-92B9-CF78070AF1A9}" dt="2019-10-06T22:31:51.992" v="619" actId="20577"/>
          <ac:spMkLst>
            <pc:docMk/>
            <pc:sldMk cId="1364232106" sldId="606"/>
            <ac:spMk id="2" creationId="{81E2E711-D041-4BB7-B621-2BD26A8EFD07}"/>
          </ac:spMkLst>
        </pc:spChg>
        <pc:spChg chg="del">
          <ac:chgData name="Daryl Parker" userId="328da9e7c5b634c7" providerId="LiveId" clId="{7655408F-0F76-4106-92B9-CF78070AF1A9}" dt="2019-10-06T22:31:17.312" v="600" actId="478"/>
          <ac:spMkLst>
            <pc:docMk/>
            <pc:sldMk cId="1364232106" sldId="606"/>
            <ac:spMk id="10" creationId="{5FA22D14-C01D-4C33-BA1F-22298EA5F9EB}"/>
          </ac:spMkLst>
        </pc:spChg>
        <pc:spChg chg="del">
          <ac:chgData name="Daryl Parker" userId="328da9e7c5b634c7" providerId="LiveId" clId="{7655408F-0F76-4106-92B9-CF78070AF1A9}" dt="2019-10-06T22:31:20.200" v="603" actId="478"/>
          <ac:spMkLst>
            <pc:docMk/>
            <pc:sldMk cId="1364232106" sldId="606"/>
            <ac:spMk id="24" creationId="{A1890BA3-262E-4219-9C08-80D4D9FAD5BE}"/>
          </ac:spMkLst>
        </pc:spChg>
        <pc:spChg chg="del">
          <ac:chgData name="Daryl Parker" userId="328da9e7c5b634c7" providerId="LiveId" clId="{7655408F-0F76-4106-92B9-CF78070AF1A9}" dt="2019-10-06T22:31:18.919" v="602" actId="478"/>
          <ac:spMkLst>
            <pc:docMk/>
            <pc:sldMk cId="1364232106" sldId="606"/>
            <ac:spMk id="25" creationId="{95273EEE-ED97-410A-B6A3-1A2D5272EDF1}"/>
          </ac:spMkLst>
        </pc:spChg>
        <pc:spChg chg="del">
          <ac:chgData name="Daryl Parker" userId="328da9e7c5b634c7" providerId="LiveId" clId="{7655408F-0F76-4106-92B9-CF78070AF1A9}" dt="2019-10-06T22:31:18.063" v="601" actId="478"/>
          <ac:spMkLst>
            <pc:docMk/>
            <pc:sldMk cId="1364232106" sldId="606"/>
            <ac:spMk id="26" creationId="{C046475C-F793-4BD6-82F1-7EAE2C6B7047}"/>
          </ac:spMkLst>
        </pc:spChg>
        <pc:graphicFrameChg chg="del">
          <ac:chgData name="Daryl Parker" userId="328da9e7c5b634c7" providerId="LiveId" clId="{7655408F-0F76-4106-92B9-CF78070AF1A9}" dt="2019-10-06T22:31:15.823" v="599" actId="478"/>
          <ac:graphicFrameMkLst>
            <pc:docMk/>
            <pc:sldMk cId="1364232106" sldId="606"/>
            <ac:graphicFrameMk id="8" creationId="{F3EE5DAC-CE4F-4693-96BC-DB1F11C73721}"/>
          </ac:graphicFrameMkLst>
        </pc:graphicFrameChg>
        <pc:graphicFrameChg chg="add mod">
          <ac:chgData name="Daryl Parker" userId="328da9e7c5b634c7" providerId="LiveId" clId="{7655408F-0F76-4106-92B9-CF78070AF1A9}" dt="2019-10-06T22:31:31.033" v="607" actId="1076"/>
          <ac:graphicFrameMkLst>
            <pc:docMk/>
            <pc:sldMk cId="1364232106" sldId="606"/>
            <ac:graphicFrameMk id="12" creationId="{4F38B496-5C8D-41C3-863C-6274EE894DD0}"/>
          </ac:graphicFrameMkLst>
        </pc:graphicFrameChg>
        <pc:graphicFrameChg chg="add mod">
          <ac:chgData name="Daryl Parker" userId="328da9e7c5b634c7" providerId="LiveId" clId="{7655408F-0F76-4106-92B9-CF78070AF1A9}" dt="2019-10-06T22:31:37.677" v="609" actId="14100"/>
          <ac:graphicFrameMkLst>
            <pc:docMk/>
            <pc:sldMk cId="1364232106" sldId="606"/>
            <ac:graphicFrameMk id="13" creationId="{73D5903C-6E87-4007-AABD-777432B361EF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2:29.395" v="629" actId="14100"/>
        <pc:sldMkLst>
          <pc:docMk/>
          <pc:sldMk cId="617420921" sldId="607"/>
        </pc:sldMkLst>
        <pc:graphicFrameChg chg="add mod">
          <ac:chgData name="Daryl Parker" userId="328da9e7c5b634c7" providerId="LiveId" clId="{7655408F-0F76-4106-92B9-CF78070AF1A9}" dt="2019-10-06T22:32:18.750" v="625" actId="14100"/>
          <ac:graphicFrameMkLst>
            <pc:docMk/>
            <pc:sldMk cId="617420921" sldId="607"/>
            <ac:graphicFrameMk id="9" creationId="{66358AA2-743E-4E0C-90E8-2A35B7FE2962}"/>
          </ac:graphicFrameMkLst>
        </pc:graphicFrameChg>
        <pc:graphicFrameChg chg="add mod">
          <ac:chgData name="Daryl Parker" userId="328da9e7c5b634c7" providerId="LiveId" clId="{7655408F-0F76-4106-92B9-CF78070AF1A9}" dt="2019-10-06T22:32:29.395" v="629" actId="14100"/>
          <ac:graphicFrameMkLst>
            <pc:docMk/>
            <pc:sldMk cId="617420921" sldId="607"/>
            <ac:graphicFrameMk id="10" creationId="{8C9D49BC-00B9-4B57-B40F-6AFE413318C8}"/>
          </ac:graphicFrameMkLst>
        </pc:graphicFrameChg>
        <pc:graphicFrameChg chg="del">
          <ac:chgData name="Daryl Parker" userId="328da9e7c5b634c7" providerId="LiveId" clId="{7655408F-0F76-4106-92B9-CF78070AF1A9}" dt="2019-10-06T22:32:10.031" v="622" actId="478"/>
          <ac:graphicFrameMkLst>
            <pc:docMk/>
            <pc:sldMk cId="617420921" sldId="607"/>
            <ac:graphicFrameMk id="12" creationId="{4F38B496-5C8D-41C3-863C-6274EE894DD0}"/>
          </ac:graphicFrameMkLst>
        </pc:graphicFrameChg>
        <pc:graphicFrameChg chg="del">
          <ac:chgData name="Daryl Parker" userId="328da9e7c5b634c7" providerId="LiveId" clId="{7655408F-0F76-4106-92B9-CF78070AF1A9}" dt="2019-10-06T22:32:08.991" v="621" actId="478"/>
          <ac:graphicFrameMkLst>
            <pc:docMk/>
            <pc:sldMk cId="617420921" sldId="607"/>
            <ac:graphicFrameMk id="13" creationId="{73D5903C-6E87-4007-AABD-777432B361EF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3:06.140" v="645" actId="14100"/>
        <pc:sldMkLst>
          <pc:docMk/>
          <pc:sldMk cId="930868010" sldId="608"/>
        </pc:sldMkLst>
        <pc:spChg chg="mod">
          <ac:chgData name="Daryl Parker" userId="328da9e7c5b634c7" providerId="LiveId" clId="{7655408F-0F76-4106-92B9-CF78070AF1A9}" dt="2019-10-06T22:32:51.831" v="641" actId="20577"/>
          <ac:spMkLst>
            <pc:docMk/>
            <pc:sldMk cId="930868010" sldId="608"/>
            <ac:spMk id="2" creationId="{81E2E711-D041-4BB7-B621-2BD26A8EFD07}"/>
          </ac:spMkLst>
        </pc:spChg>
        <pc:graphicFrameChg chg="del">
          <ac:chgData name="Daryl Parker" userId="328da9e7c5b634c7" providerId="LiveId" clId="{7655408F-0F76-4106-92B9-CF78070AF1A9}" dt="2019-10-06T22:32:59.792" v="642" actId="478"/>
          <ac:graphicFrameMkLst>
            <pc:docMk/>
            <pc:sldMk cId="930868010" sldId="608"/>
            <ac:graphicFrameMk id="9" creationId="{66358AA2-743E-4E0C-90E8-2A35B7FE2962}"/>
          </ac:graphicFrameMkLst>
        </pc:graphicFrameChg>
        <pc:graphicFrameChg chg="del">
          <ac:chgData name="Daryl Parker" userId="328da9e7c5b634c7" providerId="LiveId" clId="{7655408F-0F76-4106-92B9-CF78070AF1A9}" dt="2019-10-06T22:33:02.455" v="643" actId="478"/>
          <ac:graphicFrameMkLst>
            <pc:docMk/>
            <pc:sldMk cId="930868010" sldId="608"/>
            <ac:graphicFrameMk id="10" creationId="{8C9D49BC-00B9-4B57-B40F-6AFE413318C8}"/>
          </ac:graphicFrameMkLst>
        </pc:graphicFrameChg>
        <pc:graphicFrameChg chg="add mod">
          <ac:chgData name="Daryl Parker" userId="328da9e7c5b634c7" providerId="LiveId" clId="{7655408F-0F76-4106-92B9-CF78070AF1A9}" dt="2019-10-06T22:33:06.140" v="645" actId="14100"/>
          <ac:graphicFrameMkLst>
            <pc:docMk/>
            <pc:sldMk cId="930868010" sldId="608"/>
            <ac:graphicFrameMk id="11" creationId="{9F5E882C-0531-4DF1-9108-AF1339833189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3:44.816" v="665" actId="20577"/>
        <pc:sldMkLst>
          <pc:docMk/>
          <pc:sldMk cId="3401539901" sldId="609"/>
        </pc:sldMkLst>
        <pc:spChg chg="mod">
          <ac:chgData name="Daryl Parker" userId="328da9e7c5b634c7" providerId="LiveId" clId="{7655408F-0F76-4106-92B9-CF78070AF1A9}" dt="2019-10-06T22:33:44.816" v="665" actId="20577"/>
          <ac:spMkLst>
            <pc:docMk/>
            <pc:sldMk cId="3401539901" sldId="609"/>
            <ac:spMk id="2" creationId="{81E2E711-D041-4BB7-B621-2BD26A8EFD07}"/>
          </ac:spMkLst>
        </pc:spChg>
        <pc:graphicFrameChg chg="add mod">
          <ac:chgData name="Daryl Parker" userId="328da9e7c5b634c7" providerId="LiveId" clId="{7655408F-0F76-4106-92B9-CF78070AF1A9}" dt="2019-10-06T22:33:32.653" v="652" actId="1076"/>
          <ac:graphicFrameMkLst>
            <pc:docMk/>
            <pc:sldMk cId="3401539901" sldId="609"/>
            <ac:graphicFrameMk id="8" creationId="{B247317C-FB5C-4836-BCAA-DA194409D828}"/>
          </ac:graphicFrameMkLst>
        </pc:graphicFrameChg>
        <pc:graphicFrameChg chg="del">
          <ac:chgData name="Daryl Parker" userId="328da9e7c5b634c7" providerId="LiveId" clId="{7655408F-0F76-4106-92B9-CF78070AF1A9}" dt="2019-10-06T22:33:21.071" v="647" actId="478"/>
          <ac:graphicFrameMkLst>
            <pc:docMk/>
            <pc:sldMk cId="3401539901" sldId="609"/>
            <ac:graphicFrameMk id="11" creationId="{9F5E882C-0531-4DF1-9108-AF1339833189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5:04.441" v="670" actId="14100"/>
        <pc:sldMkLst>
          <pc:docMk/>
          <pc:sldMk cId="2382547316" sldId="610"/>
        </pc:sldMkLst>
        <pc:graphicFrameChg chg="del">
          <ac:chgData name="Daryl Parker" userId="328da9e7c5b634c7" providerId="LiveId" clId="{7655408F-0F76-4106-92B9-CF78070AF1A9}" dt="2019-10-06T22:34:55.744" v="667" actId="478"/>
          <ac:graphicFrameMkLst>
            <pc:docMk/>
            <pc:sldMk cId="2382547316" sldId="610"/>
            <ac:graphicFrameMk id="8" creationId="{B247317C-FB5C-4836-BCAA-DA194409D828}"/>
          </ac:graphicFrameMkLst>
        </pc:graphicFrameChg>
        <pc:graphicFrameChg chg="add mod">
          <ac:chgData name="Daryl Parker" userId="328da9e7c5b634c7" providerId="LiveId" clId="{7655408F-0F76-4106-92B9-CF78070AF1A9}" dt="2019-10-06T22:35:04.441" v="670" actId="14100"/>
          <ac:graphicFrameMkLst>
            <pc:docMk/>
            <pc:sldMk cId="2382547316" sldId="610"/>
            <ac:graphicFrameMk id="9" creationId="{95B08CA9-4BD1-4872-8058-4D8C06777837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5:23.905" v="675" actId="14100"/>
        <pc:sldMkLst>
          <pc:docMk/>
          <pc:sldMk cId="3859805642" sldId="611"/>
        </pc:sldMkLst>
        <pc:graphicFrameChg chg="add mod">
          <ac:chgData name="Daryl Parker" userId="328da9e7c5b634c7" providerId="LiveId" clId="{7655408F-0F76-4106-92B9-CF78070AF1A9}" dt="2019-10-06T22:35:23.905" v="675" actId="14100"/>
          <ac:graphicFrameMkLst>
            <pc:docMk/>
            <pc:sldMk cId="3859805642" sldId="611"/>
            <ac:graphicFrameMk id="8" creationId="{1E2BC9B8-2ECE-45A5-BC2C-7B4A00A4DA17}"/>
          </ac:graphicFrameMkLst>
        </pc:graphicFrameChg>
        <pc:graphicFrameChg chg="del">
          <ac:chgData name="Daryl Parker" userId="328da9e7c5b634c7" providerId="LiveId" clId="{7655408F-0F76-4106-92B9-CF78070AF1A9}" dt="2019-10-06T22:35:17.791" v="672" actId="478"/>
          <ac:graphicFrameMkLst>
            <pc:docMk/>
            <pc:sldMk cId="3859805642" sldId="611"/>
            <ac:graphicFrameMk id="9" creationId="{95B08CA9-4BD1-4872-8058-4D8C06777837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5:52.111" v="682" actId="14100"/>
        <pc:sldMkLst>
          <pc:docMk/>
          <pc:sldMk cId="2650730595" sldId="612"/>
        </pc:sldMkLst>
        <pc:graphicFrameChg chg="del">
          <ac:chgData name="Daryl Parker" userId="328da9e7c5b634c7" providerId="LiveId" clId="{7655408F-0F76-4106-92B9-CF78070AF1A9}" dt="2019-10-06T22:35:39.928" v="677" actId="478"/>
          <ac:graphicFrameMkLst>
            <pc:docMk/>
            <pc:sldMk cId="2650730595" sldId="612"/>
            <ac:graphicFrameMk id="8" creationId="{1E2BC9B8-2ECE-45A5-BC2C-7B4A00A4DA17}"/>
          </ac:graphicFrameMkLst>
        </pc:graphicFrameChg>
        <pc:graphicFrameChg chg="add mod">
          <ac:chgData name="Daryl Parker" userId="328da9e7c5b634c7" providerId="LiveId" clId="{7655408F-0F76-4106-92B9-CF78070AF1A9}" dt="2019-10-06T22:35:52.111" v="682" actId="14100"/>
          <ac:graphicFrameMkLst>
            <pc:docMk/>
            <pc:sldMk cId="2650730595" sldId="612"/>
            <ac:graphicFrameMk id="9" creationId="{C7B4A256-5A99-4182-B783-046FE38670D2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6:23.227" v="688" actId="14100"/>
        <pc:sldMkLst>
          <pc:docMk/>
          <pc:sldMk cId="214579316" sldId="613"/>
        </pc:sldMkLst>
        <pc:graphicFrameChg chg="add mod">
          <ac:chgData name="Daryl Parker" userId="328da9e7c5b634c7" providerId="LiveId" clId="{7655408F-0F76-4106-92B9-CF78070AF1A9}" dt="2019-10-06T22:36:23.227" v="688" actId="14100"/>
          <ac:graphicFrameMkLst>
            <pc:docMk/>
            <pc:sldMk cId="214579316" sldId="613"/>
            <ac:graphicFrameMk id="8" creationId="{07D28DE4-4F87-4509-AE95-51343B128AA1}"/>
          </ac:graphicFrameMkLst>
        </pc:graphicFrameChg>
        <pc:graphicFrameChg chg="del">
          <ac:chgData name="Daryl Parker" userId="328da9e7c5b634c7" providerId="LiveId" clId="{7655408F-0F76-4106-92B9-CF78070AF1A9}" dt="2019-10-06T22:36:12.072" v="684" actId="478"/>
          <ac:graphicFrameMkLst>
            <pc:docMk/>
            <pc:sldMk cId="214579316" sldId="613"/>
            <ac:graphicFrameMk id="9" creationId="{C7B4A256-5A99-4182-B783-046FE38670D2}"/>
          </ac:graphicFrameMkLst>
        </pc:graphicFrameChg>
      </pc:sldChg>
      <pc:sldChg chg="addSp delSp modSp add">
        <pc:chgData name="Daryl Parker" userId="328da9e7c5b634c7" providerId="LiveId" clId="{7655408F-0F76-4106-92B9-CF78070AF1A9}" dt="2019-10-06T22:39:53.383" v="719" actId="1076"/>
        <pc:sldMkLst>
          <pc:docMk/>
          <pc:sldMk cId="3166070582" sldId="614"/>
        </pc:sldMkLst>
        <pc:spChg chg="mod">
          <ac:chgData name="Daryl Parker" userId="328da9e7c5b634c7" providerId="LiveId" clId="{7655408F-0F76-4106-92B9-CF78070AF1A9}" dt="2019-10-06T22:37:52.111" v="710" actId="20577"/>
          <ac:spMkLst>
            <pc:docMk/>
            <pc:sldMk cId="3166070582" sldId="614"/>
            <ac:spMk id="2" creationId="{81E2E711-D041-4BB7-B621-2BD26A8EFD07}"/>
          </ac:spMkLst>
        </pc:spChg>
        <pc:spChg chg="add mod">
          <ac:chgData name="Daryl Parker" userId="328da9e7c5b634c7" providerId="LiveId" clId="{7655408F-0F76-4106-92B9-CF78070AF1A9}" dt="2019-10-06T22:39:18.521" v="711" actId="1076"/>
          <ac:spMkLst>
            <pc:docMk/>
            <pc:sldMk cId="3166070582" sldId="614"/>
            <ac:spMk id="10" creationId="{566D96EF-6182-4A2D-A711-64E33B52BF11}"/>
          </ac:spMkLst>
        </pc:spChg>
        <pc:graphicFrameChg chg="del">
          <ac:chgData name="Daryl Parker" userId="328da9e7c5b634c7" providerId="LiveId" clId="{7655408F-0F76-4106-92B9-CF78070AF1A9}" dt="2019-10-06T22:37:32.664" v="690" actId="478"/>
          <ac:graphicFrameMkLst>
            <pc:docMk/>
            <pc:sldMk cId="3166070582" sldId="614"/>
            <ac:graphicFrameMk id="8" creationId="{07D28DE4-4F87-4509-AE95-51343B128AA1}"/>
          </ac:graphicFrameMkLst>
        </pc:graphicFrameChg>
        <pc:graphicFrameChg chg="add mod">
          <ac:chgData name="Daryl Parker" userId="328da9e7c5b634c7" providerId="LiveId" clId="{7655408F-0F76-4106-92B9-CF78070AF1A9}" dt="2019-10-06T22:37:39.102" v="693" actId="14100"/>
          <ac:graphicFrameMkLst>
            <pc:docMk/>
            <pc:sldMk cId="3166070582" sldId="614"/>
            <ac:graphicFrameMk id="9" creationId="{F670BC93-5453-4FF4-BC0D-0F5C2E97441C}"/>
          </ac:graphicFrameMkLst>
        </pc:graphicFrameChg>
        <pc:picChg chg="add mod modCrop">
          <ac:chgData name="Daryl Parker" userId="328da9e7c5b634c7" providerId="LiveId" clId="{7655408F-0F76-4106-92B9-CF78070AF1A9}" dt="2019-10-06T22:39:53.383" v="719" actId="1076"/>
          <ac:picMkLst>
            <pc:docMk/>
            <pc:sldMk cId="3166070582" sldId="614"/>
            <ac:picMk id="7" creationId="{1265D1D8-27BC-4CAE-8118-CB90B60A0736}"/>
          </ac:picMkLst>
        </pc:picChg>
      </pc:sldChg>
      <pc:sldChg chg="addSp modSp add">
        <pc:chgData name="Daryl Parker" userId="328da9e7c5b634c7" providerId="LiveId" clId="{7655408F-0F76-4106-92B9-CF78070AF1A9}" dt="2019-10-06T22:42:25.424" v="802" actId="403"/>
        <pc:sldMkLst>
          <pc:docMk/>
          <pc:sldMk cId="3346139388" sldId="615"/>
        </pc:sldMkLst>
        <pc:spChg chg="mod">
          <ac:chgData name="Daryl Parker" userId="328da9e7c5b634c7" providerId="LiveId" clId="{7655408F-0F76-4106-92B9-CF78070AF1A9}" dt="2019-10-06T22:40:46.207" v="734" actId="20577"/>
          <ac:spMkLst>
            <pc:docMk/>
            <pc:sldMk cId="3346139388" sldId="615"/>
            <ac:spMk id="2" creationId="{81E2E711-D041-4BB7-B621-2BD26A8EFD07}"/>
          </ac:spMkLst>
        </pc:spChg>
        <pc:spChg chg="add mod">
          <ac:chgData name="Daryl Parker" userId="328da9e7c5b634c7" providerId="LiveId" clId="{7655408F-0F76-4106-92B9-CF78070AF1A9}" dt="2019-10-06T22:42:25.424" v="802" actId="403"/>
          <ac:spMkLst>
            <pc:docMk/>
            <pc:sldMk cId="3346139388" sldId="615"/>
            <ac:spMk id="8" creationId="{22216FCB-E490-436E-8851-01C1DB29772E}"/>
          </ac:spMkLst>
        </pc:spChg>
        <pc:spChg chg="mod">
          <ac:chgData name="Daryl Parker" userId="328da9e7c5b634c7" providerId="LiveId" clId="{7655408F-0F76-4106-92B9-CF78070AF1A9}" dt="2019-10-06T22:41:25.399" v="740"/>
          <ac:spMkLst>
            <pc:docMk/>
            <pc:sldMk cId="3346139388" sldId="615"/>
            <ac:spMk id="12290" creationId="{1AE05403-95A6-4618-9B22-48782B535B05}"/>
          </ac:spMkLst>
        </pc:spChg>
        <pc:cxnChg chg="add mod">
          <ac:chgData name="Daryl Parker" userId="328da9e7c5b634c7" providerId="LiveId" clId="{7655408F-0F76-4106-92B9-CF78070AF1A9}" dt="2019-10-06T22:42:01.895" v="742" actId="1076"/>
          <ac:cxnSpMkLst>
            <pc:docMk/>
            <pc:sldMk cId="3346139388" sldId="615"/>
            <ac:cxnSpMk id="9" creationId="{F00C7CFE-026D-4746-9DCE-6E0FFE75FE01}"/>
          </ac:cxnSpMkLst>
        </pc:cxnChg>
      </pc:sldChg>
      <pc:sldChg chg="add del">
        <pc:chgData name="Daryl Parker" userId="328da9e7c5b634c7" providerId="LiveId" clId="{7655408F-0F76-4106-92B9-CF78070AF1A9}" dt="2019-10-06T22:40:30.297" v="721"/>
        <pc:sldMkLst>
          <pc:docMk/>
          <pc:sldMk cId="3659627292" sldId="615"/>
        </pc:sldMkLst>
      </pc:sldChg>
      <pc:sldChg chg="addSp delSp modSp add modAnim">
        <pc:chgData name="Daryl Parker" userId="328da9e7c5b634c7" providerId="LiveId" clId="{7655408F-0F76-4106-92B9-CF78070AF1A9}" dt="2019-10-06T22:43:49.412" v="834" actId="14100"/>
        <pc:sldMkLst>
          <pc:docMk/>
          <pc:sldMk cId="1884695980" sldId="616"/>
        </pc:sldMkLst>
        <pc:spChg chg="mod">
          <ac:chgData name="Daryl Parker" userId="328da9e7c5b634c7" providerId="LiveId" clId="{7655408F-0F76-4106-92B9-CF78070AF1A9}" dt="2019-10-06T22:42:40.759" v="813" actId="20577"/>
          <ac:spMkLst>
            <pc:docMk/>
            <pc:sldMk cId="1884695980" sldId="616"/>
            <ac:spMk id="2" creationId="{81E2E711-D041-4BB7-B621-2BD26A8EFD07}"/>
          </ac:spMkLst>
        </pc:spChg>
        <pc:spChg chg="add del mod">
          <ac:chgData name="Daryl Parker" userId="328da9e7c5b634c7" providerId="LiveId" clId="{7655408F-0F76-4106-92B9-CF78070AF1A9}" dt="2019-10-06T22:42:48.432" v="817" actId="478"/>
          <ac:spMkLst>
            <pc:docMk/>
            <pc:sldMk cId="1884695980" sldId="616"/>
            <ac:spMk id="7" creationId="{1487FF95-C075-4E22-A56E-AFA858A8BE3E}"/>
          </ac:spMkLst>
        </pc:spChg>
        <pc:spChg chg="del">
          <ac:chgData name="Daryl Parker" userId="328da9e7c5b634c7" providerId="LiveId" clId="{7655408F-0F76-4106-92B9-CF78070AF1A9}" dt="2019-10-06T22:43:20.727" v="827" actId="478"/>
          <ac:spMkLst>
            <pc:docMk/>
            <pc:sldMk cId="1884695980" sldId="616"/>
            <ac:spMk id="8" creationId="{22216FCB-E490-436E-8851-01C1DB29772E}"/>
          </ac:spMkLst>
        </pc:spChg>
        <pc:spChg chg="add del mod">
          <ac:chgData name="Daryl Parker" userId="328da9e7c5b634c7" providerId="LiveId" clId="{7655408F-0F76-4106-92B9-CF78070AF1A9}" dt="2019-10-06T22:42:52.600" v="819" actId="478"/>
          <ac:spMkLst>
            <pc:docMk/>
            <pc:sldMk cId="1884695980" sldId="616"/>
            <ac:spMk id="10" creationId="{14157C56-A667-438F-867B-C401BCECF460}"/>
          </ac:spMkLst>
        </pc:spChg>
        <pc:spChg chg="add del">
          <ac:chgData name="Daryl Parker" userId="328da9e7c5b634c7" providerId="LiveId" clId="{7655408F-0F76-4106-92B9-CF78070AF1A9}" dt="2019-10-06T22:42:47.834" v="816"/>
          <ac:spMkLst>
            <pc:docMk/>
            <pc:sldMk cId="1884695980" sldId="616"/>
            <ac:spMk id="11" creationId="{451880BA-3404-4721-B8B5-B52B5AD0182E}"/>
          </ac:spMkLst>
        </pc:spChg>
        <pc:spChg chg="add mod">
          <ac:chgData name="Daryl Parker" userId="328da9e7c5b634c7" providerId="LiveId" clId="{7655408F-0F76-4106-92B9-CF78070AF1A9}" dt="2019-10-06T22:43:49.412" v="834" actId="14100"/>
          <ac:spMkLst>
            <pc:docMk/>
            <pc:sldMk cId="1884695980" sldId="616"/>
            <ac:spMk id="13" creationId="{5C3A72C5-71D1-4AAE-93F0-F78360EF1ACE}"/>
          </ac:spMkLst>
        </pc:spChg>
        <pc:spChg chg="add del">
          <ac:chgData name="Daryl Parker" userId="328da9e7c5b634c7" providerId="LiveId" clId="{7655408F-0F76-4106-92B9-CF78070AF1A9}" dt="2019-10-06T22:42:50.208" v="818" actId="478"/>
          <ac:spMkLst>
            <pc:docMk/>
            <pc:sldMk cId="1884695980" sldId="616"/>
            <ac:spMk id="12290" creationId="{1AE05403-95A6-4618-9B22-48782B535B05}"/>
          </ac:spMkLst>
        </pc:spChg>
        <pc:cxnChg chg="del mod">
          <ac:chgData name="Daryl Parker" userId="328da9e7c5b634c7" providerId="LiveId" clId="{7655408F-0F76-4106-92B9-CF78070AF1A9}" dt="2019-10-06T22:43:26.831" v="829" actId="478"/>
          <ac:cxnSpMkLst>
            <pc:docMk/>
            <pc:sldMk cId="1884695980" sldId="616"/>
            <ac:cxnSpMk id="9" creationId="{F00C7CFE-026D-4746-9DCE-6E0FFE75FE01}"/>
          </ac:cxnSpMkLst>
        </pc:cxnChg>
      </pc:sldChg>
      <pc:sldChg chg="addSp delSp modSp add modAnim">
        <pc:chgData name="Daryl Parker" userId="328da9e7c5b634c7" providerId="LiveId" clId="{7655408F-0F76-4106-92B9-CF78070AF1A9}" dt="2019-10-06T22:47:53.968" v="957" actId="113"/>
        <pc:sldMkLst>
          <pc:docMk/>
          <pc:sldMk cId="3749977580" sldId="617"/>
        </pc:sldMkLst>
        <pc:spChg chg="mod">
          <ac:chgData name="Daryl Parker" userId="328da9e7c5b634c7" providerId="LiveId" clId="{7655408F-0F76-4106-92B9-CF78070AF1A9}" dt="2019-10-06T22:44:06.223" v="844" actId="20577"/>
          <ac:spMkLst>
            <pc:docMk/>
            <pc:sldMk cId="3749977580" sldId="617"/>
            <ac:spMk id="2" creationId="{81E2E711-D041-4BB7-B621-2BD26A8EFD07}"/>
          </ac:spMkLst>
        </pc:spChg>
        <pc:spChg chg="add mod">
          <ac:chgData name="Daryl Parker" userId="328da9e7c5b634c7" providerId="LiveId" clId="{7655408F-0F76-4106-92B9-CF78070AF1A9}" dt="2019-10-06T22:45:04.801" v="854" actId="20577"/>
          <ac:spMkLst>
            <pc:docMk/>
            <pc:sldMk cId="3749977580" sldId="617"/>
            <ac:spMk id="7" creationId="{0909BA2E-3212-4C37-ACD9-AC0139896D6B}"/>
          </ac:spMkLst>
        </pc:spChg>
        <pc:spChg chg="add mod">
          <ac:chgData name="Daryl Parker" userId="328da9e7c5b634c7" providerId="LiveId" clId="{7655408F-0F76-4106-92B9-CF78070AF1A9}" dt="2019-10-06T22:46:34.189" v="946" actId="14100"/>
          <ac:spMkLst>
            <pc:docMk/>
            <pc:sldMk cId="3749977580" sldId="617"/>
            <ac:spMk id="9" creationId="{0886A41F-95AA-4C9E-B6B2-ABAB95FF9BBD}"/>
          </ac:spMkLst>
        </pc:spChg>
        <pc:spChg chg="del">
          <ac:chgData name="Daryl Parker" userId="328da9e7c5b634c7" providerId="LiveId" clId="{7655408F-0F76-4106-92B9-CF78070AF1A9}" dt="2019-10-06T22:44:20.344" v="845" actId="478"/>
          <ac:spMkLst>
            <pc:docMk/>
            <pc:sldMk cId="3749977580" sldId="617"/>
            <ac:spMk id="13" creationId="{5C3A72C5-71D1-4AAE-93F0-F78360EF1ACE}"/>
          </ac:spMkLst>
        </pc:spChg>
        <pc:spChg chg="add mod">
          <ac:chgData name="Daryl Parker" userId="328da9e7c5b634c7" providerId="LiveId" clId="{7655408F-0F76-4106-92B9-CF78070AF1A9}" dt="2019-10-06T22:47:53.968" v="957" actId="113"/>
          <ac:spMkLst>
            <pc:docMk/>
            <pc:sldMk cId="3749977580" sldId="617"/>
            <ac:spMk id="19" creationId="{4C7993F7-2C32-49C9-9425-1FDC163EF8C6}"/>
          </ac:spMkLst>
        </pc:spChg>
        <pc:picChg chg="add mod">
          <ac:chgData name="Daryl Parker" userId="328da9e7c5b634c7" providerId="LiveId" clId="{7655408F-0F76-4106-92B9-CF78070AF1A9}" dt="2019-10-06T22:47:48.823" v="956" actId="1076"/>
          <ac:picMkLst>
            <pc:docMk/>
            <pc:sldMk cId="3749977580" sldId="617"/>
            <ac:picMk id="21" creationId="{05562B09-CFD9-470E-8F17-945482CF3AFA}"/>
          </ac:picMkLst>
        </pc:picChg>
        <pc:cxnChg chg="add mod">
          <ac:chgData name="Daryl Parker" userId="328da9e7c5b634c7" providerId="LiveId" clId="{7655408F-0F76-4106-92B9-CF78070AF1A9}" dt="2019-10-06T22:46:44.492" v="947" actId="14100"/>
          <ac:cxnSpMkLst>
            <pc:docMk/>
            <pc:sldMk cId="3749977580" sldId="617"/>
            <ac:cxnSpMk id="10" creationId="{8A151B08-EF59-4AEE-91FF-A8C9403C1C8D}"/>
          </ac:cxnSpMkLst>
        </pc:cxnChg>
      </pc:sldChg>
      <pc:sldChg chg="addSp delSp modSp add">
        <pc:chgData name="Daryl Parker" userId="328da9e7c5b634c7" providerId="LiveId" clId="{7655408F-0F76-4106-92B9-CF78070AF1A9}" dt="2019-10-06T22:49:02.311" v="972" actId="113"/>
        <pc:sldMkLst>
          <pc:docMk/>
          <pc:sldMk cId="966515845" sldId="618"/>
        </pc:sldMkLst>
        <pc:spChg chg="del">
          <ac:chgData name="Daryl Parker" userId="328da9e7c5b634c7" providerId="LiveId" clId="{7655408F-0F76-4106-92B9-CF78070AF1A9}" dt="2019-10-06T22:48:20.407" v="959" actId="478"/>
          <ac:spMkLst>
            <pc:docMk/>
            <pc:sldMk cId="966515845" sldId="618"/>
            <ac:spMk id="7" creationId="{0909BA2E-3212-4C37-ACD9-AC0139896D6B}"/>
          </ac:spMkLst>
        </pc:spChg>
        <pc:spChg chg="add mod">
          <ac:chgData name="Daryl Parker" userId="328da9e7c5b634c7" providerId="LiveId" clId="{7655408F-0F76-4106-92B9-CF78070AF1A9}" dt="2019-10-06T22:49:02.311" v="972" actId="113"/>
          <ac:spMkLst>
            <pc:docMk/>
            <pc:sldMk cId="966515845" sldId="618"/>
            <ac:spMk id="8" creationId="{E92A96C9-6784-4136-9870-68C4C2EF2203}"/>
          </ac:spMkLst>
        </pc:spChg>
        <pc:spChg chg="del mod">
          <ac:chgData name="Daryl Parker" userId="328da9e7c5b634c7" providerId="LiveId" clId="{7655408F-0F76-4106-92B9-CF78070AF1A9}" dt="2019-10-06T22:48:23.416" v="962" actId="478"/>
          <ac:spMkLst>
            <pc:docMk/>
            <pc:sldMk cId="966515845" sldId="618"/>
            <ac:spMk id="9" creationId="{0886A41F-95AA-4C9E-B6B2-ABAB95FF9BBD}"/>
          </ac:spMkLst>
        </pc:spChg>
        <pc:spChg chg="del">
          <ac:chgData name="Daryl Parker" userId="328da9e7c5b634c7" providerId="LiveId" clId="{7655408F-0F76-4106-92B9-CF78070AF1A9}" dt="2019-10-06T22:48:25.191" v="963" actId="478"/>
          <ac:spMkLst>
            <pc:docMk/>
            <pc:sldMk cId="966515845" sldId="618"/>
            <ac:spMk id="19" creationId="{4C7993F7-2C32-49C9-9425-1FDC163EF8C6}"/>
          </ac:spMkLst>
        </pc:spChg>
        <pc:picChg chg="del">
          <ac:chgData name="Daryl Parker" userId="328da9e7c5b634c7" providerId="LiveId" clId="{7655408F-0F76-4106-92B9-CF78070AF1A9}" dt="2019-10-06T22:48:25.912" v="964" actId="478"/>
          <ac:picMkLst>
            <pc:docMk/>
            <pc:sldMk cId="966515845" sldId="618"/>
            <ac:picMk id="21" creationId="{05562B09-CFD9-470E-8F17-945482CF3AFA}"/>
          </ac:picMkLst>
        </pc:picChg>
        <pc:cxnChg chg="del mod">
          <ac:chgData name="Daryl Parker" userId="328da9e7c5b634c7" providerId="LiveId" clId="{7655408F-0F76-4106-92B9-CF78070AF1A9}" dt="2019-10-06T22:48:22.600" v="961" actId="478"/>
          <ac:cxnSpMkLst>
            <pc:docMk/>
            <pc:sldMk cId="966515845" sldId="618"/>
            <ac:cxnSpMk id="10" creationId="{8A151B08-EF59-4AEE-91FF-A8C9403C1C8D}"/>
          </ac:cxnSpMkLst>
        </pc:cxnChg>
      </pc:sldChg>
      <pc:sldChg chg="modSp add">
        <pc:chgData name="Daryl Parker" userId="328da9e7c5b634c7" providerId="LiveId" clId="{7655408F-0F76-4106-92B9-CF78070AF1A9}" dt="2019-10-06T22:50:46.543" v="999" actId="20577"/>
        <pc:sldMkLst>
          <pc:docMk/>
          <pc:sldMk cId="2649605634" sldId="619"/>
        </pc:sldMkLst>
        <pc:spChg chg="mod">
          <ac:chgData name="Daryl Parker" userId="328da9e7c5b634c7" providerId="LiveId" clId="{7655408F-0F76-4106-92B9-CF78070AF1A9}" dt="2019-10-06T22:50:46.543" v="999" actId="20577"/>
          <ac:spMkLst>
            <pc:docMk/>
            <pc:sldMk cId="2649605634" sldId="619"/>
            <ac:spMk id="2" creationId="{81E2E711-D041-4BB7-B621-2BD26A8EFD07}"/>
          </ac:spMkLst>
        </pc:spChg>
        <pc:spChg chg="mod">
          <ac:chgData name="Daryl Parker" userId="328da9e7c5b634c7" providerId="LiveId" clId="{7655408F-0F76-4106-92B9-CF78070AF1A9}" dt="2019-10-06T22:50:24.220" v="981" actId="20577"/>
          <ac:spMkLst>
            <pc:docMk/>
            <pc:sldMk cId="2649605634" sldId="619"/>
            <ac:spMk id="8" creationId="{E92A96C9-6784-4136-9870-68C4C2EF2203}"/>
          </ac:spMkLst>
        </pc:spChg>
      </pc:sldChg>
      <pc:sldChg chg="addSp modSp add">
        <pc:chgData name="Daryl Parker" userId="328da9e7c5b634c7" providerId="LiveId" clId="{7655408F-0F76-4106-92B9-CF78070AF1A9}" dt="2019-10-06T22:57:01.733" v="1067" actId="14100"/>
        <pc:sldMkLst>
          <pc:docMk/>
          <pc:sldMk cId="80454994" sldId="620"/>
        </pc:sldMkLst>
        <pc:spChg chg="mod">
          <ac:chgData name="Daryl Parker" userId="328da9e7c5b634c7" providerId="LiveId" clId="{7655408F-0F76-4106-92B9-CF78070AF1A9}" dt="2019-10-06T22:56:06.144" v="1024" actId="20577"/>
          <ac:spMkLst>
            <pc:docMk/>
            <pc:sldMk cId="80454994" sldId="620"/>
            <ac:spMk id="2" creationId="{81E2E711-D041-4BB7-B621-2BD26A8EFD07}"/>
          </ac:spMkLst>
        </pc:spChg>
        <pc:spChg chg="mod">
          <ac:chgData name="Daryl Parker" userId="328da9e7c5b634c7" providerId="LiveId" clId="{7655408F-0F76-4106-92B9-CF78070AF1A9}" dt="2019-10-06T22:56:23.937" v="1026" actId="2711"/>
          <ac:spMkLst>
            <pc:docMk/>
            <pc:sldMk cId="80454994" sldId="620"/>
            <ac:spMk id="8" creationId="{E92A96C9-6784-4136-9870-68C4C2EF2203}"/>
          </ac:spMkLst>
        </pc:spChg>
        <pc:spChg chg="add mod">
          <ac:chgData name="Daryl Parker" userId="328da9e7c5b634c7" providerId="LiveId" clId="{7655408F-0F76-4106-92B9-CF78070AF1A9}" dt="2019-10-06T22:56:57.035" v="1066" actId="14100"/>
          <ac:spMkLst>
            <pc:docMk/>
            <pc:sldMk cId="80454994" sldId="620"/>
            <ac:spMk id="9" creationId="{D39052DC-7728-4DC8-83AD-B7465C230B0F}"/>
          </ac:spMkLst>
        </pc:spChg>
        <pc:cxnChg chg="add mod">
          <ac:chgData name="Daryl Parker" userId="328da9e7c5b634c7" providerId="LiveId" clId="{7655408F-0F76-4106-92B9-CF78070AF1A9}" dt="2019-10-06T22:57:01.733" v="1067" actId="14100"/>
          <ac:cxnSpMkLst>
            <pc:docMk/>
            <pc:sldMk cId="80454994" sldId="620"/>
            <ac:cxnSpMk id="10" creationId="{2167D4E1-381C-41D6-8CEC-151DBE63E301}"/>
          </ac:cxnSpMkLst>
        </pc:cxnChg>
      </pc:sldChg>
      <pc:sldChg chg="addSp delSp modSp add modAnim">
        <pc:chgData name="Daryl Parker" userId="328da9e7c5b634c7" providerId="LiveId" clId="{7655408F-0F76-4106-92B9-CF78070AF1A9}" dt="2019-10-06T22:59:50.938" v="1126" actId="692"/>
        <pc:sldMkLst>
          <pc:docMk/>
          <pc:sldMk cId="1014530913" sldId="621"/>
        </pc:sldMkLst>
        <pc:spChg chg="del">
          <ac:chgData name="Daryl Parker" userId="328da9e7c5b634c7" providerId="LiveId" clId="{7655408F-0F76-4106-92B9-CF78070AF1A9}" dt="2019-10-06T22:57:35.136" v="1069" actId="478"/>
          <ac:spMkLst>
            <pc:docMk/>
            <pc:sldMk cId="1014530913" sldId="621"/>
            <ac:spMk id="8" creationId="{E92A96C9-6784-4136-9870-68C4C2EF2203}"/>
          </ac:spMkLst>
        </pc:spChg>
        <pc:spChg chg="mod">
          <ac:chgData name="Daryl Parker" userId="328da9e7c5b634c7" providerId="LiveId" clId="{7655408F-0F76-4106-92B9-CF78070AF1A9}" dt="2019-10-06T22:58:35.465" v="1112" actId="14100"/>
          <ac:spMkLst>
            <pc:docMk/>
            <pc:sldMk cId="1014530913" sldId="621"/>
            <ac:spMk id="9" creationId="{D39052DC-7728-4DC8-83AD-B7465C230B0F}"/>
          </ac:spMkLst>
        </pc:spChg>
        <pc:spChg chg="add mod">
          <ac:chgData name="Daryl Parker" userId="328da9e7c5b634c7" providerId="LiveId" clId="{7655408F-0F76-4106-92B9-CF78070AF1A9}" dt="2019-10-06T22:58:10.581" v="1082" actId="167"/>
          <ac:spMkLst>
            <pc:docMk/>
            <pc:sldMk cId="1014530913" sldId="621"/>
            <ac:spMk id="11" creationId="{1EC3B972-3CF0-44EC-AD57-E3A04F6CDF15}"/>
          </ac:spMkLst>
        </pc:spChg>
        <pc:spChg chg="add mod">
          <ac:chgData name="Daryl Parker" userId="328da9e7c5b634c7" providerId="LiveId" clId="{7655408F-0F76-4106-92B9-CF78070AF1A9}" dt="2019-10-06T22:58:57.649" v="1116" actId="207"/>
          <ac:spMkLst>
            <pc:docMk/>
            <pc:sldMk cId="1014530913" sldId="621"/>
            <ac:spMk id="13" creationId="{6FFC9935-9099-40D4-9143-4BDADDA8D171}"/>
          </ac:spMkLst>
        </pc:spChg>
        <pc:spChg chg="add del mod">
          <ac:chgData name="Daryl Parker" userId="328da9e7c5b634c7" providerId="LiveId" clId="{7655408F-0F76-4106-92B9-CF78070AF1A9}" dt="2019-10-06T22:59:13.048" v="1119" actId="478"/>
          <ac:spMkLst>
            <pc:docMk/>
            <pc:sldMk cId="1014530913" sldId="621"/>
            <ac:spMk id="14" creationId="{CD227704-B98D-49EF-A7E1-DB93901E0ED2}"/>
          </ac:spMkLst>
        </pc:spChg>
        <pc:spChg chg="add del mod">
          <ac:chgData name="Daryl Parker" userId="328da9e7c5b634c7" providerId="LiveId" clId="{7655408F-0F76-4106-92B9-CF78070AF1A9}" dt="2019-10-06T22:59:13.048" v="1119" actId="478"/>
          <ac:spMkLst>
            <pc:docMk/>
            <pc:sldMk cId="1014530913" sldId="621"/>
            <ac:spMk id="15" creationId="{D9847FD3-0ADD-4648-B8B7-4CAE94162D39}"/>
          </ac:spMkLst>
        </pc:spChg>
        <pc:spChg chg="add mod">
          <ac:chgData name="Daryl Parker" userId="328da9e7c5b634c7" providerId="LiveId" clId="{7655408F-0F76-4106-92B9-CF78070AF1A9}" dt="2019-10-06T22:59:50.938" v="1126" actId="692"/>
          <ac:spMkLst>
            <pc:docMk/>
            <pc:sldMk cId="1014530913" sldId="621"/>
            <ac:spMk id="16" creationId="{EBC87D3B-F0F7-4647-BB8D-791D205F57A2}"/>
          </ac:spMkLst>
        </pc:spChg>
        <pc:cxnChg chg="mod">
          <ac:chgData name="Daryl Parker" userId="328da9e7c5b634c7" providerId="LiveId" clId="{7655408F-0F76-4106-92B9-CF78070AF1A9}" dt="2019-10-06T22:58:43.517" v="1113" actId="14100"/>
          <ac:cxnSpMkLst>
            <pc:docMk/>
            <pc:sldMk cId="1014530913" sldId="621"/>
            <ac:cxnSpMk id="10" creationId="{2167D4E1-381C-41D6-8CEC-151DBE63E301}"/>
          </ac:cxnSpMkLst>
        </pc:cxnChg>
      </pc:sldChg>
      <pc:sldChg chg="addSp delSp modSp add modAnim">
        <pc:chgData name="Daryl Parker" userId="328da9e7c5b634c7" providerId="LiveId" clId="{7655408F-0F76-4106-92B9-CF78070AF1A9}" dt="2019-10-06T23:02:53.691" v="1312" actId="14100"/>
        <pc:sldMkLst>
          <pc:docMk/>
          <pc:sldMk cId="2762488206" sldId="622"/>
        </pc:sldMkLst>
        <pc:spChg chg="mod">
          <ac:chgData name="Daryl Parker" userId="328da9e7c5b634c7" providerId="LiveId" clId="{7655408F-0F76-4106-92B9-CF78070AF1A9}" dt="2019-10-06T23:01:31.729" v="1231" actId="20577"/>
          <ac:spMkLst>
            <pc:docMk/>
            <pc:sldMk cId="2762488206" sldId="622"/>
            <ac:spMk id="9" creationId="{D39052DC-7728-4DC8-83AD-B7465C230B0F}"/>
          </ac:spMkLst>
        </pc:spChg>
        <pc:spChg chg="del">
          <ac:chgData name="Daryl Parker" userId="328da9e7c5b634c7" providerId="LiveId" clId="{7655408F-0F76-4106-92B9-CF78070AF1A9}" dt="2019-10-06T23:00:21.360" v="1128" actId="478"/>
          <ac:spMkLst>
            <pc:docMk/>
            <pc:sldMk cId="2762488206" sldId="622"/>
            <ac:spMk id="11" creationId="{1EC3B972-3CF0-44EC-AD57-E3A04F6CDF15}"/>
          </ac:spMkLst>
        </pc:spChg>
        <pc:spChg chg="add mod">
          <ac:chgData name="Daryl Parker" userId="328da9e7c5b634c7" providerId="LiveId" clId="{7655408F-0F76-4106-92B9-CF78070AF1A9}" dt="2019-10-06T23:00:52.837" v="1141" actId="167"/>
          <ac:spMkLst>
            <pc:docMk/>
            <pc:sldMk cId="2762488206" sldId="622"/>
            <ac:spMk id="12" creationId="{863217C2-C32C-415D-B520-0C4C2EE39BBA}"/>
          </ac:spMkLst>
        </pc:spChg>
        <pc:spChg chg="del">
          <ac:chgData name="Daryl Parker" userId="328da9e7c5b634c7" providerId="LiveId" clId="{7655408F-0F76-4106-92B9-CF78070AF1A9}" dt="2019-10-06T23:00:25.920" v="1130" actId="478"/>
          <ac:spMkLst>
            <pc:docMk/>
            <pc:sldMk cId="2762488206" sldId="622"/>
            <ac:spMk id="13" creationId="{6FFC9935-9099-40D4-9143-4BDADDA8D171}"/>
          </ac:spMkLst>
        </pc:spChg>
        <pc:spChg chg="add mod">
          <ac:chgData name="Daryl Parker" userId="328da9e7c5b634c7" providerId="LiveId" clId="{7655408F-0F76-4106-92B9-CF78070AF1A9}" dt="2019-10-06T23:02:36.737" v="1308" actId="14100"/>
          <ac:spMkLst>
            <pc:docMk/>
            <pc:sldMk cId="2762488206" sldId="622"/>
            <ac:spMk id="14" creationId="{13A915D3-3EBE-423B-B92D-A13AA6C063AF}"/>
          </ac:spMkLst>
        </pc:spChg>
        <pc:spChg chg="del">
          <ac:chgData name="Daryl Parker" userId="328da9e7c5b634c7" providerId="LiveId" clId="{7655408F-0F76-4106-92B9-CF78070AF1A9}" dt="2019-10-06T23:00:24.072" v="1129" actId="478"/>
          <ac:spMkLst>
            <pc:docMk/>
            <pc:sldMk cId="2762488206" sldId="622"/>
            <ac:spMk id="16" creationId="{EBC87D3B-F0F7-4647-BB8D-791D205F57A2}"/>
          </ac:spMkLst>
        </pc:spChg>
        <pc:cxnChg chg="mod">
          <ac:chgData name="Daryl Parker" userId="328da9e7c5b634c7" providerId="LiveId" clId="{7655408F-0F76-4106-92B9-CF78070AF1A9}" dt="2019-10-06T23:00:58.015" v="1142" actId="1076"/>
          <ac:cxnSpMkLst>
            <pc:docMk/>
            <pc:sldMk cId="2762488206" sldId="622"/>
            <ac:cxnSpMk id="10" creationId="{2167D4E1-381C-41D6-8CEC-151DBE63E301}"/>
          </ac:cxnSpMkLst>
        </pc:cxnChg>
        <pc:cxnChg chg="add mod">
          <ac:chgData name="Daryl Parker" userId="328da9e7c5b634c7" providerId="LiveId" clId="{7655408F-0F76-4106-92B9-CF78070AF1A9}" dt="2019-10-06T23:02:53.691" v="1312" actId="14100"/>
          <ac:cxnSpMkLst>
            <pc:docMk/>
            <pc:sldMk cId="2762488206" sldId="622"/>
            <ac:cxnSpMk id="15" creationId="{F5F09BAC-E2AE-4C9F-81E7-13E6486C0DC9}"/>
          </ac:cxnSpMkLst>
        </pc:cxnChg>
      </pc:sldChg>
      <pc:sldChg chg="addSp delSp modSp add modAnim">
        <pc:chgData name="Daryl Parker" userId="328da9e7c5b634c7" providerId="LiveId" clId="{7655408F-0F76-4106-92B9-CF78070AF1A9}" dt="2019-10-06T23:05:16.299" v="1384" actId="1076"/>
        <pc:sldMkLst>
          <pc:docMk/>
          <pc:sldMk cId="852025800" sldId="623"/>
        </pc:sldMkLst>
        <pc:spChg chg="mod">
          <ac:chgData name="Daryl Parker" userId="328da9e7c5b634c7" providerId="LiveId" clId="{7655408F-0F76-4106-92B9-CF78070AF1A9}" dt="2019-10-06T23:04:04.599" v="1360" actId="20577"/>
          <ac:spMkLst>
            <pc:docMk/>
            <pc:sldMk cId="852025800" sldId="623"/>
            <ac:spMk id="2" creationId="{81E2E711-D041-4BB7-B621-2BD26A8EFD07}"/>
          </ac:spMkLst>
        </pc:spChg>
        <pc:spChg chg="del">
          <ac:chgData name="Daryl Parker" userId="328da9e7c5b634c7" providerId="LiveId" clId="{7655408F-0F76-4106-92B9-CF78070AF1A9}" dt="2019-10-06T23:04:34.912" v="1368" actId="478"/>
          <ac:spMkLst>
            <pc:docMk/>
            <pc:sldMk cId="852025800" sldId="623"/>
            <ac:spMk id="9" creationId="{D39052DC-7728-4DC8-83AD-B7465C230B0F}"/>
          </ac:spMkLst>
        </pc:spChg>
        <pc:spChg chg="mod">
          <ac:chgData name="Daryl Parker" userId="328da9e7c5b634c7" providerId="LiveId" clId="{7655408F-0F76-4106-92B9-CF78070AF1A9}" dt="2019-10-06T23:05:14.689" v="1383" actId="1076"/>
          <ac:spMkLst>
            <pc:docMk/>
            <pc:sldMk cId="852025800" sldId="623"/>
            <ac:spMk id="12" creationId="{863217C2-C32C-415D-B520-0C4C2EE39BBA}"/>
          </ac:spMkLst>
        </pc:spChg>
        <pc:spChg chg="del">
          <ac:chgData name="Daryl Parker" userId="328da9e7c5b634c7" providerId="LiveId" clId="{7655408F-0F76-4106-92B9-CF78070AF1A9}" dt="2019-10-06T23:04:42.304" v="1373" actId="478"/>
          <ac:spMkLst>
            <pc:docMk/>
            <pc:sldMk cId="852025800" sldId="623"/>
            <ac:spMk id="14" creationId="{13A915D3-3EBE-423B-B92D-A13AA6C063AF}"/>
          </ac:spMkLst>
        </pc:spChg>
        <pc:picChg chg="add mod">
          <ac:chgData name="Daryl Parker" userId="328da9e7c5b634c7" providerId="LiveId" clId="{7655408F-0F76-4106-92B9-CF78070AF1A9}" dt="2019-10-06T23:05:16.299" v="1384" actId="1076"/>
          <ac:picMkLst>
            <pc:docMk/>
            <pc:sldMk cId="852025800" sldId="623"/>
            <ac:picMk id="13" creationId="{3FCED1DB-C733-4192-89B5-C192B044AB67}"/>
          </ac:picMkLst>
        </pc:picChg>
        <pc:cxnChg chg="del mod">
          <ac:chgData name="Daryl Parker" userId="328da9e7c5b634c7" providerId="LiveId" clId="{7655408F-0F76-4106-92B9-CF78070AF1A9}" dt="2019-10-06T23:04:40.567" v="1371" actId="478"/>
          <ac:cxnSpMkLst>
            <pc:docMk/>
            <pc:sldMk cId="852025800" sldId="623"/>
            <ac:cxnSpMk id="10" creationId="{2167D4E1-381C-41D6-8CEC-151DBE63E301}"/>
          </ac:cxnSpMkLst>
        </pc:cxnChg>
        <pc:cxnChg chg="del mod">
          <ac:chgData name="Daryl Parker" userId="328da9e7c5b634c7" providerId="LiveId" clId="{7655408F-0F76-4106-92B9-CF78070AF1A9}" dt="2019-10-06T23:04:41.647" v="1372" actId="478"/>
          <ac:cxnSpMkLst>
            <pc:docMk/>
            <pc:sldMk cId="852025800" sldId="623"/>
            <ac:cxnSpMk id="15" creationId="{F5F09BAC-E2AE-4C9F-81E7-13E6486C0DC9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91A9BE24-3E0A-874B-BDDD-D76C116DB4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52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34" tIns="46267" rIns="92534" bIns="46267" numCol="1" anchor="t" anchorCtr="0" compatLnSpc="1">
            <a:prstTxWarp prst="textNoShape">
              <a:avLst/>
            </a:prstTxWarp>
          </a:bodyPr>
          <a:lstStyle>
            <a:lvl1pPr defTabSz="454025" eaLnBrk="1" hangingPunct="1">
              <a:lnSpc>
                <a:spcPct val="93000"/>
              </a:lnSpc>
              <a:buClr>
                <a:srgbClr val="003366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04BD55C3-E50A-B34C-BE1B-08F016738F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52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34" tIns="46267" rIns="92534" bIns="46267" numCol="1" anchor="t" anchorCtr="0" compatLnSpc="1">
            <a:prstTxWarp prst="textNoShape">
              <a:avLst/>
            </a:prstTxWarp>
          </a:bodyPr>
          <a:lstStyle>
            <a:lvl1pPr algn="r" defTabSz="454025" eaLnBrk="1" hangingPunct="1">
              <a:lnSpc>
                <a:spcPct val="93000"/>
              </a:lnSpc>
              <a:buClr>
                <a:srgbClr val="003366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88420" name="Rectangle 4">
            <a:extLst>
              <a:ext uri="{FF2B5EF4-FFF2-40B4-BE49-F238E27FC236}">
                <a16:creationId xmlns:a16="http://schemas.microsoft.com/office/drawing/2014/main" id="{FE85DAAA-194A-8048-95CB-E5749398469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07175"/>
            <a:ext cx="40052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34" tIns="46267" rIns="92534" bIns="46267" numCol="1" anchor="b" anchorCtr="0" compatLnSpc="1">
            <a:prstTxWarp prst="textNoShape">
              <a:avLst/>
            </a:prstTxWarp>
          </a:bodyPr>
          <a:lstStyle>
            <a:lvl1pPr defTabSz="454025" eaLnBrk="1" hangingPunct="1">
              <a:lnSpc>
                <a:spcPct val="93000"/>
              </a:lnSpc>
              <a:buClr>
                <a:srgbClr val="003366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88421" name="Rectangle 5">
            <a:extLst>
              <a:ext uri="{FF2B5EF4-FFF2-40B4-BE49-F238E27FC236}">
                <a16:creationId xmlns:a16="http://schemas.microsoft.com/office/drawing/2014/main" id="{ABFC69E3-A1D3-0A46-B5A6-A9D76323DA3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6607175"/>
            <a:ext cx="40052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534" tIns="46267" rIns="92534" bIns="46267" numCol="1" anchor="b" anchorCtr="0" compatLnSpc="1">
            <a:prstTxWarp prst="textNoShape">
              <a:avLst/>
            </a:prstTxWarp>
          </a:bodyPr>
          <a:lstStyle>
            <a:lvl1pPr algn="r" defTabSz="454025" eaLnBrk="1" hangingPunct="1">
              <a:lnSpc>
                <a:spcPct val="93000"/>
              </a:lnSpc>
              <a:buClr>
                <a:srgbClr val="003366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92D09475-1613-4A7E-95F7-367ACBB40EA1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FE36654F-96E8-C544-B18F-E0A338A3EF2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528638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11A6092F-4066-8E44-8022-81011BAF8A6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3925" y="3303588"/>
            <a:ext cx="7391400" cy="312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CA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352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834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801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67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937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559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078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619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037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322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23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213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3931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7138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22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9930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811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388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6919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4326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5395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167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4526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3525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5513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9807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82626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8552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3100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1469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0498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160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41274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27722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2961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21328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13106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7128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76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blipFill dpi="0" rotWithShape="1">
            <a:blip r:embed="rId2">
              <a:alphaModFix amt="80000"/>
            </a:blip>
            <a:srcRect/>
            <a:tile tx="0" ty="0" sx="100000" sy="100000" flip="none" algn="tl"/>
          </a:blipFill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A4F36-74CF-4585-9E69-4D8EE78F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F2ADB1EB-21D0-465A-A4F6-D358BC4ABF38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FA11-EE57-418F-9851-CBC2CD5A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BC6FA-9FA3-48A0-914D-E50C723F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333C7E1D-9DAB-42D1-8482-8FE6500DE7C2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80944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6783E925-8EE5-460D-86AA-7BE1DD6F8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-34925"/>
            <a:ext cx="1116013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C989E2CD-640D-3B43-8930-222211D6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7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tile tx="0" ty="0" sx="100000" sy="100000" flip="none" algn="tl"/>
          </a:blipFill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9439078-7D6E-4AED-B0E9-90C90975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34718-F39F-4D85-B42B-BFF47E1FFA2D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FC96FB-ED3F-4B94-815D-2E996FF1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0CB842-E137-4D74-B033-F9945966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81209-073D-4689-B110-4E5DB93A113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451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blipFill dpi="0" rotWithShape="1">
            <a:blip r:embed="rId2">
              <a:alphaModFix amt="80000"/>
            </a:blip>
            <a:srcRect/>
            <a:tile tx="0" ty="0" sx="100000" sy="100000" flip="none" algn="tl"/>
          </a:blipFill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AC07-4EFA-460E-A867-B8C1A42A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F591A-12E8-41E7-8640-A1C324C158C4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328FF-33DD-4208-B551-0FFB1A60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2FEB1-67A4-4CDC-8A4A-4791E852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5EFEA-F238-428C-94FE-4A972451E9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2753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FDBE5AA8-4D06-43C7-8E37-CA53C4E85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-34925"/>
            <a:ext cx="1116013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 dpi="0" rotWithShape="1">
            <a:blip r:embed="rId3">
              <a:alphaModFix amt="80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E01E006-D690-42BA-B2DF-DA4AE5DF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E0B98-F5E7-4153-9CC3-DF1EC6C1B9CA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53E0311-923C-4E70-8E0F-68704656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E6DDF4B-18D6-47C5-A3A9-3C1A385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F93E1-79F6-4369-B338-8A40D7AE21CD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3381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011A48-AAE1-4C02-B074-0F4A733448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-34925"/>
            <a:ext cx="1116013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6264004-4D96-7643-A8F8-366DDEBA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7"/>
          </a:xfrm>
          <a:blipFill dpi="0" rotWithShape="1">
            <a:blip r:embed="rId3">
              <a:alphaModFix amt="80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42" y="1052735"/>
            <a:ext cx="4343050" cy="4320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42" y="1556792"/>
            <a:ext cx="4343050" cy="46328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52735"/>
            <a:ext cx="4406831" cy="4320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56792"/>
            <a:ext cx="4406831" cy="4632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C39BE1FD-052F-4DDB-B637-EE362A87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5C045-8CDF-4CF3-BEC5-E7FE4B5D29A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4733276E-9DFC-4C1E-AB0D-E3483851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46AC7E5-0AF5-4737-B9B3-BE7162B7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661C4-9D60-42F6-8004-993E531732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651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31E26-1B17-4314-B178-B994B88E7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-34925"/>
            <a:ext cx="1116013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 dpi="0" rotWithShape="1">
            <a:blip r:embed="rId3">
              <a:alphaModFix amt="80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3F4E79E-5EF8-4B70-B739-BF5EB416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6D5BE-00EF-4DA6-BDF1-9660FC5AC2C1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9162251-1FE0-49F0-9666-3AB9A71F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D2076ED-E9D8-48EB-9581-D01CD246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E8356-06F4-4914-9EE0-C1C85A4E4C4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07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DBB43EE-401F-4997-8A00-EC220282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D4549-5028-45F3-80C3-6EFF94473669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08F779-DC35-4CCC-8BCC-105E1D32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7C42CC5-6EC4-4D82-80F1-67CA2C77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BE323-FD99-4637-9E5C-E251CC96587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51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8A384-C10F-4206-8490-403DBD1CA6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687388"/>
          </a:xfrm>
          <a:prstGeom prst="rect">
            <a:avLst/>
          </a:prstGeom>
          <a:blipFill dpi="0" rotWithShape="1">
            <a:blip r:embed="rId10"/>
            <a:srcRect/>
            <a:tile tx="0" ty="0" sx="100000" sy="100000" flip="none" algn="tl"/>
          </a:blipFill>
          <a:ln w="9525">
            <a:solidFill>
              <a:srgbClr val="AFABAB"/>
            </a:solidFill>
            <a:miter lim="800000"/>
            <a:headEnd/>
            <a:tailEnd/>
          </a:ln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 vert="horz" wrap="square" lIns="28800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B61DA3E-4A7C-400D-B66B-D79AF28DC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163" y="1052513"/>
            <a:ext cx="8878887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E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CB33-285F-E84B-97F9-7BB7BCD33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MS Gothic" charset="-128"/>
              </a:defRPr>
            </a:lvl1pPr>
          </a:lstStyle>
          <a:p>
            <a:pPr>
              <a:defRPr/>
            </a:pPr>
            <a:fld id="{5F148E09-385B-48C2-97FB-CA2B0D53EF73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6BB1D-C82C-C94C-B2F2-22BDD35AD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MS Gothic" charset="-128"/>
              </a:defRPr>
            </a:lvl1pPr>
          </a:lstStyle>
          <a:p>
            <a:pPr>
              <a:defRPr/>
            </a:pPr>
            <a:r>
              <a:rPr lang="en-IE" dirty="0"/>
              <a:t>Server Side Web Development (2020)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8F332-87F1-B245-A240-A0B724C7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MS Gothic" charset="-128"/>
              </a:defRPr>
            </a:lvl1pPr>
          </a:lstStyle>
          <a:p>
            <a:pPr>
              <a:defRPr/>
            </a:pPr>
            <a:fld id="{1994E047-73EE-4C43-AFDB-EB51EFD3E38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CA570336-7E57-A04A-A08B-77B3EC1EE9F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-34925"/>
            <a:ext cx="1116013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1" r:id="rId3"/>
    <p:sldLayoutId id="2147483885" r:id="rId4"/>
    <p:sldLayoutId id="2147483886" r:id="rId5"/>
    <p:sldLayoutId id="2147483887" r:id="rId6"/>
    <p:sldLayoutId id="2147483882" r:id="rId7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2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notesSlide" Target="../notesSlides/notesSlide23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7A0A-F963-4969-97D8-B0617C71A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IE" dirty="0"/>
            </a:br>
            <a:r>
              <a:rPr lang="en-IE" dirty="0"/>
              <a:t>Web Development 3</a:t>
            </a:r>
          </a:p>
        </p:txBody>
      </p:sp>
      <p:sp>
        <p:nvSpPr>
          <p:cNvPr id="11266" name="Subtitle 2">
            <a:extLst>
              <a:ext uri="{FF2B5EF4-FFF2-40B4-BE49-F238E27FC236}">
                <a16:creationId xmlns:a16="http://schemas.microsoft.com/office/drawing/2014/main" id="{5D0CD500-5482-4057-B8E4-82A3788CAD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IE" altLang="en-US" sz="2400" dirty="0"/>
          </a:p>
          <a:p>
            <a:pPr eaLnBrk="1" hangingPunct="1"/>
            <a:r>
              <a:rPr lang="en-IE" altLang="en-US" sz="2400" dirty="0"/>
              <a:t>Lecture 6 – DOM Scripting</a:t>
            </a:r>
          </a:p>
          <a:p>
            <a:pPr eaLnBrk="1" hangingPunct="1"/>
            <a:endParaRPr lang="en-IE" altLang="en-US" dirty="0"/>
          </a:p>
          <a:p>
            <a:pPr eaLnBrk="1" hangingPunct="1"/>
            <a:r>
              <a:rPr lang="en-IE" altLang="en-US" dirty="0"/>
              <a:t>Lecturer: James Byrne (</a:t>
            </a:r>
            <a:r>
              <a:rPr lang="en-IE" altLang="en-US" dirty="0">
                <a:solidFill>
                  <a:schemeClr val="accent1"/>
                </a:solidFill>
              </a:rPr>
              <a:t>jamesbyrne@ait.ie</a:t>
            </a:r>
            <a:r>
              <a:rPr lang="en-IE" alt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Topics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ECMAScript Overview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DOM Specifications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Concept of nodes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Node Types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DOM getters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DOM setters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id, title and </a:t>
            </a:r>
            <a:r>
              <a:rPr lang="en-US" altLang="en-US" sz="3200" dirty="0" err="1">
                <a:solidFill>
                  <a:srgbClr val="000000"/>
                </a:solidFill>
              </a:rPr>
              <a:t>href</a:t>
            </a:r>
            <a:r>
              <a:rPr lang="en-US" altLang="en-US" sz="3200" dirty="0">
                <a:solidFill>
                  <a:srgbClr val="000000"/>
                </a:solidFill>
              </a:rPr>
              <a:t> properties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 err="1">
                <a:solidFill>
                  <a:srgbClr val="000000"/>
                </a:solidFill>
              </a:rPr>
              <a:t>querySelector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</a:t>
            </a:fld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ECMAScript (ES)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The ECMAScript specification is a standardized specification of a scripting language developed by Brendan </a:t>
            </a:r>
            <a:r>
              <a:rPr lang="en-US" altLang="en-US" sz="2800" dirty="0" err="1">
                <a:solidFill>
                  <a:srgbClr val="000000"/>
                </a:solidFill>
              </a:rPr>
              <a:t>Eich</a:t>
            </a:r>
            <a:r>
              <a:rPr lang="en-US" altLang="en-US" sz="2800" dirty="0">
                <a:solidFill>
                  <a:srgbClr val="000000"/>
                </a:solidFill>
              </a:rPr>
              <a:t> of Netscape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Initially it was named Mocha, later </a:t>
            </a:r>
            <a:r>
              <a:rPr lang="en-US" altLang="en-US" sz="2800" dirty="0" err="1">
                <a:solidFill>
                  <a:srgbClr val="000000"/>
                </a:solidFill>
              </a:rPr>
              <a:t>LiveScript</a:t>
            </a:r>
            <a:r>
              <a:rPr lang="en-US" altLang="en-US" sz="2800" dirty="0">
                <a:solidFill>
                  <a:srgbClr val="000000"/>
                </a:solidFill>
              </a:rPr>
              <a:t>, and finally JavaScript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Standard for JavaScript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New revisions almost yearly, usually around June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1597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ECMAScript (ES) - Versions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ES1 June 1997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ES2 June 1998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ES3 Dec. 1998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ES4 Abandoned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ES5 Dec. 2009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ES6 or ES2015 – 2015 </a:t>
            </a:r>
            <a:r>
              <a:rPr lang="en-US" altLang="en-US" sz="2800" dirty="0">
                <a:solidFill>
                  <a:srgbClr val="000000"/>
                </a:solidFill>
                <a:sym typeface="Wingdings" pitchFamily="2" charset="2"/>
              </a:rPr>
              <a:t> Still most widely used version</a:t>
            </a:r>
            <a:endParaRPr lang="en-US" altLang="en-US" sz="2800" dirty="0">
              <a:solidFill>
                <a:srgbClr val="000000"/>
              </a:solidFill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ES2016 (ES7)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ES2017 (ES8)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ES2018 (ES9)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ES2020 (ES10)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051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Standards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DOM Level 1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DOM Level 2 :2000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DOM Level 3 :2005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DOM Level 4 : 2015 (WHATWG living doc.)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734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Document Object Model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Early browsers gave JavaScript limited access to some parts of the currently loaded document, but this was implemented by competing browsers in different ways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The W3C produced the DOM, which provides a standard way of modelling web pages as a collection of objects and allows access to any part of a document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The core DOM models any XML document. The HTML DOM adds additional objects which are specific to HTML and XHTML documents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028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DOM Nodes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A Web page can be viewed as a network of interconnected nodes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There are three basic types of node that make up a document:</a:t>
            </a:r>
          </a:p>
          <a:p>
            <a:pPr marL="685800" lvl="1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element nodes,</a:t>
            </a:r>
          </a:p>
          <a:p>
            <a:pPr marL="685800" lvl="1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text nodes,</a:t>
            </a:r>
          </a:p>
          <a:p>
            <a:pPr marL="685800" lvl="1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</a:rPr>
              <a:t>attribute nodes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There is also comment nodes and the document node itself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0AB06EA-65E5-4335-A109-188E8A472FA7}"/>
              </a:ext>
            </a:extLst>
          </p:cNvPr>
          <p:cNvSpPr>
            <a:spLocks/>
          </p:cNvSpPr>
          <p:nvPr/>
        </p:nvSpPr>
        <p:spPr bwMode="auto">
          <a:xfrm>
            <a:off x="3419872" y="3933056"/>
            <a:ext cx="73025" cy="719138"/>
          </a:xfrm>
          <a:prstGeom prst="rightBrace">
            <a:avLst>
              <a:gd name="adj1" fmla="val 82065"/>
              <a:gd name="adj2" fmla="val 50000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SzPct val="100000"/>
              <a:buFont typeface="Arial" charset="0"/>
              <a:buNone/>
              <a:defRPr/>
            </a:pPr>
            <a:endParaRPr lang="en-IE" altLang="en-US" sz="2400">
              <a:solidFill>
                <a:schemeClr val="bg1"/>
              </a:solidFill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443D68D-7C7E-429D-AEA5-CF9015B55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636" y="4064025"/>
            <a:ext cx="118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content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3E1DBAED-8409-4417-90A2-E05920A7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636" y="3348739"/>
            <a:ext cx="1370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structure</a:t>
            </a: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A510D26F-883C-45B6-AA7A-CB9F746E396F}"/>
              </a:ext>
            </a:extLst>
          </p:cNvPr>
          <p:cNvSpPr>
            <a:spLocks/>
          </p:cNvSpPr>
          <p:nvPr/>
        </p:nvSpPr>
        <p:spPr bwMode="auto">
          <a:xfrm>
            <a:off x="3419872" y="3332187"/>
            <a:ext cx="71438" cy="431800"/>
          </a:xfrm>
          <a:prstGeom prst="rightBrace">
            <a:avLst>
              <a:gd name="adj1" fmla="val 50370"/>
              <a:gd name="adj2" fmla="val 50000"/>
            </a:avLst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SzPct val="100000"/>
              <a:buFont typeface="Arial" charset="0"/>
              <a:buNone/>
              <a:defRPr/>
            </a:pPr>
            <a:endParaRPr lang="en-IE" alt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6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DOM Nodes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&lt;p title=“a gentle reminder”&gt;Don’t forget to buy stuff.&lt;/p&gt;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443D68D-7C7E-429D-AEA5-CF9015B55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5445224"/>
            <a:ext cx="15708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Text Node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3E1DBAED-8409-4417-90A2-E05920A7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445224"/>
            <a:ext cx="21531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Attribute Node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8E9EC297-E62B-4D55-B25A-0FD909521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855" y="2334071"/>
            <a:ext cx="21371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Element Node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A10D25-BA98-4F29-B1FD-2BD7B832FF0D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1928267" y="2782632"/>
            <a:ext cx="1532731" cy="502352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080B3A8-2620-4399-9969-C1EBB828D217}"/>
              </a:ext>
            </a:extLst>
          </p:cNvPr>
          <p:cNvSpPr/>
          <p:nvPr/>
        </p:nvSpPr>
        <p:spPr>
          <a:xfrm>
            <a:off x="827584" y="3284984"/>
            <a:ext cx="2201366" cy="208823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title=“a gentle reminder”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60CEE6-06AA-4440-8931-AC146E928FEF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3460998" y="2782632"/>
            <a:ext cx="1579054" cy="934400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FDE621-4F0D-4EDC-AD50-79C500BD0F39}"/>
              </a:ext>
            </a:extLst>
          </p:cNvPr>
          <p:cNvSpPr/>
          <p:nvPr/>
        </p:nvSpPr>
        <p:spPr>
          <a:xfrm>
            <a:off x="3028950" y="2206568"/>
            <a:ext cx="86409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B089A-E5DA-4586-87A4-B375B3734712}"/>
              </a:ext>
            </a:extLst>
          </p:cNvPr>
          <p:cNvSpPr/>
          <p:nvPr/>
        </p:nvSpPr>
        <p:spPr>
          <a:xfrm>
            <a:off x="4139952" y="3717032"/>
            <a:ext cx="1800200" cy="13681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Don’t forget to buy stuff</a:t>
            </a:r>
          </a:p>
        </p:txBody>
      </p:sp>
    </p:spTree>
    <p:extLst>
      <p:ext uri="{BB962C8B-B14F-4D97-AF65-F5344CB8AC3E}">
        <p14:creationId xmlns:p14="http://schemas.microsoft.com/office/powerpoint/2010/main" val="5009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DOM Nodes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&lt;&lt;!DOCTYPE html&gt;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&lt;html&gt;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&lt;head&gt;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	&lt;title&gt;Simple page&lt;/title&gt;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&lt;/head&gt;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&lt;body&gt;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	&lt;h1&gt;welcome&lt;/h1&gt;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	&lt;p id=“intro”&gt;This is a very simple document.&lt;/p&gt;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	&lt;/body&gt;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&lt;/html&gt;</a:t>
            </a:r>
          </a:p>
          <a:p>
            <a:pPr marL="0" indent="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2955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DOM Nodes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A10D25-BA98-4F29-B1FD-2BD7B832FF0D}"/>
              </a:ext>
            </a:extLst>
          </p:cNvPr>
          <p:cNvCxnSpPr>
            <a:cxnSpLocks/>
            <a:stCxn id="7" idx="2"/>
            <a:endCxn id="22" idx="1"/>
          </p:cNvCxnSpPr>
          <p:nvPr/>
        </p:nvCxnSpPr>
        <p:spPr>
          <a:xfrm>
            <a:off x="3651337" y="1877322"/>
            <a:ext cx="1221092" cy="574634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080B3A8-2620-4399-9969-C1EBB828D217}"/>
              </a:ext>
            </a:extLst>
          </p:cNvPr>
          <p:cNvSpPr/>
          <p:nvPr/>
        </p:nvSpPr>
        <p:spPr>
          <a:xfrm>
            <a:off x="6963319" y="2980601"/>
            <a:ext cx="2057401" cy="158105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id=“intro”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60CEE6-06AA-4440-8931-AC146E928FEF}"/>
              </a:ext>
            </a:extLst>
          </p:cNvPr>
          <p:cNvCxnSpPr>
            <a:cxnSpLocks/>
            <a:stCxn id="30" idx="0"/>
            <a:endCxn id="18" idx="2"/>
          </p:cNvCxnSpPr>
          <p:nvPr/>
        </p:nvCxnSpPr>
        <p:spPr>
          <a:xfrm flipV="1">
            <a:off x="1693463" y="2773686"/>
            <a:ext cx="1" cy="1984194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FDE621-4F0D-4EDC-AD50-79C500BD0F39}"/>
              </a:ext>
            </a:extLst>
          </p:cNvPr>
          <p:cNvSpPr/>
          <p:nvPr/>
        </p:nvSpPr>
        <p:spPr>
          <a:xfrm>
            <a:off x="3162722" y="1227546"/>
            <a:ext cx="977230" cy="6497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HTML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B089A-E5DA-4586-87A4-B375B3734712}"/>
              </a:ext>
            </a:extLst>
          </p:cNvPr>
          <p:cNvSpPr/>
          <p:nvPr/>
        </p:nvSpPr>
        <p:spPr>
          <a:xfrm>
            <a:off x="5214950" y="4757880"/>
            <a:ext cx="1800200" cy="13681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This is a very simple document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E3B144-AB6C-4153-BD95-B82FDD3637E2}"/>
              </a:ext>
            </a:extLst>
          </p:cNvPr>
          <p:cNvSpPr/>
          <p:nvPr/>
        </p:nvSpPr>
        <p:spPr>
          <a:xfrm>
            <a:off x="1113968" y="2095050"/>
            <a:ext cx="1158991" cy="6786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HEAD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A51EF1-5FF5-44AF-94CB-B017118CCE08}"/>
              </a:ext>
            </a:extLst>
          </p:cNvPr>
          <p:cNvSpPr/>
          <p:nvPr/>
        </p:nvSpPr>
        <p:spPr>
          <a:xfrm>
            <a:off x="4872429" y="2112638"/>
            <a:ext cx="1158991" cy="6786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BODY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2236E8A-17B9-4301-8314-13399AFA00E2}"/>
              </a:ext>
            </a:extLst>
          </p:cNvPr>
          <p:cNvSpPr/>
          <p:nvPr/>
        </p:nvSpPr>
        <p:spPr>
          <a:xfrm>
            <a:off x="1051316" y="3395127"/>
            <a:ext cx="1158991" cy="6786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TITLE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67FBA3-1AF7-4F01-AFCE-808ECEB7D7A0}"/>
              </a:ext>
            </a:extLst>
          </p:cNvPr>
          <p:cNvSpPr/>
          <p:nvPr/>
        </p:nvSpPr>
        <p:spPr>
          <a:xfrm>
            <a:off x="3873637" y="3419436"/>
            <a:ext cx="1158991" cy="6786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H1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DAD5C5-64E6-43B5-8260-0C12B8173812}"/>
              </a:ext>
            </a:extLst>
          </p:cNvPr>
          <p:cNvSpPr/>
          <p:nvPr/>
        </p:nvSpPr>
        <p:spPr>
          <a:xfrm>
            <a:off x="5540357" y="3435259"/>
            <a:ext cx="1158991" cy="6786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19857D-82B0-4062-8D09-8CA67052A824}"/>
              </a:ext>
            </a:extLst>
          </p:cNvPr>
          <p:cNvSpPr/>
          <p:nvPr/>
        </p:nvSpPr>
        <p:spPr>
          <a:xfrm>
            <a:off x="793363" y="4757880"/>
            <a:ext cx="1800200" cy="5577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Simple Page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B838B7-354E-4AD6-A95B-9F2227B5BF65}"/>
              </a:ext>
            </a:extLst>
          </p:cNvPr>
          <p:cNvCxnSpPr>
            <a:cxnSpLocks/>
            <a:stCxn id="7" idx="2"/>
            <a:endCxn id="18" idx="3"/>
          </p:cNvCxnSpPr>
          <p:nvPr/>
        </p:nvCxnSpPr>
        <p:spPr>
          <a:xfrm flipH="1">
            <a:off x="2272959" y="1877322"/>
            <a:ext cx="1378378" cy="557046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5A87CC2-4BB8-439B-909C-2EB23E0DAA23}"/>
              </a:ext>
            </a:extLst>
          </p:cNvPr>
          <p:cNvCxnSpPr>
            <a:cxnSpLocks/>
            <a:stCxn id="24" idx="0"/>
            <a:endCxn id="22" idx="2"/>
          </p:cNvCxnSpPr>
          <p:nvPr/>
        </p:nvCxnSpPr>
        <p:spPr>
          <a:xfrm flipV="1">
            <a:off x="4453133" y="2791274"/>
            <a:ext cx="998792" cy="628162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CA03EAC-5DDF-49BA-94B2-465517F38C54}"/>
              </a:ext>
            </a:extLst>
          </p:cNvPr>
          <p:cNvCxnSpPr>
            <a:cxnSpLocks/>
            <a:stCxn id="25" idx="0"/>
            <a:endCxn id="22" idx="2"/>
          </p:cNvCxnSpPr>
          <p:nvPr/>
        </p:nvCxnSpPr>
        <p:spPr>
          <a:xfrm flipH="1" flipV="1">
            <a:off x="5451925" y="2791274"/>
            <a:ext cx="667928" cy="643985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0D7EC72-EA88-431E-9C87-149E839FFD03}"/>
              </a:ext>
            </a:extLst>
          </p:cNvPr>
          <p:cNvCxnSpPr>
            <a:cxnSpLocks/>
            <a:stCxn id="25" idx="2"/>
            <a:endCxn id="13" idx="0"/>
          </p:cNvCxnSpPr>
          <p:nvPr/>
        </p:nvCxnSpPr>
        <p:spPr>
          <a:xfrm flipH="1">
            <a:off x="6115050" y="4113895"/>
            <a:ext cx="4803" cy="643985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5DBC8AA-0D7C-4EF6-A065-869C1D2ECD9C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453133" y="4098072"/>
            <a:ext cx="0" cy="699080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0E83B7E-C93F-41A1-9676-9B87FD8BF5D8}"/>
              </a:ext>
            </a:extLst>
          </p:cNvPr>
          <p:cNvSpPr/>
          <p:nvPr/>
        </p:nvSpPr>
        <p:spPr>
          <a:xfrm>
            <a:off x="3239852" y="4757880"/>
            <a:ext cx="1800200" cy="5577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dirty="0"/>
              <a:t>Welcome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37EFCC6-29CC-451E-99DC-A20C576FAC08}"/>
              </a:ext>
            </a:extLst>
          </p:cNvPr>
          <p:cNvCxnSpPr>
            <a:cxnSpLocks/>
            <a:stCxn id="25" idx="3"/>
            <a:endCxn id="12" idx="2"/>
          </p:cNvCxnSpPr>
          <p:nvPr/>
        </p:nvCxnSpPr>
        <p:spPr>
          <a:xfrm flipV="1">
            <a:off x="6699348" y="3771128"/>
            <a:ext cx="263971" cy="3449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2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Document Object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00A5BF-43FA-43F7-B10C-70957A7436F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8650" y="980728"/>
            <a:ext cx="7687766" cy="51125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502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Document Object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B64492-7229-4BA6-8F52-FF45E3B9762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15739" y="1124744"/>
            <a:ext cx="8712522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11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Inheritance Hierarchy for DOM Nodes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7E444DA1-696D-47AF-AC56-2517B6435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246578"/>
              </p:ext>
            </p:extLst>
          </p:nvPr>
        </p:nvGraphicFramePr>
        <p:xfrm>
          <a:off x="138892" y="1340768"/>
          <a:ext cx="8866215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5" imgW="0" imgH="0" progId="Visio.Drawing.11">
                  <p:embed/>
                </p:oleObj>
              </mc:Choice>
              <mc:Fallback>
                <p:oleObj name="Visio" r:id="rId5" imgW="0" imgH="0" progId="Visio.Drawing.11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7E444DA1-696D-47AF-AC56-2517B6435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92" y="1340768"/>
                        <a:ext cx="8866215" cy="3528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819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Getters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r>
              <a:rPr lang="en-IE" altLang="en-US" sz="2800" dirty="0">
                <a:solidFill>
                  <a:srgbClr val="000000"/>
                </a:solidFill>
                <a:latin typeface="Times New Roman" charset="0"/>
              </a:rPr>
              <a:t>The DOM provides a number of methods for accessing the individual components of a document. These methods are called getters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3200" b="1" dirty="0" err="1">
                <a:solidFill>
                  <a:srgbClr val="000000"/>
                </a:solidFill>
              </a:rPr>
              <a:t>getElementById</a:t>
            </a:r>
            <a:endParaRPr lang="en-IE" altLang="en-US" sz="32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&lt;div id=“example&gt;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&lt;/div&gt;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 To access the </a:t>
            </a:r>
            <a:r>
              <a:rPr lang="en-IE" altLang="en-US" sz="2800" dirty="0">
                <a:solidFill>
                  <a:srgbClr val="0070C0"/>
                </a:solidFill>
              </a:rPr>
              <a:t>“example” div </a:t>
            </a:r>
            <a:r>
              <a:rPr lang="en-IE" altLang="en-US" sz="2800" dirty="0">
                <a:solidFill>
                  <a:srgbClr val="000000"/>
                </a:solidFill>
              </a:rPr>
              <a:t>with the DOM, you can use the </a:t>
            </a:r>
            <a:r>
              <a:rPr lang="en-IE" altLang="en-US" sz="2800" dirty="0" err="1">
                <a:solidFill>
                  <a:srgbClr val="0070C0"/>
                </a:solidFill>
              </a:rPr>
              <a:t>getElementByID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method of the </a:t>
            </a:r>
            <a:r>
              <a:rPr lang="en-IE" altLang="en-US" sz="2800" dirty="0">
                <a:solidFill>
                  <a:srgbClr val="0070C0"/>
                </a:solidFill>
              </a:rPr>
              <a:t>document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object: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</a:rPr>
              <a:t>	</a:t>
            </a:r>
            <a:r>
              <a:rPr lang="en-IE" altLang="en-US" sz="2800" dirty="0">
                <a:solidFill>
                  <a:srgbClr val="0070C0"/>
                </a:solidFill>
              </a:rPr>
              <a:t>var </a:t>
            </a:r>
            <a:r>
              <a:rPr lang="en-IE" altLang="en-US" sz="2800" dirty="0" err="1">
                <a:solidFill>
                  <a:srgbClr val="0070C0"/>
                </a:solidFill>
              </a:rPr>
              <a:t>mydiv</a:t>
            </a:r>
            <a:r>
              <a:rPr lang="en-IE" altLang="en-US" sz="2800" dirty="0">
                <a:solidFill>
                  <a:srgbClr val="0070C0"/>
                </a:solidFill>
              </a:rPr>
              <a:t>=</a:t>
            </a:r>
            <a:r>
              <a:rPr lang="en-IE" altLang="en-US" sz="2800" dirty="0" err="1">
                <a:solidFill>
                  <a:srgbClr val="0070C0"/>
                </a:solidFill>
              </a:rPr>
              <a:t>document.getElementById</a:t>
            </a:r>
            <a:r>
              <a:rPr lang="en-IE" altLang="en-US" sz="2800" dirty="0">
                <a:solidFill>
                  <a:srgbClr val="0070C0"/>
                </a:solidFill>
              </a:rPr>
              <a:t>(“example”);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788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Getters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getElementsByTagName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var paragraphs =</a:t>
            </a:r>
            <a:r>
              <a:rPr lang="en-IE" altLang="en-US" sz="2400" dirty="0" err="1">
                <a:solidFill>
                  <a:srgbClr val="0070C0"/>
                </a:solidFill>
              </a:rPr>
              <a:t>document.getElementByTagName</a:t>
            </a:r>
            <a:r>
              <a:rPr lang="en-IE" altLang="en-US" sz="2400" dirty="0">
                <a:solidFill>
                  <a:srgbClr val="0070C0"/>
                </a:solidFill>
              </a:rPr>
              <a:t>(“p”);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400" dirty="0">
                <a:solidFill>
                  <a:srgbClr val="000000"/>
                </a:solidFill>
              </a:rPr>
              <a:t>The variable </a:t>
            </a:r>
            <a:r>
              <a:rPr lang="en-IE" altLang="en-US" sz="2400" dirty="0">
                <a:solidFill>
                  <a:srgbClr val="0070C0"/>
                </a:solidFill>
              </a:rPr>
              <a:t>paragraphs</a:t>
            </a:r>
            <a:r>
              <a:rPr lang="en-IE" altLang="en-US" sz="2400" dirty="0">
                <a:solidFill>
                  <a:srgbClr val="000000"/>
                </a:solidFill>
              </a:rPr>
              <a:t> now contains a collection of the </a:t>
            </a:r>
            <a:r>
              <a:rPr lang="en-IE" altLang="en-US" sz="2400" dirty="0">
                <a:solidFill>
                  <a:srgbClr val="0070C0"/>
                </a:solidFill>
              </a:rPr>
              <a:t>p </a:t>
            </a:r>
            <a:r>
              <a:rPr lang="en-IE" altLang="en-US" sz="2400" dirty="0">
                <a:solidFill>
                  <a:srgbClr val="000000"/>
                </a:solidFill>
              </a:rPr>
              <a:t>elements in the document. This collection can be treated as an array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alert(</a:t>
            </a:r>
            <a:r>
              <a:rPr lang="en-IE" altLang="en-US" sz="2400" dirty="0" err="1">
                <a:solidFill>
                  <a:srgbClr val="0070C0"/>
                </a:solidFill>
              </a:rPr>
              <a:t>paragraphs.length</a:t>
            </a:r>
            <a:r>
              <a:rPr lang="en-IE" altLang="en-US" sz="2400" dirty="0">
                <a:solidFill>
                  <a:srgbClr val="0070C0"/>
                </a:solidFill>
              </a:rPr>
              <a:t>); </a:t>
            </a:r>
            <a:r>
              <a:rPr lang="en-IE" altLang="en-US" sz="2400" dirty="0">
                <a:solidFill>
                  <a:srgbClr val="000000"/>
                </a:solidFill>
              </a:rPr>
              <a:t>will show how many paragraphs in the document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for (var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=0;i&lt;</a:t>
            </a:r>
            <a:r>
              <a:rPr lang="en-IE" altLang="en-US" sz="2400" dirty="0" err="1">
                <a:solidFill>
                  <a:srgbClr val="0070C0"/>
                </a:solidFill>
              </a:rPr>
              <a:t>paragraphs.length</a:t>
            </a:r>
            <a:r>
              <a:rPr lang="en-IE" altLang="en-US" sz="2400" dirty="0">
                <a:solidFill>
                  <a:srgbClr val="0070C0"/>
                </a:solidFill>
              </a:rPr>
              <a:t>;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++){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  // do something with paragraph[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]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}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5633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Getters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getElementsByClassName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var </a:t>
            </a:r>
            <a:r>
              <a:rPr lang="en-IE" altLang="en-US" sz="2400" dirty="0" err="1">
                <a:solidFill>
                  <a:srgbClr val="0070C0"/>
                </a:solidFill>
              </a:rPr>
              <a:t>boldElems</a:t>
            </a:r>
            <a:r>
              <a:rPr lang="en-IE" altLang="en-US" sz="2400" dirty="0">
                <a:solidFill>
                  <a:srgbClr val="0070C0"/>
                </a:solidFill>
              </a:rPr>
              <a:t> =</a:t>
            </a:r>
            <a:r>
              <a:rPr lang="en-IE" altLang="en-US" sz="2400" dirty="0" err="1">
                <a:solidFill>
                  <a:srgbClr val="0070C0"/>
                </a:solidFill>
              </a:rPr>
              <a:t>document.getElementByClassName</a:t>
            </a:r>
            <a:r>
              <a:rPr lang="en-IE" altLang="en-US" sz="2400" dirty="0">
                <a:solidFill>
                  <a:srgbClr val="0070C0"/>
                </a:solidFill>
              </a:rPr>
              <a:t>(“</a:t>
            </a:r>
            <a:r>
              <a:rPr lang="en-IE" altLang="en-US" sz="2400" dirty="0" err="1">
                <a:solidFill>
                  <a:srgbClr val="0070C0"/>
                </a:solidFill>
              </a:rPr>
              <a:t>boldText</a:t>
            </a:r>
            <a:r>
              <a:rPr lang="en-IE" altLang="en-US" sz="2400" dirty="0">
                <a:solidFill>
                  <a:srgbClr val="0070C0"/>
                </a:solidFill>
              </a:rPr>
              <a:t>”);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70C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400" dirty="0">
                <a:solidFill>
                  <a:srgbClr val="000000"/>
                </a:solidFill>
              </a:rPr>
              <a:t>The </a:t>
            </a:r>
            <a:r>
              <a:rPr lang="en-IE" altLang="en-US" sz="2400" dirty="0" err="1">
                <a:solidFill>
                  <a:srgbClr val="0070C0"/>
                </a:solidFill>
              </a:rPr>
              <a:t>boldElems</a:t>
            </a:r>
            <a:r>
              <a:rPr lang="en-IE" altLang="en-US" sz="2400" dirty="0">
                <a:solidFill>
                  <a:srgbClr val="000000"/>
                </a:solidFill>
              </a:rPr>
              <a:t> now contains a collection of all the elements in the document with </a:t>
            </a:r>
            <a:r>
              <a:rPr lang="en-IE" altLang="en-US" sz="2400" dirty="0">
                <a:solidFill>
                  <a:srgbClr val="0070C0"/>
                </a:solidFill>
              </a:rPr>
              <a:t>class=“</a:t>
            </a:r>
            <a:r>
              <a:rPr lang="en-IE" altLang="en-US" sz="2400" dirty="0" err="1">
                <a:solidFill>
                  <a:srgbClr val="0070C0"/>
                </a:solidFill>
              </a:rPr>
              <a:t>boldText</a:t>
            </a:r>
            <a:r>
              <a:rPr lang="en-IE" altLang="en-US" sz="2400" dirty="0">
                <a:solidFill>
                  <a:srgbClr val="0070C0"/>
                </a:solidFill>
              </a:rPr>
              <a:t>”. </a:t>
            </a:r>
            <a:r>
              <a:rPr lang="en-IE" altLang="en-US" sz="2400" dirty="0">
                <a:solidFill>
                  <a:srgbClr val="000000"/>
                </a:solidFill>
              </a:rPr>
              <a:t>This collection can be treated as an array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alert(</a:t>
            </a:r>
            <a:r>
              <a:rPr lang="en-IE" altLang="en-US" sz="2400" dirty="0" err="1">
                <a:solidFill>
                  <a:srgbClr val="0070C0"/>
                </a:solidFill>
              </a:rPr>
              <a:t>boldElems.length</a:t>
            </a:r>
            <a:r>
              <a:rPr lang="en-IE" altLang="en-US" sz="2400" dirty="0">
                <a:solidFill>
                  <a:srgbClr val="0070C0"/>
                </a:solidFill>
              </a:rPr>
              <a:t>); </a:t>
            </a:r>
            <a:r>
              <a:rPr lang="en-IE" altLang="en-US" sz="2400" dirty="0">
                <a:solidFill>
                  <a:srgbClr val="000000"/>
                </a:solidFill>
              </a:rPr>
              <a:t>will show how many elements are in the returned array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for (var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=0;i&lt; </a:t>
            </a:r>
            <a:r>
              <a:rPr lang="en-IE" altLang="en-US" sz="2400" dirty="0" err="1">
                <a:solidFill>
                  <a:srgbClr val="0070C0"/>
                </a:solidFill>
              </a:rPr>
              <a:t>boldElems.length</a:t>
            </a:r>
            <a:r>
              <a:rPr lang="en-IE" altLang="en-US" sz="2400" dirty="0">
                <a:solidFill>
                  <a:srgbClr val="0070C0"/>
                </a:solidFill>
              </a:rPr>
              <a:t>;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++){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  // do something with </a:t>
            </a:r>
            <a:r>
              <a:rPr lang="en-IE" altLang="en-US" sz="2400" dirty="0" err="1">
                <a:solidFill>
                  <a:srgbClr val="0070C0"/>
                </a:solidFill>
              </a:rPr>
              <a:t>boldElems</a:t>
            </a:r>
            <a:r>
              <a:rPr lang="en-IE" altLang="en-US" sz="2400" dirty="0">
                <a:solidFill>
                  <a:srgbClr val="0070C0"/>
                </a:solidFill>
              </a:rPr>
              <a:t>[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]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}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260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Getters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getElementsByName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var animals =</a:t>
            </a:r>
            <a:r>
              <a:rPr lang="en-IE" altLang="en-US" sz="2400" dirty="0" err="1">
                <a:solidFill>
                  <a:srgbClr val="0070C0"/>
                </a:solidFill>
              </a:rPr>
              <a:t>document.getElementByName</a:t>
            </a:r>
            <a:r>
              <a:rPr lang="en-IE" altLang="en-US" sz="2400" dirty="0">
                <a:solidFill>
                  <a:srgbClr val="0070C0"/>
                </a:solidFill>
              </a:rPr>
              <a:t>(“animal”);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400" dirty="0">
                <a:solidFill>
                  <a:srgbClr val="000000"/>
                </a:solidFill>
              </a:rPr>
              <a:t>The </a:t>
            </a:r>
            <a:r>
              <a:rPr lang="en-IE" altLang="en-US" sz="2400" dirty="0">
                <a:solidFill>
                  <a:srgbClr val="0070C0"/>
                </a:solidFill>
              </a:rPr>
              <a:t>animals</a:t>
            </a:r>
            <a:r>
              <a:rPr lang="en-IE" altLang="en-US" sz="2400" dirty="0">
                <a:solidFill>
                  <a:srgbClr val="000000"/>
                </a:solidFill>
              </a:rPr>
              <a:t> now contains a collection of all the elements in the document with </a:t>
            </a:r>
            <a:r>
              <a:rPr lang="en-IE" altLang="en-US" sz="2400" dirty="0">
                <a:solidFill>
                  <a:srgbClr val="0070C0"/>
                </a:solidFill>
              </a:rPr>
              <a:t>name=“animal”. </a:t>
            </a:r>
            <a:r>
              <a:rPr lang="en-IE" altLang="en-US" sz="2400" dirty="0">
                <a:solidFill>
                  <a:srgbClr val="000000"/>
                </a:solidFill>
              </a:rPr>
              <a:t>This collection can be treated as an array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alert(</a:t>
            </a:r>
            <a:r>
              <a:rPr lang="en-IE" altLang="en-US" sz="2400" dirty="0" err="1">
                <a:solidFill>
                  <a:srgbClr val="0070C0"/>
                </a:solidFill>
              </a:rPr>
              <a:t>animals.length</a:t>
            </a:r>
            <a:r>
              <a:rPr lang="en-IE" altLang="en-US" sz="2400" dirty="0">
                <a:solidFill>
                  <a:srgbClr val="0070C0"/>
                </a:solidFill>
              </a:rPr>
              <a:t>); </a:t>
            </a:r>
            <a:r>
              <a:rPr lang="en-IE" altLang="en-US" sz="2400" dirty="0">
                <a:solidFill>
                  <a:srgbClr val="000000"/>
                </a:solidFill>
              </a:rPr>
              <a:t>will show how many elements are in the returned array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4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for (var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=0;i&lt; </a:t>
            </a:r>
            <a:r>
              <a:rPr lang="en-IE" altLang="en-US" sz="2400" dirty="0" err="1">
                <a:solidFill>
                  <a:srgbClr val="0070C0"/>
                </a:solidFill>
              </a:rPr>
              <a:t>animals.length</a:t>
            </a:r>
            <a:r>
              <a:rPr lang="en-IE" altLang="en-US" sz="2400" dirty="0">
                <a:solidFill>
                  <a:srgbClr val="0070C0"/>
                </a:solidFill>
              </a:rPr>
              <a:t>; 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++){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  // do something with animals[</a:t>
            </a:r>
            <a:r>
              <a:rPr lang="en-IE" altLang="en-US" sz="2400" dirty="0" err="1">
                <a:solidFill>
                  <a:srgbClr val="0070C0"/>
                </a:solidFill>
              </a:rPr>
              <a:t>i</a:t>
            </a:r>
            <a:r>
              <a:rPr lang="en-IE" altLang="en-US" sz="2400" dirty="0">
                <a:solidFill>
                  <a:srgbClr val="0070C0"/>
                </a:solidFill>
              </a:rPr>
              <a:t>]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}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259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Getters</a:t>
            </a:r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3200" b="1" dirty="0" err="1">
                <a:solidFill>
                  <a:srgbClr val="000000"/>
                </a:solidFill>
              </a:rPr>
              <a:t>getAttribute</a:t>
            </a:r>
            <a:endParaRPr lang="en-IE" altLang="en-US" sz="32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The DOM allows you to retrieve the value for an attribute as well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&lt;p id=“intro” title=“introductory message”&gt;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&lt;/p&gt;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Using the </a:t>
            </a:r>
            <a:r>
              <a:rPr lang="en-IE" altLang="en-US" sz="2800" dirty="0" err="1">
                <a:solidFill>
                  <a:srgbClr val="0070C0"/>
                </a:solidFill>
              </a:rPr>
              <a:t>getAttribute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method, you can retrieve the value of this attribute: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var introduction=</a:t>
            </a:r>
            <a:r>
              <a:rPr lang="en-IE" altLang="en-US" sz="2800" dirty="0" err="1">
                <a:solidFill>
                  <a:srgbClr val="0070C0"/>
                </a:solidFill>
              </a:rPr>
              <a:t>document.getElementById</a:t>
            </a:r>
            <a:r>
              <a:rPr lang="en-IE" altLang="en-US" sz="2800" dirty="0">
                <a:solidFill>
                  <a:srgbClr val="0070C0"/>
                </a:solidFill>
              </a:rPr>
              <a:t>(“intro”);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70C0"/>
                </a:solidFill>
              </a:rPr>
              <a:t>var </a:t>
            </a:r>
            <a:r>
              <a:rPr lang="en-IE" altLang="en-US" sz="2800" dirty="0" err="1">
                <a:solidFill>
                  <a:srgbClr val="0070C0"/>
                </a:solidFill>
              </a:rPr>
              <a:t>title_text</a:t>
            </a:r>
            <a:r>
              <a:rPr lang="en-IE" altLang="en-US" sz="2800" dirty="0">
                <a:solidFill>
                  <a:srgbClr val="0070C0"/>
                </a:solidFill>
              </a:rPr>
              <a:t>=</a:t>
            </a:r>
            <a:r>
              <a:rPr lang="en-IE" altLang="en-US" sz="2800" dirty="0" err="1">
                <a:solidFill>
                  <a:srgbClr val="0070C0"/>
                </a:solidFill>
              </a:rPr>
              <a:t>introduction.getAttribute</a:t>
            </a:r>
            <a:r>
              <a:rPr lang="en-IE" altLang="en-US" sz="2800" dirty="0">
                <a:solidFill>
                  <a:srgbClr val="0070C0"/>
                </a:solidFill>
              </a:rPr>
              <a:t>(“title”);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18</a:t>
            </a:fld>
            <a:endParaRPr lang="en-GB" alt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780057-09C7-114C-AC10-D0D7E2F0ADD6}"/>
              </a:ext>
            </a:extLst>
          </p:cNvPr>
          <p:cNvSpPr/>
          <p:nvPr/>
        </p:nvSpPr>
        <p:spPr>
          <a:xfrm>
            <a:off x="4596606" y="5601618"/>
            <a:ext cx="4032448" cy="72008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000" dirty="0" err="1"/>
              <a:t>title_text</a:t>
            </a:r>
            <a:r>
              <a:rPr lang="en-GB" sz="2000" dirty="0"/>
              <a:t> variable now contains the string ”introductory message”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9BCEA7E9-9426-5249-88D5-4DE97535C5D8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1920184" y="5601618"/>
            <a:ext cx="2676423" cy="360040"/>
          </a:xfrm>
          <a:prstGeom prst="bentConnector3">
            <a:avLst>
              <a:gd name="adj1" fmla="val 99824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921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Node Types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C49E701-ED12-4439-AA29-9402B065BF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9829462"/>
              </p:ext>
            </p:extLst>
          </p:nvPr>
        </p:nvGraphicFramePr>
        <p:xfrm>
          <a:off x="395288" y="1169988"/>
          <a:ext cx="8640762" cy="3339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6C49E701-ED12-4439-AA29-9402B065BF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69988"/>
                        <a:ext cx="8640762" cy="3339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7881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Node Properties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4F11124A-2F5E-4332-872D-0F0ACE59E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967390"/>
              </p:ext>
            </p:extLst>
          </p:nvPr>
        </p:nvGraphicFramePr>
        <p:xfrm>
          <a:off x="323527" y="980728"/>
          <a:ext cx="9317811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4F11124A-2F5E-4332-872D-0F0ACE59E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7" y="980728"/>
                        <a:ext cx="9317811" cy="3816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7542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Determining Node Types &amp; Actions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5A36411-176C-4A6E-BC87-8D691F52D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" y="763229"/>
            <a:ext cx="8971444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70AA1E6A-1D7B-4884-A46C-EB77DBE52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74" y="3093938"/>
            <a:ext cx="8857690" cy="3287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189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Methods of the Node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FAC8092E-8380-4676-BD39-3CD742CDB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583869"/>
              </p:ext>
            </p:extLst>
          </p:nvPr>
        </p:nvGraphicFramePr>
        <p:xfrm>
          <a:off x="395888" y="1124744"/>
          <a:ext cx="9071640" cy="4968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FAC8092E-8380-4676-BD39-3CD742CDB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88" y="1124744"/>
                        <a:ext cx="9071640" cy="4968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6891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Document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3EE5DAC-CE4F-4693-96BC-DB1F11C737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427704"/>
              </p:ext>
            </p:extLst>
          </p:nvPr>
        </p:nvGraphicFramePr>
        <p:xfrm>
          <a:off x="683568" y="978755"/>
          <a:ext cx="9317460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3EE5DAC-CE4F-4693-96BC-DB1F11C737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978755"/>
                        <a:ext cx="9317460" cy="2016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5FA22D14-C01D-4C33-BA1F-22298EA5F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3647122"/>
            <a:ext cx="51149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SzPct val="100000"/>
              <a:buFont typeface="Arial" charset="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The element node for the &lt;html&gt; tag</a:t>
            </a:r>
            <a:endParaRPr lang="en-GB" altLang="en-US" sz="2400" dirty="0">
              <a:solidFill>
                <a:srgbClr val="0070C0"/>
              </a:solidFill>
            </a:endParaRPr>
          </a:p>
        </p:txBody>
      </p:sp>
      <p:sp>
        <p:nvSpPr>
          <p:cNvPr id="24" name="Line 7">
            <a:extLst>
              <a:ext uri="{FF2B5EF4-FFF2-40B4-BE49-F238E27FC236}">
                <a16:creationId xmlns:a16="http://schemas.microsoft.com/office/drawing/2014/main" id="{A1890BA3-262E-4219-9C08-80D4D9FAD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27" y="1196752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IE">
              <a:latin typeface="Arial" charset="0"/>
              <a:ea typeface="MS Gothic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95273EEE-ED97-410A-B6A3-1A2D5272E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27" y="1196752"/>
            <a:ext cx="0" cy="26670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IE">
              <a:latin typeface="Arial" charset="0"/>
              <a:ea typeface="MS Gothic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C046475C-F793-4BD6-82F1-7EAE2C6B7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527" y="3863752"/>
            <a:ext cx="7620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IE">
              <a:latin typeface="Arial" charset="0"/>
              <a:ea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9898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Document Interface -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4F38B496-5C8D-41C3-863C-6274EE894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311544"/>
              </p:ext>
            </p:extLst>
          </p:nvPr>
        </p:nvGraphicFramePr>
        <p:xfrm>
          <a:off x="375879" y="914714"/>
          <a:ext cx="7952708" cy="1507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4F38B496-5C8D-41C3-863C-6274EE894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79" y="914714"/>
                        <a:ext cx="7952708" cy="1507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extLst>
              <a:ext uri="{FF2B5EF4-FFF2-40B4-BE49-F238E27FC236}">
                <a16:creationId xmlns:a16="http://schemas.microsoft.com/office/drawing/2014/main" id="{73D5903C-6E87-4007-AABD-777432B36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726267"/>
              </p:ext>
            </p:extLst>
          </p:nvPr>
        </p:nvGraphicFramePr>
        <p:xfrm>
          <a:off x="375878" y="2521703"/>
          <a:ext cx="8394765" cy="3931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Document" r:id="rId7" imgW="0" imgH="0" progId="Word.Document.8">
                  <p:embed/>
                </p:oleObj>
              </mc:Choice>
              <mc:Fallback>
                <p:oleObj name="Document" r:id="rId7" imgW="0" imgH="0" progId="Word.Document.8">
                  <p:embed/>
                  <p:pic>
                    <p:nvPicPr>
                      <p:cNvPr id="13" name="Object 9">
                        <a:extLst>
                          <a:ext uri="{FF2B5EF4-FFF2-40B4-BE49-F238E27FC236}">
                            <a16:creationId xmlns:a16="http://schemas.microsoft.com/office/drawing/2014/main" id="{73D5903C-6E87-4007-AABD-777432B36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78" y="2521703"/>
                        <a:ext cx="8394765" cy="3931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4232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</a:t>
            </a:r>
            <a:r>
              <a:rPr lang="en-IE"/>
              <a:t>Document Interface - methods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66358AA2-743E-4E0C-90E8-2A35B7FE2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163311"/>
              </p:ext>
            </p:extLst>
          </p:nvPr>
        </p:nvGraphicFramePr>
        <p:xfrm>
          <a:off x="323528" y="980728"/>
          <a:ext cx="8314750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66358AA2-743E-4E0C-90E8-2A35B7FE2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80728"/>
                        <a:ext cx="8314750" cy="2448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8C9D49BC-00B9-4B57-B40F-6AFE41331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66930"/>
              </p:ext>
            </p:extLst>
          </p:nvPr>
        </p:nvGraphicFramePr>
        <p:xfrm>
          <a:off x="323528" y="3442899"/>
          <a:ext cx="9532130" cy="236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Document" r:id="rId7" imgW="0" imgH="0" progId="Word.Document.8">
                  <p:embed/>
                </p:oleObj>
              </mc:Choice>
              <mc:Fallback>
                <p:oleObj name="Document" r:id="rId7" imgW="0" imgH="0" progId="Word.Document.8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8C9D49BC-00B9-4B57-B40F-6AFE41331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442899"/>
                        <a:ext cx="9532130" cy="2362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7420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Element Interface -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9F5E882C-0531-4DF1-9108-AF1339833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02158"/>
              </p:ext>
            </p:extLst>
          </p:nvPr>
        </p:nvGraphicFramePr>
        <p:xfrm>
          <a:off x="359208" y="908720"/>
          <a:ext cx="8181542" cy="5128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9F5E882C-0531-4DF1-9108-AF1339833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08" y="908720"/>
                        <a:ext cx="8181542" cy="5128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868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HTMLElement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247317C-FB5C-4836-BCAA-DA194409D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277786"/>
              </p:ext>
            </p:extLst>
          </p:nvPr>
        </p:nvGraphicFramePr>
        <p:xfrm>
          <a:off x="98275" y="1268760"/>
          <a:ext cx="8953313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Visio" r:id="rId5" imgW="0" imgH="0" progId="Visio.Drawing.11">
                  <p:embed/>
                </p:oleObj>
              </mc:Choice>
              <mc:Fallback>
                <p:oleObj name="Visio" r:id="rId5" imgW="0" imgH="0" progId="Visio.Drawing.11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B247317C-FB5C-4836-BCAA-DA194409D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75" y="1268760"/>
                        <a:ext cx="8953313" cy="36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1539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HTMLElement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5B08CA9-4BD1-4872-8058-4D8C06777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938456"/>
              </p:ext>
            </p:extLst>
          </p:nvPr>
        </p:nvGraphicFramePr>
        <p:xfrm>
          <a:off x="395536" y="1035050"/>
          <a:ext cx="8642906" cy="282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95B08CA9-4BD1-4872-8058-4D8C06777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035050"/>
                        <a:ext cx="8642906" cy="2825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47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HTMLElement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1E2BC9B8-2ECE-45A5-BC2C-7B4A00A4DA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421569"/>
              </p:ext>
            </p:extLst>
          </p:nvPr>
        </p:nvGraphicFramePr>
        <p:xfrm>
          <a:off x="273175" y="980728"/>
          <a:ext cx="9193103" cy="5184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1E2BC9B8-2ECE-45A5-BC2C-7B4A00A4D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175" y="980728"/>
                        <a:ext cx="9193103" cy="5184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9805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HTMLElement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C7B4A256-5A99-4182-B783-046FE3867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179588"/>
              </p:ext>
            </p:extLst>
          </p:nvPr>
        </p:nvGraphicFramePr>
        <p:xfrm>
          <a:off x="258644" y="980728"/>
          <a:ext cx="8716556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C7B4A256-5A99-4182-B783-046FE3867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44" y="980728"/>
                        <a:ext cx="8716556" cy="21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0730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The HTMLElement Interface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07D28DE4-4F87-4509-AE95-51343B128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057217"/>
              </p:ext>
            </p:extLst>
          </p:nvPr>
        </p:nvGraphicFramePr>
        <p:xfrm>
          <a:off x="372582" y="1148989"/>
          <a:ext cx="8614186" cy="3360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07D28DE4-4F87-4509-AE95-51343B128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2" y="1148989"/>
                        <a:ext cx="8614186" cy="3360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579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Default Actions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F670BC93-5453-4FF4-BC0D-0F5C2E974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424080"/>
              </p:ext>
            </p:extLst>
          </p:nvPr>
        </p:nvGraphicFramePr>
        <p:xfrm>
          <a:off x="395536" y="1052736"/>
          <a:ext cx="8652751" cy="316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Document" r:id="rId5" imgW="0" imgH="0" progId="Word.Document.8">
                  <p:embed/>
                </p:oleObj>
              </mc:Choice>
              <mc:Fallback>
                <p:oleObj name="Document" r:id="rId5" imgW="0" imgH="0" progId="Word.Document.8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F670BC93-5453-4FF4-BC0D-0F5C2E9744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052736"/>
                        <a:ext cx="8652751" cy="3168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566D96EF-6182-4A2D-A711-64E33B52B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4437112"/>
            <a:ext cx="596423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SzPct val="100000"/>
              <a:buFont typeface="Arial" charset="0"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“return false” will cancel the default action  </a:t>
            </a:r>
            <a:endParaRPr lang="en-GB" altLang="en-US" sz="2400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65D1D8-27BC-4CAE-8118-CB90B60A073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5510"/>
          <a:stretch/>
        </p:blipFill>
        <p:spPr>
          <a:xfrm>
            <a:off x="395536" y="5066334"/>
            <a:ext cx="7351618" cy="116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70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</a:t>
            </a:r>
            <a:r>
              <a:rPr lang="en-IE" dirty="0" err="1"/>
              <a:t>parentNode</a:t>
            </a:r>
            <a:endParaRPr lang="en-IE" dirty="0"/>
          </a:p>
        </p:txBody>
      </p:sp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1AE05403-95A6-4618-9B22-48782B535B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  <a:buClr>
                <a:srgbClr val="000000"/>
              </a:buClr>
              <a:buSzPct val="100000"/>
              <a:defRPr/>
            </a:pPr>
            <a:r>
              <a:rPr lang="en-US" altLang="en-US" sz="2800" dirty="0" err="1">
                <a:solidFill>
                  <a:srgbClr val="000000"/>
                </a:solidFill>
              </a:rPr>
              <a:t>parentNode-childNode</a:t>
            </a:r>
            <a:r>
              <a:rPr lang="en-US" altLang="en-US" sz="2800" dirty="0">
                <a:solidFill>
                  <a:srgbClr val="000000"/>
                </a:solidFill>
              </a:rPr>
              <a:t> relationships can be accessed through DOM properties.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000000"/>
              </a:buClr>
              <a:buSzPct val="100000"/>
              <a:buNone/>
              <a:defRPr/>
            </a:pP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  <a:latin typeface="Times New Roman" charset="0"/>
              </a:rPr>
              <a:t>parentNode</a:t>
            </a:r>
            <a:endParaRPr lang="en-IE" altLang="en-US" sz="2800" b="1" dirty="0">
              <a:solidFill>
                <a:srgbClr val="000000"/>
              </a:solidFill>
              <a:latin typeface="Times New Roman" charset="0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  <a:latin typeface="Times New Roman" charset="0"/>
              </a:rPr>
              <a:t>var introduction=</a:t>
            </a:r>
            <a:r>
              <a:rPr lang="en-IE" altLang="en-US" sz="2800" dirty="0" err="1">
                <a:solidFill>
                  <a:srgbClr val="0066FF"/>
                </a:solidFill>
                <a:latin typeface="Times New Roman" charset="0"/>
              </a:rPr>
              <a:t>document.getElementById</a:t>
            </a:r>
            <a:r>
              <a:rPr lang="en-IE" altLang="en-US" sz="2800" dirty="0">
                <a:solidFill>
                  <a:srgbClr val="0066FF"/>
                </a:solidFill>
                <a:latin typeface="Times New Roman" charset="0"/>
              </a:rPr>
              <a:t>(“intro”);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  <a:latin typeface="Times New Roman" charset="0"/>
              </a:rPr>
              <a:t>var container=</a:t>
            </a:r>
            <a:r>
              <a:rPr lang="en-IE" altLang="en-US" sz="2800" dirty="0" err="1">
                <a:solidFill>
                  <a:srgbClr val="0066FF"/>
                </a:solidFill>
                <a:latin typeface="Times New Roman" charset="0"/>
              </a:rPr>
              <a:t>introduction.parentNode</a:t>
            </a:r>
            <a:r>
              <a:rPr lang="en-IE" altLang="en-US" sz="2800" dirty="0">
                <a:solidFill>
                  <a:srgbClr val="0066FF"/>
                </a:solidFill>
                <a:latin typeface="Times New Roman" charset="0"/>
              </a:rPr>
              <a:t>;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Char char="•"/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216FCB-E490-436E-8851-01C1DB29772E}"/>
              </a:ext>
            </a:extLst>
          </p:cNvPr>
          <p:cNvSpPr/>
          <p:nvPr/>
        </p:nvSpPr>
        <p:spPr>
          <a:xfrm>
            <a:off x="4482902" y="4077072"/>
            <a:ext cx="4032448" cy="72008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Now contains a reference to the body element</a:t>
            </a:r>
          </a:p>
        </p:txBody>
      </p:sp>
      <p:cxnSp>
        <p:nvCxnSpPr>
          <p:cNvPr id="9" name="Elbow Connector 9">
            <a:extLst>
              <a:ext uri="{FF2B5EF4-FFF2-40B4-BE49-F238E27FC236}">
                <a16:creationId xmlns:a16="http://schemas.microsoft.com/office/drawing/2014/main" id="{F00C7CFE-026D-4746-9DCE-6E0FFE75FE01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>
            <a:off x="1806480" y="4077072"/>
            <a:ext cx="2676423" cy="360040"/>
          </a:xfrm>
          <a:prstGeom prst="bentConnector3">
            <a:avLst>
              <a:gd name="adj1" fmla="val 99824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39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</a:t>
            </a:r>
            <a:r>
              <a:rPr lang="en-IE" dirty="0" err="1"/>
              <a:t>childNodes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C3A72C5-71D1-4AAE-93F0-F78360EF1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8520" y="776287"/>
            <a:ext cx="8928992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firstChild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The </a:t>
            </a:r>
            <a:r>
              <a:rPr lang="en-IE" altLang="en-US" sz="2800" dirty="0" err="1">
                <a:solidFill>
                  <a:srgbClr val="0066FF"/>
                </a:solidFill>
              </a:rPr>
              <a:t>firstChild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property of an element node will return a reference to the first node in the element’s </a:t>
            </a:r>
            <a:r>
              <a:rPr lang="en-IE" altLang="en-US" sz="2800" dirty="0" err="1">
                <a:solidFill>
                  <a:srgbClr val="0066FF"/>
                </a:solidFill>
              </a:rPr>
              <a:t>childNodes</a:t>
            </a:r>
            <a:r>
              <a:rPr lang="en-IE" altLang="en-US" sz="2800" dirty="0">
                <a:solidFill>
                  <a:srgbClr val="000000"/>
                </a:solidFill>
              </a:rPr>
              <a:t> collection. i.e. </a:t>
            </a:r>
            <a:r>
              <a:rPr lang="en-IE" altLang="en-US" sz="2800" dirty="0" err="1">
                <a:solidFill>
                  <a:srgbClr val="0066FF"/>
                </a:solidFill>
              </a:rPr>
              <a:t>childNodes</a:t>
            </a:r>
            <a:r>
              <a:rPr lang="en-IE" altLang="en-US" sz="2800" dirty="0">
                <a:solidFill>
                  <a:srgbClr val="0066FF"/>
                </a:solidFill>
              </a:rPr>
              <a:t>[0]</a:t>
            </a:r>
            <a:endParaRPr lang="en-IE" altLang="en-US" sz="2800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lastChild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Returns a reference to the last node in an element’s </a:t>
            </a:r>
            <a:r>
              <a:rPr lang="en-IE" altLang="en-US" sz="2800" dirty="0" err="1">
                <a:solidFill>
                  <a:srgbClr val="0066FF"/>
                </a:solidFill>
              </a:rPr>
              <a:t>childNodes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property.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previousSibling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Returns a reference to the node that comes before it in the parent’s </a:t>
            </a:r>
            <a:r>
              <a:rPr lang="en-IE" altLang="en-US" sz="2800" dirty="0" err="1">
                <a:solidFill>
                  <a:srgbClr val="0066FF"/>
                </a:solidFill>
              </a:rPr>
              <a:t>childNodes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property.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nextSibling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</a:rPr>
              <a:t>Returns a reference to the node that comes after it in the parent’s </a:t>
            </a:r>
            <a:r>
              <a:rPr lang="en-IE" altLang="en-US" sz="2800" dirty="0" err="1">
                <a:solidFill>
                  <a:srgbClr val="0066FF"/>
                </a:solidFill>
              </a:rPr>
              <a:t>childNodes</a:t>
            </a:r>
            <a:r>
              <a:rPr lang="en-IE" altLang="en-US" sz="2800" dirty="0">
                <a:solidFill>
                  <a:srgbClr val="0066FF"/>
                </a:solidFill>
              </a:rPr>
              <a:t> </a:t>
            </a:r>
            <a:r>
              <a:rPr lang="en-IE" altLang="en-US" sz="2800" dirty="0">
                <a:solidFill>
                  <a:srgbClr val="000000"/>
                </a:solidFill>
              </a:rPr>
              <a:t>property.</a:t>
            </a:r>
          </a:p>
        </p:txBody>
      </p:sp>
    </p:spTree>
    <p:extLst>
      <p:ext uri="{BB962C8B-B14F-4D97-AF65-F5344CB8AC3E}">
        <p14:creationId xmlns:p14="http://schemas.microsoft.com/office/powerpoint/2010/main" val="188469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</a:t>
            </a:r>
            <a:r>
              <a:rPr lang="en-IE" dirty="0" err="1"/>
              <a:t>nodeValue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9BA2E-3212-4C37-ACD9-AC0139896D6B}"/>
              </a:ext>
            </a:extLst>
          </p:cNvPr>
          <p:cNvSpPr/>
          <p:nvPr/>
        </p:nvSpPr>
        <p:spPr>
          <a:xfrm>
            <a:off x="-120810" y="1052736"/>
            <a:ext cx="9144000" cy="3367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The DOM methods and properties allow you to navigate around a document from any starting point, but to retrieve content you need to use the </a:t>
            </a:r>
            <a:r>
              <a:rPr lang="en-IE" altLang="en-US" sz="2800" dirty="0" err="1">
                <a:solidFill>
                  <a:srgbClr val="0066FF"/>
                </a:solidFill>
                <a:latin typeface="+mn-lt"/>
              </a:rPr>
              <a:t>nodeValue</a:t>
            </a: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 property.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2800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var introduction=</a:t>
            </a:r>
            <a:r>
              <a:rPr lang="en-IE" altLang="en-US" sz="2800" dirty="0" err="1">
                <a:solidFill>
                  <a:srgbClr val="0066FF"/>
                </a:solidFill>
                <a:latin typeface="+mn-lt"/>
              </a:rPr>
              <a:t>document.getElementById</a:t>
            </a: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(“intro”);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alert(</a:t>
            </a:r>
            <a:r>
              <a:rPr lang="en-IE" altLang="en-US" sz="2800" dirty="0" err="1">
                <a:solidFill>
                  <a:srgbClr val="0066FF"/>
                </a:solidFill>
                <a:latin typeface="+mn-lt"/>
              </a:rPr>
              <a:t>introduction.nodeValue</a:t>
            </a: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);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86A41F-95AA-4C9E-B6B2-ABAB95FF9BBD}"/>
              </a:ext>
            </a:extLst>
          </p:cNvPr>
          <p:cNvSpPr/>
          <p:nvPr/>
        </p:nvSpPr>
        <p:spPr>
          <a:xfrm>
            <a:off x="4860032" y="4509120"/>
            <a:ext cx="4032448" cy="576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Will give a result of null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8A151B08-EF59-4AEE-91FF-A8C9403C1C8D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3707904" y="4419812"/>
            <a:ext cx="1152128" cy="377340"/>
          </a:xfrm>
          <a:prstGeom prst="bentConnector3">
            <a:avLst>
              <a:gd name="adj1" fmla="val 99690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993F7-2C32-49C9-9425-1FDC163EF8C6}"/>
              </a:ext>
            </a:extLst>
          </p:cNvPr>
          <p:cNvSpPr/>
          <p:nvPr/>
        </p:nvSpPr>
        <p:spPr>
          <a:xfrm>
            <a:off x="3707903" y="5541176"/>
            <a:ext cx="4679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>
                <a:solidFill>
                  <a:srgbClr val="C00000"/>
                </a:solidFill>
              </a:rPr>
              <a:t>nodeValue</a:t>
            </a:r>
            <a:r>
              <a:rPr lang="en-GB" dirty="0">
                <a:solidFill>
                  <a:srgbClr val="C00000"/>
                </a:solidFill>
              </a:rPr>
              <a:t> of any element is </a:t>
            </a:r>
            <a:r>
              <a:rPr lang="en-GB" b="1" dirty="0">
                <a:solidFill>
                  <a:srgbClr val="C00000"/>
                </a:solidFill>
              </a:rPr>
              <a:t>null</a:t>
            </a:r>
            <a:endParaRPr lang="en-IE" b="1" dirty="0">
              <a:solidFill>
                <a:srgbClr val="C00000"/>
              </a:solidFill>
            </a:endParaRPr>
          </a:p>
        </p:txBody>
      </p:sp>
      <p:pic>
        <p:nvPicPr>
          <p:cNvPr id="21" name="Graphic 20" descr="Warning">
            <a:extLst>
              <a:ext uri="{FF2B5EF4-FFF2-40B4-BE49-F238E27FC236}">
                <a16:creationId xmlns:a16="http://schemas.microsoft.com/office/drawing/2014/main" id="{05562B09-CFD9-470E-8F17-945482CF3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7602" y="51571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77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- </a:t>
            </a:r>
            <a:r>
              <a:rPr lang="en-IE" dirty="0" err="1"/>
              <a:t>nodeValue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A96C9-6784-4136-9870-68C4C2EF2203}"/>
              </a:ext>
            </a:extLst>
          </p:cNvPr>
          <p:cNvSpPr/>
          <p:nvPr/>
        </p:nvSpPr>
        <p:spPr>
          <a:xfrm>
            <a:off x="11968" y="980728"/>
            <a:ext cx="9216578" cy="521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Char char="–"/>
              <a:defRPr/>
            </a:pPr>
            <a:r>
              <a:rPr lang="en-IE" sz="3200" dirty="0">
                <a:solidFill>
                  <a:srgbClr val="000000"/>
                </a:solidFill>
                <a:latin typeface="+mn-lt"/>
              </a:rPr>
              <a:t>What we want to get is the value of the </a:t>
            </a:r>
            <a:r>
              <a:rPr lang="en-IE" sz="3200" b="1" dirty="0">
                <a:solidFill>
                  <a:srgbClr val="000000"/>
                </a:solidFill>
                <a:latin typeface="+mn-lt"/>
              </a:rPr>
              <a:t>text node </a:t>
            </a:r>
            <a:r>
              <a:rPr lang="en-IE" sz="3200" dirty="0">
                <a:solidFill>
                  <a:srgbClr val="000000"/>
                </a:solidFill>
                <a:latin typeface="+mn-lt"/>
              </a:rPr>
              <a:t>contained within the element.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Char char="–"/>
              <a:defRPr/>
            </a:pPr>
            <a:endParaRPr lang="en-IE" sz="2800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var introduction=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document.getElementById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(“intro”);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var text=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introduction.firstChild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alert(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introduction.nodeValue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IE" sz="2800" dirty="0">
              <a:solidFill>
                <a:srgbClr val="0066FF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var headers =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document.getElementByTagName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(“h1”);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var text=headers[0].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firstChild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IE" sz="2800" dirty="0">
                <a:solidFill>
                  <a:srgbClr val="0066FF"/>
                </a:solidFill>
                <a:latin typeface="+mn-lt"/>
              </a:rPr>
              <a:t>alert(</a:t>
            </a:r>
            <a:r>
              <a:rPr lang="en-IE" sz="2800" dirty="0" err="1">
                <a:solidFill>
                  <a:srgbClr val="0066FF"/>
                </a:solidFill>
                <a:latin typeface="+mn-lt"/>
              </a:rPr>
              <a:t>text.nodeValue</a:t>
            </a:r>
            <a:r>
              <a:rPr lang="en-IE" sz="2800" dirty="0">
                <a:solidFill>
                  <a:srgbClr val="0066FF"/>
                </a:solidFill>
                <a:latin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66515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– Creating </a:t>
            </a:r>
            <a:r>
              <a:rPr lang="en-IE" dirty="0" err="1"/>
              <a:t>Markup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A96C9-6784-4136-9870-68C4C2EF2203}"/>
              </a:ext>
            </a:extLst>
          </p:cNvPr>
          <p:cNvSpPr/>
          <p:nvPr/>
        </p:nvSpPr>
        <p:spPr>
          <a:xfrm>
            <a:off x="11968" y="980728"/>
            <a:ext cx="9216578" cy="309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Char char="–"/>
              <a:defRPr/>
            </a:pPr>
            <a:r>
              <a:rPr lang="en-US" sz="3200" dirty="0">
                <a:solidFill>
                  <a:srgbClr val="000000"/>
                </a:solidFill>
                <a:latin typeface="+mn-lt"/>
              </a:rPr>
              <a:t>DOMs methods :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createElement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createTextNode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appendChild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removeChild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and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insertBefore</a:t>
            </a:r>
            <a:endParaRPr lang="en-US" sz="3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Char char="–"/>
              <a:defRPr/>
            </a:pPr>
            <a:endParaRPr lang="en-IE" sz="2800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IE" sz="2800" dirty="0">
              <a:solidFill>
                <a:srgbClr val="0066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9605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– Setters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38</a:t>
            </a:fld>
            <a:endParaRPr lang="en-GB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A96C9-6784-4136-9870-68C4C2EF2203}"/>
              </a:ext>
            </a:extLst>
          </p:cNvPr>
          <p:cNvSpPr/>
          <p:nvPr/>
        </p:nvSpPr>
        <p:spPr>
          <a:xfrm>
            <a:off x="11968" y="980728"/>
            <a:ext cx="9216578" cy="500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The real power of the DOM is its ability to manipulate the node tree. DOM methods let you add and remove nodes from a document. There are methods for 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•"/>
              <a:defRPr/>
            </a:pP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creating element nodes,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•"/>
              <a:defRPr/>
            </a:pP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creating text nodes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•"/>
              <a:defRPr/>
            </a:pPr>
            <a:r>
              <a:rPr lang="en-IE" altLang="en-US" sz="2800" dirty="0">
                <a:solidFill>
                  <a:srgbClr val="000000"/>
                </a:solidFill>
                <a:latin typeface="+mn-lt"/>
              </a:rPr>
              <a:t>attribute nodes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  <a:latin typeface="+mn-lt"/>
              </a:rPr>
              <a:t>createElement</a:t>
            </a:r>
            <a:endParaRPr lang="en-IE" altLang="en-US" sz="2800" b="1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var para=</a:t>
            </a:r>
            <a:r>
              <a:rPr lang="en-IE" altLang="en-US" sz="2800" dirty="0" err="1">
                <a:solidFill>
                  <a:srgbClr val="0066FF"/>
                </a:solidFill>
                <a:latin typeface="+mn-lt"/>
              </a:rPr>
              <a:t>document.createElement</a:t>
            </a:r>
            <a:r>
              <a:rPr lang="en-IE" altLang="en-US" sz="2800" dirty="0">
                <a:solidFill>
                  <a:srgbClr val="0066FF"/>
                </a:solidFill>
                <a:latin typeface="+mn-lt"/>
              </a:rPr>
              <a:t>(“p”);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Char char="–"/>
              <a:defRPr/>
            </a:pPr>
            <a:endParaRPr lang="en-IE" sz="2800" dirty="0">
              <a:solidFill>
                <a:srgbClr val="000000"/>
              </a:solidFill>
              <a:latin typeface="+mn-lt"/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IE" sz="2800" dirty="0">
              <a:solidFill>
                <a:srgbClr val="0066FF"/>
              </a:solidFill>
              <a:latin typeface="+mn-lt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39052DC-7728-4DC8-83AD-B7465C230B0F}"/>
              </a:ext>
            </a:extLst>
          </p:cNvPr>
          <p:cNvSpPr/>
          <p:nvPr/>
        </p:nvSpPr>
        <p:spPr>
          <a:xfrm>
            <a:off x="2425502" y="5085184"/>
            <a:ext cx="4810794" cy="576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Doesn’t appear in the document yet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167D4E1-381C-41D6-8CEC-151DBE63E301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1273374" y="4995876"/>
            <a:ext cx="1152128" cy="377340"/>
          </a:xfrm>
          <a:prstGeom prst="bentConnector3">
            <a:avLst>
              <a:gd name="adj1" fmla="val 99690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54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1EC3B972-3CF0-44EC-AD57-E3A04F6CD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268" y="857474"/>
            <a:ext cx="9396536" cy="547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createTextNode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>
                <a:solidFill>
                  <a:srgbClr val="0066FF"/>
                </a:solidFill>
              </a:rPr>
              <a:t>var text=</a:t>
            </a:r>
            <a:r>
              <a:rPr lang="en-IE" altLang="en-US" sz="2800" dirty="0" err="1">
                <a:solidFill>
                  <a:srgbClr val="0066FF"/>
                </a:solidFill>
              </a:rPr>
              <a:t>document.createTextNode</a:t>
            </a:r>
            <a:r>
              <a:rPr lang="en-IE" altLang="en-US" sz="2800" dirty="0">
                <a:solidFill>
                  <a:srgbClr val="0066FF"/>
                </a:solidFill>
              </a:rPr>
              <a:t>(“This text was added”);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8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8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8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b="1" dirty="0" err="1">
                <a:solidFill>
                  <a:srgbClr val="000000"/>
                </a:solidFill>
              </a:rPr>
              <a:t>setAttribute</a:t>
            </a:r>
            <a:endParaRPr lang="en-IE" altLang="en-US" sz="2800" b="1" dirty="0">
              <a:solidFill>
                <a:srgbClr val="000000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800" dirty="0" err="1">
                <a:solidFill>
                  <a:srgbClr val="0066FF"/>
                </a:solidFill>
              </a:rPr>
              <a:t>para.setAttribute</a:t>
            </a:r>
            <a:r>
              <a:rPr lang="en-IE" altLang="en-US" sz="2800" dirty="0">
                <a:solidFill>
                  <a:srgbClr val="0066FF"/>
                </a:solidFill>
              </a:rPr>
              <a:t>(“</a:t>
            </a:r>
            <a:r>
              <a:rPr lang="en-IE" altLang="en-US" sz="2800" dirty="0" err="1">
                <a:solidFill>
                  <a:srgbClr val="0066FF"/>
                </a:solidFill>
              </a:rPr>
              <a:t>title”,”generated</a:t>
            </a:r>
            <a:r>
              <a:rPr lang="en-IE" altLang="en-US" sz="2800" dirty="0">
                <a:solidFill>
                  <a:srgbClr val="0066FF"/>
                </a:solidFill>
              </a:rPr>
              <a:t> content”);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1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– Setters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39</a:t>
            </a:fld>
            <a:endParaRPr lang="en-GB" altLang="en-US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39052DC-7728-4DC8-83AD-B7465C230B0F}"/>
              </a:ext>
            </a:extLst>
          </p:cNvPr>
          <p:cNvSpPr/>
          <p:nvPr/>
        </p:nvSpPr>
        <p:spPr>
          <a:xfrm>
            <a:off x="2627784" y="1988840"/>
            <a:ext cx="4810794" cy="8640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Won’t automatically appear in the document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167D4E1-381C-41D6-8CEC-151DBE63E301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1475656" y="1899532"/>
            <a:ext cx="1152128" cy="521356"/>
          </a:xfrm>
          <a:prstGeom prst="bentConnector3">
            <a:avLst>
              <a:gd name="adj1" fmla="val 99690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 Box 7">
            <a:extLst>
              <a:ext uri="{FF2B5EF4-FFF2-40B4-BE49-F238E27FC236}">
                <a16:creationId xmlns:a16="http://schemas.microsoft.com/office/drawing/2014/main" id="{6FFC9935-9099-40D4-9143-4BDADDA8D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5013176"/>
            <a:ext cx="3541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3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800">
                <a:solidFill>
                  <a:srgbClr val="003366"/>
                </a:solidFill>
                <a:latin typeface="Arial" charset="0"/>
                <a:ea typeface="MS Gothic" charset="-128"/>
              </a:defRPr>
            </a:lvl1pPr>
            <a:lvl2pPr marL="742950" indent="-285750">
              <a:lnSpc>
                <a:spcPct val="93000"/>
              </a:lnSpc>
              <a:spcBef>
                <a:spcPts val="600"/>
              </a:spcBef>
              <a:buClr>
                <a:srgbClr val="003366"/>
              </a:buClr>
              <a:buSzPct val="75000"/>
              <a:buFont typeface="Arial" charset="0"/>
              <a:buChar char="–"/>
              <a:defRPr sz="2400">
                <a:solidFill>
                  <a:srgbClr val="003366"/>
                </a:solidFill>
                <a:latin typeface="Arial" charset="0"/>
                <a:ea typeface="MS Gothic" charset="-128"/>
              </a:defRPr>
            </a:lvl2pPr>
            <a:lvl3pPr marL="1143000" indent="-228600">
              <a:lnSpc>
                <a:spcPct val="93000"/>
              </a:lnSpc>
              <a:spcBef>
                <a:spcPts val="500"/>
              </a:spcBef>
              <a:buClr>
                <a:srgbClr val="003366"/>
              </a:buClr>
              <a:buSzPct val="75000"/>
              <a:buFont typeface="Wingdings" charset="2"/>
              <a:buChar char=""/>
              <a:defRPr sz="2000">
                <a:solidFill>
                  <a:srgbClr val="003366"/>
                </a:solidFill>
                <a:latin typeface="Arial" charset="0"/>
                <a:ea typeface="MS Gothic" charset="-128"/>
              </a:defRPr>
            </a:lvl3pPr>
            <a:lvl4pPr marL="16002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80000"/>
              <a:buFont typeface="Arial" charset="0"/>
              <a:buChar char="–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4pPr>
            <a:lvl5pPr marL="2057400" indent="-228600">
              <a:lnSpc>
                <a:spcPct val="93000"/>
              </a:lnSpc>
              <a:spcBef>
                <a:spcPts val="450"/>
              </a:spcBef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3366"/>
              </a:buClr>
              <a:buSzPct val="65000"/>
              <a:buFont typeface="Wingdings" charset="2"/>
              <a:buChar char=""/>
              <a:defRPr>
                <a:solidFill>
                  <a:srgbClr val="003366"/>
                </a:solidFill>
                <a:latin typeface="Arial" charset="0"/>
                <a:ea typeface="MS Gothic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IE" altLang="en-US" sz="2400" dirty="0">
                <a:solidFill>
                  <a:srgbClr val="0070C0"/>
                </a:solidFill>
              </a:rPr>
              <a:t>attribute name and value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BC87D3B-F0F7-4647-BB8D-791D205F57A2}"/>
              </a:ext>
            </a:extLst>
          </p:cNvPr>
          <p:cNvSpPr/>
          <p:nvPr/>
        </p:nvSpPr>
        <p:spPr>
          <a:xfrm rot="16200000">
            <a:off x="4631432" y="3631617"/>
            <a:ext cx="457200" cy="2160240"/>
          </a:xfrm>
          <a:prstGeom prst="leftBrace">
            <a:avLst>
              <a:gd name="adj1" fmla="val 8333"/>
              <a:gd name="adj2" fmla="val 68036"/>
            </a:avLst>
          </a:prstGeom>
          <a:ln w="38100">
            <a:headEnd type="none" w="lg" len="lg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453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863217C2-C32C-415D-B520-0C4C2EE39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9324528" cy="562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b="1" dirty="0" err="1">
                <a:solidFill>
                  <a:srgbClr val="000000"/>
                </a:solidFill>
              </a:rPr>
              <a:t>appendChild</a:t>
            </a:r>
            <a:endParaRPr lang="en-IE" altLang="en-US" sz="2400" b="1" dirty="0">
              <a:solidFill>
                <a:srgbClr val="000000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>
                <a:solidFill>
                  <a:srgbClr val="0066FF"/>
                </a:solidFill>
              </a:rPr>
              <a:t>var para=</a:t>
            </a:r>
            <a:r>
              <a:rPr lang="en-IE" altLang="en-US" sz="2400" dirty="0" err="1">
                <a:solidFill>
                  <a:srgbClr val="0066FF"/>
                </a:solidFill>
              </a:rPr>
              <a:t>document.createElement</a:t>
            </a:r>
            <a:r>
              <a:rPr lang="en-IE" altLang="en-US" sz="2400" dirty="0">
                <a:solidFill>
                  <a:srgbClr val="0066FF"/>
                </a:solidFill>
              </a:rPr>
              <a:t>(“p”);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>
                <a:solidFill>
                  <a:srgbClr val="0066FF"/>
                </a:solidFill>
              </a:rPr>
              <a:t>var text=</a:t>
            </a:r>
            <a:r>
              <a:rPr lang="en-IE" altLang="en-US" sz="2400" dirty="0" err="1">
                <a:solidFill>
                  <a:srgbClr val="0066FF"/>
                </a:solidFill>
              </a:rPr>
              <a:t>document.createTextNode</a:t>
            </a:r>
            <a:r>
              <a:rPr lang="en-IE" altLang="en-US" sz="2400" dirty="0">
                <a:solidFill>
                  <a:srgbClr val="0066FF"/>
                </a:solidFill>
              </a:rPr>
              <a:t>(“This text was added”);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 err="1">
                <a:solidFill>
                  <a:srgbClr val="0066FF"/>
                </a:solidFill>
              </a:rPr>
              <a:t>para.appendChild</a:t>
            </a:r>
            <a:r>
              <a:rPr lang="en-IE" altLang="en-US" sz="2400" dirty="0">
                <a:solidFill>
                  <a:srgbClr val="0066FF"/>
                </a:solidFill>
              </a:rPr>
              <a:t>(text);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b="1" dirty="0" err="1">
                <a:solidFill>
                  <a:srgbClr val="000000"/>
                </a:solidFill>
              </a:rPr>
              <a:t>removeChild</a:t>
            </a:r>
            <a:endParaRPr lang="en-IE" altLang="en-US" sz="2400" b="1" dirty="0">
              <a:solidFill>
                <a:srgbClr val="000000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>
                <a:solidFill>
                  <a:srgbClr val="0066FF"/>
                </a:solidFill>
              </a:rPr>
              <a:t>var introduction=</a:t>
            </a:r>
            <a:r>
              <a:rPr lang="en-IE" altLang="en-US" sz="2400" dirty="0" err="1">
                <a:solidFill>
                  <a:srgbClr val="0066FF"/>
                </a:solidFill>
              </a:rPr>
              <a:t>document.getElementById</a:t>
            </a:r>
            <a:r>
              <a:rPr lang="en-IE" altLang="en-US" sz="2400" dirty="0">
                <a:solidFill>
                  <a:srgbClr val="0066FF"/>
                </a:solidFill>
              </a:rPr>
              <a:t>(“intro”);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>
                <a:solidFill>
                  <a:srgbClr val="0066FF"/>
                </a:solidFill>
              </a:rPr>
              <a:t>var text=</a:t>
            </a:r>
            <a:r>
              <a:rPr lang="en-IE" altLang="en-US" sz="2400" dirty="0" err="1">
                <a:solidFill>
                  <a:srgbClr val="0066FF"/>
                </a:solidFill>
              </a:rPr>
              <a:t>introduction.firstChild</a:t>
            </a:r>
            <a:r>
              <a:rPr lang="en-IE" altLang="en-US" sz="2400" dirty="0">
                <a:solidFill>
                  <a:srgbClr val="0066FF"/>
                </a:solidFill>
              </a:rPr>
              <a:t>;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IE" altLang="en-US" sz="2400" dirty="0" err="1">
                <a:solidFill>
                  <a:srgbClr val="0066FF"/>
                </a:solidFill>
              </a:rPr>
              <a:t>introduction.removeChild</a:t>
            </a:r>
            <a:r>
              <a:rPr lang="en-IE" altLang="en-US" sz="2400" dirty="0">
                <a:solidFill>
                  <a:srgbClr val="0066FF"/>
                </a:solidFill>
              </a:rPr>
              <a:t>(text);</a:t>
            </a: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1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DOM – Setters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40</a:t>
            </a:fld>
            <a:endParaRPr lang="en-GB" altLang="en-US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39052DC-7728-4DC8-83AD-B7465C230B0F}"/>
              </a:ext>
            </a:extLst>
          </p:cNvPr>
          <p:cNvSpPr/>
          <p:nvPr/>
        </p:nvSpPr>
        <p:spPr>
          <a:xfrm>
            <a:off x="3347864" y="2652013"/>
            <a:ext cx="4810794" cy="8640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Now it will be added to the document, need to append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167D4E1-381C-41D6-8CEC-151DBE63E301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2195736" y="2562705"/>
            <a:ext cx="1152128" cy="521356"/>
          </a:xfrm>
          <a:prstGeom prst="bentConnector3">
            <a:avLst>
              <a:gd name="adj1" fmla="val 99690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13A915D3-3EBE-423B-B92D-A13AA6C063AF}"/>
              </a:ext>
            </a:extLst>
          </p:cNvPr>
          <p:cNvSpPr/>
          <p:nvPr/>
        </p:nvSpPr>
        <p:spPr>
          <a:xfrm>
            <a:off x="5292080" y="5440071"/>
            <a:ext cx="3743970" cy="8640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Removes text node inside paragraph with id “intro”</a:t>
            </a:r>
          </a:p>
        </p:txBody>
      </p:sp>
      <p:cxnSp>
        <p:nvCxnSpPr>
          <p:cNvPr id="15" name="Elbow Connector 9">
            <a:extLst>
              <a:ext uri="{FF2B5EF4-FFF2-40B4-BE49-F238E27FC236}">
                <a16:creationId xmlns:a16="http://schemas.microsoft.com/office/drawing/2014/main" id="{F5F09BAC-E2AE-4C9F-81E7-13E6486C0DC9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3131840" y="5506385"/>
            <a:ext cx="2160240" cy="365735"/>
          </a:xfrm>
          <a:prstGeom prst="bentConnector3">
            <a:avLst>
              <a:gd name="adj1" fmla="val 100058"/>
            </a:avLst>
          </a:prstGeom>
          <a:ln w="38100">
            <a:headEnd type="none" w="lg" len="lg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48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863217C2-C32C-415D-B520-0C4C2EE39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6552" y="836712"/>
            <a:ext cx="9324528" cy="562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2" indent="-3429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defRPr/>
            </a:pPr>
            <a:r>
              <a:rPr lang="en-US" altLang="en-US" sz="3200" dirty="0" err="1">
                <a:solidFill>
                  <a:srgbClr val="000000"/>
                </a:solidFill>
              </a:rPr>
              <a:t>querySelector</a:t>
            </a:r>
            <a:r>
              <a:rPr lang="en-US" altLang="en-US" sz="3200" dirty="0">
                <a:solidFill>
                  <a:srgbClr val="000000"/>
                </a:solidFill>
              </a:rPr>
              <a:t> uses CSS selectors to select elements in the DOM</a:t>
            </a: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400" b="1" dirty="0">
              <a:solidFill>
                <a:srgbClr val="000000"/>
              </a:solidFill>
            </a:endParaRPr>
          </a:p>
          <a:p>
            <a:pPr lvl="2" indent="-22860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IE" altLang="en-US" sz="2400" dirty="0">
              <a:solidFill>
                <a:srgbClr val="0066FF"/>
              </a:solidFill>
            </a:endParaRPr>
          </a:p>
          <a:p>
            <a:pPr marL="742950" lvl="1" indent="-285750" eaLnBrk="1" hangingPunct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Times New Roman" charset="0"/>
              <a:buChar char="–"/>
              <a:defRPr/>
            </a:pPr>
            <a:endParaRPr lang="en-IE" altLang="en-US" sz="1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2E711-D041-4BB7-B621-2BD26A8E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7388"/>
          </a:xfrm>
          <a:ln/>
          <a:effectLst>
            <a:outerShdw blurRad="50800" dist="38100" dir="5400000" algn="t" rotWithShape="0">
              <a:srgbClr val="000000">
                <a:alpha val="39999"/>
              </a:srgbClr>
            </a:outerShdw>
          </a:effectLst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E" dirty="0"/>
              <a:t>HTML DOM Method - </a:t>
            </a:r>
            <a:r>
              <a:rPr lang="en-IE" dirty="0" err="1"/>
              <a:t>querySelector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E1ECE-203C-674D-B06E-176F5E2A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E" dirty="0"/>
              <a:t>Web Development 3 (2020)</a:t>
            </a:r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8CEEA20-E73D-394E-A467-1636CEF2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-17463"/>
            <a:ext cx="1116012" cy="7318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EAD69-89E8-4045-A923-5E678E3E2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6891B-15A0-5E41-A998-A75162B34ED2}" type="datetime1">
              <a:rPr lang="en-IE"/>
              <a:pPr>
                <a:defRPr/>
              </a:pPr>
              <a:t>02/10/2020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DD5E7-1BE6-1946-A300-B69C31AD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A40D8-65F6-4B39-B0AE-27189025CA20}" type="slidenum">
              <a:rPr lang="en-GB" altLang="en-US" smtClean="0"/>
              <a:pPr>
                <a:defRPr/>
              </a:pPr>
              <a:t>41</a:t>
            </a:fld>
            <a:endParaRPr lang="en-GB" altLang="en-US"/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3FCED1DB-C733-4192-89B5-C192B044AB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27" b="13034"/>
          <a:stretch/>
        </p:blipFill>
        <p:spPr bwMode="auto">
          <a:xfrm>
            <a:off x="490304" y="1879783"/>
            <a:ext cx="8163391" cy="435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202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9203</TotalTime>
  <Words>1636</Words>
  <Application>Microsoft Office PowerPoint</Application>
  <PresentationFormat>On-screen Show (4:3)</PresentationFormat>
  <Paragraphs>336</Paragraphs>
  <Slides>41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Times New Roman</vt:lpstr>
      <vt:lpstr>Office Theme</vt:lpstr>
      <vt:lpstr>Visio</vt:lpstr>
      <vt:lpstr>Document</vt:lpstr>
      <vt:lpstr> Web Development 3</vt:lpstr>
      <vt:lpstr>Topics</vt:lpstr>
      <vt:lpstr>ECMAScript (ES)</vt:lpstr>
      <vt:lpstr>ECMAScript (ES) - Versions</vt:lpstr>
      <vt:lpstr>DOM Standards</vt:lpstr>
      <vt:lpstr>Document Object Model</vt:lpstr>
      <vt:lpstr>The DOM Nodes</vt:lpstr>
      <vt:lpstr>The DOM Nodes</vt:lpstr>
      <vt:lpstr>The DOM Nodes</vt:lpstr>
      <vt:lpstr>The DOM Nodes</vt:lpstr>
      <vt:lpstr>Document Object Model</vt:lpstr>
      <vt:lpstr>Document Object Model</vt:lpstr>
      <vt:lpstr>The Inheritance Hierarchy for DOM Nodes</vt:lpstr>
      <vt:lpstr>DOM - Getters</vt:lpstr>
      <vt:lpstr>DOM - Getters</vt:lpstr>
      <vt:lpstr>DOM - Getters</vt:lpstr>
      <vt:lpstr>DOM - Getters</vt:lpstr>
      <vt:lpstr>DOM - Getters</vt:lpstr>
      <vt:lpstr>DOM Node Types</vt:lpstr>
      <vt:lpstr>Node Properties</vt:lpstr>
      <vt:lpstr>Determining Node Types &amp; Actions</vt:lpstr>
      <vt:lpstr>Methods of the Node Object</vt:lpstr>
      <vt:lpstr>The Document Interface</vt:lpstr>
      <vt:lpstr>The Document Interface - methods</vt:lpstr>
      <vt:lpstr>The Document Interface - methods</vt:lpstr>
      <vt:lpstr>The Element Interface - methods</vt:lpstr>
      <vt:lpstr>The HTMLElement Interface</vt:lpstr>
      <vt:lpstr>The HTMLElement Interface</vt:lpstr>
      <vt:lpstr>The HTMLElement Interface</vt:lpstr>
      <vt:lpstr>The HTMLElement Interface</vt:lpstr>
      <vt:lpstr>The HTMLElement Interface</vt:lpstr>
      <vt:lpstr>Default Actions</vt:lpstr>
      <vt:lpstr>DOM - parentNode</vt:lpstr>
      <vt:lpstr>DOM - childNodes</vt:lpstr>
      <vt:lpstr>DOM - nodeValue</vt:lpstr>
      <vt:lpstr>DOM - nodeValue</vt:lpstr>
      <vt:lpstr>DOM – Creating Markup</vt:lpstr>
      <vt:lpstr>DOM – Setters</vt:lpstr>
      <vt:lpstr>DOM – Setters</vt:lpstr>
      <vt:lpstr>DOM – Setters</vt:lpstr>
      <vt:lpstr>HTML DOM Method - querySelector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 Giblin</dc:creator>
  <cp:lastModifiedBy>James Byrne</cp:lastModifiedBy>
  <cp:revision>576</cp:revision>
  <cp:lastPrinted>2019-09-17T14:19:02Z</cp:lastPrinted>
  <dcterms:modified xsi:type="dcterms:W3CDTF">2020-10-02T16:25:13Z</dcterms:modified>
</cp:coreProperties>
</file>