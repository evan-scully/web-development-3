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93" r:id="rId1"/>
  </p:sldMasterIdLst>
  <p:notesMasterIdLst>
    <p:notesMasterId r:id="rId49"/>
  </p:notesMasterIdLst>
  <p:handoutMasterIdLst>
    <p:handoutMasterId r:id="rId50"/>
  </p:handoutMasterIdLst>
  <p:sldIdLst>
    <p:sldId id="435" r:id="rId2"/>
    <p:sldId id="441" r:id="rId3"/>
    <p:sldId id="624" r:id="rId4"/>
    <p:sldId id="625" r:id="rId5"/>
    <p:sldId id="626" r:id="rId6"/>
    <p:sldId id="627" r:id="rId7"/>
    <p:sldId id="585" r:id="rId8"/>
    <p:sldId id="628" r:id="rId9"/>
    <p:sldId id="629" r:id="rId10"/>
    <p:sldId id="630" r:id="rId11"/>
    <p:sldId id="631" r:id="rId12"/>
    <p:sldId id="586" r:id="rId13"/>
    <p:sldId id="632" r:id="rId14"/>
    <p:sldId id="587" r:id="rId15"/>
    <p:sldId id="633" r:id="rId16"/>
    <p:sldId id="634" r:id="rId17"/>
    <p:sldId id="558" r:id="rId18"/>
    <p:sldId id="635" r:id="rId19"/>
    <p:sldId id="570" r:id="rId20"/>
    <p:sldId id="636" r:id="rId21"/>
    <p:sldId id="637" r:id="rId22"/>
    <p:sldId id="638" r:id="rId23"/>
    <p:sldId id="639" r:id="rId24"/>
    <p:sldId id="640" r:id="rId25"/>
    <p:sldId id="641" r:id="rId26"/>
    <p:sldId id="642" r:id="rId27"/>
    <p:sldId id="643" r:id="rId28"/>
    <p:sldId id="644" r:id="rId29"/>
    <p:sldId id="645" r:id="rId30"/>
    <p:sldId id="589" r:id="rId31"/>
    <p:sldId id="596" r:id="rId32"/>
    <p:sldId id="646" r:id="rId33"/>
    <p:sldId id="653" r:id="rId34"/>
    <p:sldId id="655" r:id="rId35"/>
    <p:sldId id="654" r:id="rId36"/>
    <p:sldId id="647" r:id="rId37"/>
    <p:sldId id="649" r:id="rId38"/>
    <p:sldId id="648" r:id="rId39"/>
    <p:sldId id="650" r:id="rId40"/>
    <p:sldId id="651" r:id="rId41"/>
    <p:sldId id="652" r:id="rId42"/>
    <p:sldId id="656" r:id="rId43"/>
    <p:sldId id="657" r:id="rId44"/>
    <p:sldId id="659" r:id="rId45"/>
    <p:sldId id="658" r:id="rId46"/>
    <p:sldId id="660" r:id="rId47"/>
    <p:sldId id="661" r:id="rId48"/>
  </p:sldIdLst>
  <p:sldSz cx="9144000" cy="6858000" type="screen4x3"/>
  <p:notesSz cx="9240838" cy="6954838"/>
  <p:defaultTextStyle>
    <a:defPPr>
      <a:defRPr lang="en-GB"/>
    </a:defPPr>
    <a:lvl1pPr algn="l" defTabSz="449263" rtl="0" eaLnBrk="0" fontAlgn="base" hangingPunct="0">
      <a:spcBef>
        <a:spcPct val="0"/>
      </a:spcBef>
      <a:spcAft>
        <a:spcPct val="0"/>
      </a:spcAft>
      <a:defRPr sz="2400" kern="1200">
        <a:solidFill>
          <a:schemeClr val="bg1"/>
        </a:solidFill>
        <a:latin typeface="Arial" panose="020B0604020202020204" pitchFamily="34" charset="0"/>
        <a:ea typeface="MS Gothic" panose="020B0609070205080204" pitchFamily="49" charset="-128"/>
        <a:cs typeface="+mn-cs"/>
      </a:defRPr>
    </a:lvl1pPr>
    <a:lvl2pPr marL="457200" algn="l" defTabSz="449263" rtl="0" eaLnBrk="0" fontAlgn="base" hangingPunct="0">
      <a:spcBef>
        <a:spcPct val="0"/>
      </a:spcBef>
      <a:spcAft>
        <a:spcPct val="0"/>
      </a:spcAft>
      <a:defRPr sz="2400" kern="1200">
        <a:solidFill>
          <a:schemeClr val="bg1"/>
        </a:solidFill>
        <a:latin typeface="Arial" panose="020B0604020202020204" pitchFamily="34" charset="0"/>
        <a:ea typeface="MS Gothic" panose="020B0609070205080204" pitchFamily="49" charset="-128"/>
        <a:cs typeface="+mn-cs"/>
      </a:defRPr>
    </a:lvl2pPr>
    <a:lvl3pPr marL="914400" algn="l" defTabSz="449263" rtl="0" eaLnBrk="0" fontAlgn="base" hangingPunct="0">
      <a:spcBef>
        <a:spcPct val="0"/>
      </a:spcBef>
      <a:spcAft>
        <a:spcPct val="0"/>
      </a:spcAft>
      <a:defRPr sz="2400" kern="1200">
        <a:solidFill>
          <a:schemeClr val="bg1"/>
        </a:solidFill>
        <a:latin typeface="Arial" panose="020B0604020202020204" pitchFamily="34" charset="0"/>
        <a:ea typeface="MS Gothic" panose="020B0609070205080204" pitchFamily="49" charset="-128"/>
        <a:cs typeface="+mn-cs"/>
      </a:defRPr>
    </a:lvl3pPr>
    <a:lvl4pPr marL="1371600" algn="l" defTabSz="449263" rtl="0" eaLnBrk="0" fontAlgn="base" hangingPunct="0">
      <a:spcBef>
        <a:spcPct val="0"/>
      </a:spcBef>
      <a:spcAft>
        <a:spcPct val="0"/>
      </a:spcAft>
      <a:defRPr sz="2400" kern="1200">
        <a:solidFill>
          <a:schemeClr val="bg1"/>
        </a:solidFill>
        <a:latin typeface="Arial" panose="020B0604020202020204" pitchFamily="34" charset="0"/>
        <a:ea typeface="MS Gothic" panose="020B0609070205080204" pitchFamily="49" charset="-128"/>
        <a:cs typeface="+mn-cs"/>
      </a:defRPr>
    </a:lvl4pPr>
    <a:lvl5pPr marL="1828800" algn="l" defTabSz="449263" rtl="0" eaLnBrk="0" fontAlgn="base" hangingPunct="0">
      <a:spcBef>
        <a:spcPct val="0"/>
      </a:spcBef>
      <a:spcAft>
        <a:spcPct val="0"/>
      </a:spcAft>
      <a:defRPr sz="2400" kern="1200">
        <a:solidFill>
          <a:schemeClr val="bg1"/>
        </a:solidFill>
        <a:latin typeface="Arial" panose="020B0604020202020204" pitchFamily="34" charset="0"/>
        <a:ea typeface="MS Gothic" panose="020B0609070205080204" pitchFamily="49" charset="-128"/>
        <a:cs typeface="+mn-cs"/>
      </a:defRPr>
    </a:lvl5pPr>
    <a:lvl6pPr marL="2286000" algn="l" defTabSz="914400" rtl="0" eaLnBrk="1" latinLnBrk="0" hangingPunct="1">
      <a:defRPr sz="2400" kern="1200">
        <a:solidFill>
          <a:schemeClr val="bg1"/>
        </a:solidFill>
        <a:latin typeface="Arial" panose="020B0604020202020204" pitchFamily="34" charset="0"/>
        <a:ea typeface="MS Gothic" panose="020B0609070205080204" pitchFamily="49" charset="-128"/>
        <a:cs typeface="+mn-cs"/>
      </a:defRPr>
    </a:lvl6pPr>
    <a:lvl7pPr marL="2743200" algn="l" defTabSz="914400" rtl="0" eaLnBrk="1" latinLnBrk="0" hangingPunct="1">
      <a:defRPr sz="2400" kern="1200">
        <a:solidFill>
          <a:schemeClr val="bg1"/>
        </a:solidFill>
        <a:latin typeface="Arial" panose="020B0604020202020204" pitchFamily="34" charset="0"/>
        <a:ea typeface="MS Gothic" panose="020B0609070205080204" pitchFamily="49" charset="-128"/>
        <a:cs typeface="+mn-cs"/>
      </a:defRPr>
    </a:lvl7pPr>
    <a:lvl8pPr marL="3200400" algn="l" defTabSz="914400" rtl="0" eaLnBrk="1" latinLnBrk="0" hangingPunct="1">
      <a:defRPr sz="2400" kern="1200">
        <a:solidFill>
          <a:schemeClr val="bg1"/>
        </a:solidFill>
        <a:latin typeface="Arial" panose="020B0604020202020204" pitchFamily="34" charset="0"/>
        <a:ea typeface="MS Gothic" panose="020B0609070205080204" pitchFamily="49" charset="-128"/>
        <a:cs typeface="+mn-cs"/>
      </a:defRPr>
    </a:lvl8pPr>
    <a:lvl9pPr marL="3657600" algn="l" defTabSz="914400" rtl="0" eaLnBrk="1" latinLnBrk="0" hangingPunct="1">
      <a:defRPr sz="2400" kern="1200">
        <a:solidFill>
          <a:schemeClr val="bg1"/>
        </a:solidFill>
        <a:latin typeface="Arial" panose="020B0604020202020204" pitchFamily="34" charset="0"/>
        <a:ea typeface="MS Gothic" panose="020B0609070205080204" pitchFamily="49"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91">
          <p15:clr>
            <a:srgbClr val="A4A3A4"/>
          </p15:clr>
        </p15:guide>
        <p15:guide id="2" pos="291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7874C3-D5A8-4790-AF01-0D072267078A}" v="113" dt="2019-10-08T07:12:52.610"/>
    <p1510:client id="{CC5F71BB-E48E-1A44-9116-DD92F31FD3F9}" v="314" dt="2019-10-08T09:24:50.3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14" autoAdjust="0"/>
    <p:restoredTop sz="85014" autoAdjust="0"/>
  </p:normalViewPr>
  <p:slideViewPr>
    <p:cSldViewPr>
      <p:cViewPr varScale="1">
        <p:scale>
          <a:sx n="87" d="100"/>
          <a:sy n="87" d="100"/>
        </p:scale>
        <p:origin x="888" y="102"/>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1818" y="-84"/>
      </p:cViewPr>
      <p:guideLst>
        <p:guide orient="horz" pos="2191"/>
        <p:guide pos="291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yl Parker" userId="328da9e7c5b634c7" providerId="LiveId" clId="{CC5F71BB-E48E-1A44-9116-DD92F31FD3F9}"/>
    <pc:docChg chg="undo custSel addSld delSld modSld sldOrd">
      <pc:chgData name="Daryl Parker" userId="328da9e7c5b634c7" providerId="LiveId" clId="{CC5F71BB-E48E-1A44-9116-DD92F31FD3F9}" dt="2019-10-08T09:24:50.346" v="1885" actId="18331"/>
      <pc:docMkLst>
        <pc:docMk/>
      </pc:docMkLst>
      <pc:sldChg chg="modSp">
        <pc:chgData name="Daryl Parker" userId="328da9e7c5b634c7" providerId="LiveId" clId="{CC5F71BB-E48E-1A44-9116-DD92F31FD3F9}" dt="2019-10-07T14:12:08.726" v="45" actId="20577"/>
        <pc:sldMkLst>
          <pc:docMk/>
          <pc:sldMk cId="0" sldId="435"/>
        </pc:sldMkLst>
        <pc:spChg chg="mod">
          <ac:chgData name="Daryl Parker" userId="328da9e7c5b634c7" providerId="LiveId" clId="{CC5F71BB-E48E-1A44-9116-DD92F31FD3F9}" dt="2019-10-07T14:12:08.726" v="45" actId="20577"/>
          <ac:spMkLst>
            <pc:docMk/>
            <pc:sldMk cId="0" sldId="435"/>
            <ac:spMk id="11266" creationId="{5D0CD500-5482-4057-B8E4-82A3788CAD78}"/>
          </ac:spMkLst>
        </pc:spChg>
      </pc:sldChg>
      <pc:sldChg chg="modSp">
        <pc:chgData name="Daryl Parker" userId="328da9e7c5b634c7" providerId="LiveId" clId="{CC5F71BB-E48E-1A44-9116-DD92F31FD3F9}" dt="2019-10-07T14:12:42.583" v="48"/>
        <pc:sldMkLst>
          <pc:docMk/>
          <pc:sldMk cId="0" sldId="441"/>
        </pc:sldMkLst>
        <pc:spChg chg="mod">
          <ac:chgData name="Daryl Parker" userId="328da9e7c5b634c7" providerId="LiveId" clId="{CC5F71BB-E48E-1A44-9116-DD92F31FD3F9}" dt="2019-10-07T14:12:42.583" v="48"/>
          <ac:spMkLst>
            <pc:docMk/>
            <pc:sldMk cId="0" sldId="441"/>
            <ac:spMk id="12290" creationId="{1AE05403-95A6-4618-9B22-48782B535B05}"/>
          </ac:spMkLst>
        </pc:spChg>
      </pc:sldChg>
      <pc:sldChg chg="add">
        <pc:chgData name="Daryl Parker" userId="328da9e7c5b634c7" providerId="LiveId" clId="{CC5F71BB-E48E-1A44-9116-DD92F31FD3F9}" dt="2019-10-07T14:46:02.536" v="607"/>
        <pc:sldMkLst>
          <pc:docMk/>
          <pc:sldMk cId="2518457931" sldId="558"/>
        </pc:sldMkLst>
      </pc:sldChg>
      <pc:sldChg chg="addSp delSp modSp add ord modAnim">
        <pc:chgData name="Daryl Parker" userId="328da9e7c5b634c7" providerId="LiveId" clId="{CC5F71BB-E48E-1A44-9116-DD92F31FD3F9}" dt="2019-10-07T14:54:46.201" v="823" actId="20577"/>
        <pc:sldMkLst>
          <pc:docMk/>
          <pc:sldMk cId="724131104" sldId="570"/>
        </pc:sldMkLst>
        <pc:spChg chg="mod">
          <ac:chgData name="Daryl Parker" userId="328da9e7c5b634c7" providerId="LiveId" clId="{CC5F71BB-E48E-1A44-9116-DD92F31FD3F9}" dt="2019-10-07T14:54:46.201" v="823" actId="20577"/>
          <ac:spMkLst>
            <pc:docMk/>
            <pc:sldMk cId="724131104" sldId="570"/>
            <ac:spMk id="2" creationId="{E4EC1F1F-46F2-FB4D-9772-87D45EF3B006}"/>
          </ac:spMkLst>
        </pc:spChg>
        <pc:graphicFrameChg chg="del">
          <ac:chgData name="Daryl Parker" userId="328da9e7c5b634c7" providerId="LiveId" clId="{CC5F71BB-E48E-1A44-9116-DD92F31FD3F9}" dt="2019-10-07T14:49:40.302" v="626" actId="478"/>
          <ac:graphicFrameMkLst>
            <pc:docMk/>
            <pc:sldMk cId="724131104" sldId="570"/>
            <ac:graphicFrameMk id="8" creationId="{CD317CF2-A2AC-487A-A049-54A1E03CD936}"/>
          </ac:graphicFrameMkLst>
        </pc:graphicFrameChg>
        <pc:graphicFrameChg chg="add mod modGraphic">
          <ac:chgData name="Daryl Parker" userId="328da9e7c5b634c7" providerId="LiveId" clId="{CC5F71BB-E48E-1A44-9116-DD92F31FD3F9}" dt="2019-10-07T14:51:10.372" v="706" actId="14100"/>
          <ac:graphicFrameMkLst>
            <pc:docMk/>
            <pc:sldMk cId="724131104" sldId="570"/>
            <ac:graphicFrameMk id="9" creationId="{BD9EC94E-CF2D-0346-94EE-747AF9A36FBB}"/>
          </ac:graphicFrameMkLst>
        </pc:graphicFrameChg>
        <pc:picChg chg="add mod">
          <ac:chgData name="Daryl Parker" userId="328da9e7c5b634c7" providerId="LiveId" clId="{CC5F71BB-E48E-1A44-9116-DD92F31FD3F9}" dt="2019-10-07T14:51:17.570" v="708" actId="1076"/>
          <ac:picMkLst>
            <pc:docMk/>
            <pc:sldMk cId="724131104" sldId="570"/>
            <ac:picMk id="10" creationId="{5E3DBB60-79A5-2E45-A245-5BD4E9C9357C}"/>
          </ac:picMkLst>
        </pc:picChg>
      </pc:sldChg>
      <pc:sldChg chg="addSp delSp modSp modAnim">
        <pc:chgData name="Daryl Parker" userId="328da9e7c5b634c7" providerId="LiveId" clId="{CC5F71BB-E48E-1A44-9116-DD92F31FD3F9}" dt="2019-10-07T14:16:33.555" v="151" actId="20577"/>
        <pc:sldMkLst>
          <pc:docMk/>
          <pc:sldMk cId="1015971551" sldId="585"/>
        </pc:sldMkLst>
        <pc:spChg chg="mod">
          <ac:chgData name="Daryl Parker" userId="328da9e7c5b634c7" providerId="LiveId" clId="{CC5F71BB-E48E-1A44-9116-DD92F31FD3F9}" dt="2019-10-07T14:16:17.935" v="146" actId="20577"/>
          <ac:spMkLst>
            <pc:docMk/>
            <pc:sldMk cId="1015971551" sldId="585"/>
            <ac:spMk id="2" creationId="{81E2E711-D041-4BB7-B621-2BD26A8EFD07}"/>
          </ac:spMkLst>
        </pc:spChg>
        <pc:spChg chg="add del mod">
          <ac:chgData name="Daryl Parker" userId="328da9e7c5b634c7" providerId="LiveId" clId="{CC5F71BB-E48E-1A44-9116-DD92F31FD3F9}" dt="2019-10-07T14:16:06.086" v="137" actId="478"/>
          <ac:spMkLst>
            <pc:docMk/>
            <pc:sldMk cId="1015971551" sldId="585"/>
            <ac:spMk id="7" creationId="{910ED59A-4A0E-3A40-A470-1AE8FCB5BCE1}"/>
          </ac:spMkLst>
        </pc:spChg>
        <pc:spChg chg="add mod">
          <ac:chgData name="Daryl Parker" userId="328da9e7c5b634c7" providerId="LiveId" clId="{CC5F71BB-E48E-1A44-9116-DD92F31FD3F9}" dt="2019-10-07T14:16:33.555" v="151" actId="20577"/>
          <ac:spMkLst>
            <pc:docMk/>
            <pc:sldMk cId="1015971551" sldId="585"/>
            <ac:spMk id="9" creationId="{0087A33E-7BAC-B742-A7E8-6124E58C6A82}"/>
          </ac:spMkLst>
        </pc:spChg>
        <pc:spChg chg="del mod">
          <ac:chgData name="Daryl Parker" userId="328da9e7c5b634c7" providerId="LiveId" clId="{CC5F71BB-E48E-1A44-9116-DD92F31FD3F9}" dt="2019-10-07T14:16:03.246" v="136" actId="478"/>
          <ac:spMkLst>
            <pc:docMk/>
            <pc:sldMk cId="1015971551" sldId="585"/>
            <ac:spMk id="12290" creationId="{1AE05403-95A6-4618-9B22-48782B535B05}"/>
          </ac:spMkLst>
        </pc:spChg>
        <pc:picChg chg="add mod">
          <ac:chgData name="Daryl Parker" userId="328da9e7c5b634c7" providerId="LiveId" clId="{CC5F71BB-E48E-1A44-9116-DD92F31FD3F9}" dt="2019-10-07T14:16:09.853" v="139" actId="1076"/>
          <ac:picMkLst>
            <pc:docMk/>
            <pc:sldMk cId="1015971551" sldId="585"/>
            <ac:picMk id="10" creationId="{7FF3C5E0-7350-B049-B3F9-9DDD255FB1F0}"/>
          </ac:picMkLst>
        </pc:picChg>
        <pc:picChg chg="add mod">
          <ac:chgData name="Daryl Parker" userId="328da9e7c5b634c7" providerId="LiveId" clId="{CC5F71BB-E48E-1A44-9116-DD92F31FD3F9}" dt="2019-10-07T14:16:09.853" v="139" actId="1076"/>
          <ac:picMkLst>
            <pc:docMk/>
            <pc:sldMk cId="1015971551" sldId="585"/>
            <ac:picMk id="11" creationId="{761EC6E4-7EDC-8E4A-B0F9-805E00477560}"/>
          </ac:picMkLst>
        </pc:picChg>
      </pc:sldChg>
      <pc:sldChg chg="modSp">
        <pc:chgData name="Daryl Parker" userId="328da9e7c5b634c7" providerId="LiveId" clId="{CC5F71BB-E48E-1A44-9116-DD92F31FD3F9}" dt="2019-10-07T14:32:36.145" v="477" actId="20577"/>
        <pc:sldMkLst>
          <pc:docMk/>
          <pc:sldMk cId="2720518877" sldId="586"/>
        </pc:sldMkLst>
        <pc:spChg chg="mod">
          <ac:chgData name="Daryl Parker" userId="328da9e7c5b634c7" providerId="LiveId" clId="{CC5F71BB-E48E-1A44-9116-DD92F31FD3F9}" dt="2019-10-07T14:32:36.145" v="477" actId="20577"/>
          <ac:spMkLst>
            <pc:docMk/>
            <pc:sldMk cId="2720518877" sldId="586"/>
            <ac:spMk id="2" creationId="{81E2E711-D041-4BB7-B621-2BD26A8EFD07}"/>
          </ac:spMkLst>
        </pc:spChg>
        <pc:spChg chg="mod">
          <ac:chgData name="Daryl Parker" userId="328da9e7c5b634c7" providerId="LiveId" clId="{CC5F71BB-E48E-1A44-9116-DD92F31FD3F9}" dt="2019-10-07T14:32:25.338" v="457" actId="20577"/>
          <ac:spMkLst>
            <pc:docMk/>
            <pc:sldMk cId="2720518877" sldId="586"/>
            <ac:spMk id="12290" creationId="{1AE05403-95A6-4618-9B22-48782B535B05}"/>
          </ac:spMkLst>
        </pc:spChg>
      </pc:sldChg>
      <pc:sldChg chg="addSp delSp modSp modAnim">
        <pc:chgData name="Daryl Parker" userId="328da9e7c5b634c7" providerId="LiveId" clId="{CC5F71BB-E48E-1A44-9116-DD92F31FD3F9}" dt="2019-10-07T14:43:03.705" v="569" actId="207"/>
        <pc:sldMkLst>
          <pc:docMk/>
          <pc:sldMk cId="4017344494" sldId="587"/>
        </pc:sldMkLst>
        <pc:spChg chg="mod">
          <ac:chgData name="Daryl Parker" userId="328da9e7c5b634c7" providerId="LiveId" clId="{CC5F71BB-E48E-1A44-9116-DD92F31FD3F9}" dt="2019-10-07T14:35:26.248" v="544" actId="20577"/>
          <ac:spMkLst>
            <pc:docMk/>
            <pc:sldMk cId="4017344494" sldId="587"/>
            <ac:spMk id="2" creationId="{81E2E711-D041-4BB7-B621-2BD26A8EFD07}"/>
          </ac:spMkLst>
        </pc:spChg>
        <pc:spChg chg="add del mod">
          <ac:chgData name="Daryl Parker" userId="328da9e7c5b634c7" providerId="LiveId" clId="{CC5F71BB-E48E-1A44-9116-DD92F31FD3F9}" dt="2019-10-07T14:34:57.383" v="511" actId="478"/>
          <ac:spMkLst>
            <pc:docMk/>
            <pc:sldMk cId="4017344494" sldId="587"/>
            <ac:spMk id="7" creationId="{1E2E7F98-EE3B-E144-8D12-B64C5DCCF3BB}"/>
          </ac:spMkLst>
        </pc:spChg>
        <pc:spChg chg="add del mod">
          <ac:chgData name="Daryl Parker" userId="328da9e7c5b634c7" providerId="LiveId" clId="{CC5F71BB-E48E-1A44-9116-DD92F31FD3F9}" dt="2019-10-07T14:35:56.962" v="546" actId="478"/>
          <ac:spMkLst>
            <pc:docMk/>
            <pc:sldMk cId="4017344494" sldId="587"/>
            <ac:spMk id="9" creationId="{005B8858-3F7E-A34C-AE9E-23A64F3C8DA3}"/>
          </ac:spMkLst>
        </pc:spChg>
        <pc:spChg chg="add mod">
          <ac:chgData name="Daryl Parker" userId="328da9e7c5b634c7" providerId="LiveId" clId="{CC5F71BB-E48E-1A44-9116-DD92F31FD3F9}" dt="2019-10-07T14:43:03.705" v="569" actId="207"/>
          <ac:spMkLst>
            <pc:docMk/>
            <pc:sldMk cId="4017344494" sldId="587"/>
            <ac:spMk id="11" creationId="{B59A6BA8-59BE-A246-8159-6A090C6AD637}"/>
          </ac:spMkLst>
        </pc:spChg>
        <pc:spChg chg="del">
          <ac:chgData name="Daryl Parker" userId="328da9e7c5b634c7" providerId="LiveId" clId="{CC5F71BB-E48E-1A44-9116-DD92F31FD3F9}" dt="2019-10-07T14:34:53.160" v="509" actId="478"/>
          <ac:spMkLst>
            <pc:docMk/>
            <pc:sldMk cId="4017344494" sldId="587"/>
            <ac:spMk id="12290" creationId="{1AE05403-95A6-4618-9B22-48782B535B05}"/>
          </ac:spMkLst>
        </pc:spChg>
        <pc:picChg chg="add mod">
          <ac:chgData name="Daryl Parker" userId="328da9e7c5b634c7" providerId="LiveId" clId="{CC5F71BB-E48E-1A44-9116-DD92F31FD3F9}" dt="2019-10-07T14:41:48.353" v="551" actId="1076"/>
          <ac:picMkLst>
            <pc:docMk/>
            <pc:sldMk cId="4017344494" sldId="587"/>
            <ac:picMk id="8" creationId="{08245842-89DA-984E-82D8-CFEA726E979F}"/>
          </ac:picMkLst>
        </pc:picChg>
      </pc:sldChg>
      <pc:sldChg chg="del">
        <pc:chgData name="Daryl Parker" userId="328da9e7c5b634c7" providerId="LiveId" clId="{CC5F71BB-E48E-1A44-9116-DD92F31FD3F9}" dt="2019-10-08T08:13:58.285" v="959" actId="2696"/>
        <pc:sldMkLst>
          <pc:docMk/>
          <pc:sldMk cId="65027101" sldId="588"/>
        </pc:sldMkLst>
      </pc:sldChg>
      <pc:sldChg chg="del">
        <pc:chgData name="Daryl Parker" userId="328da9e7c5b634c7" providerId="LiveId" clId="{CC5F71BB-E48E-1A44-9116-DD92F31FD3F9}" dt="2019-10-08T08:13:58.300" v="960" actId="2696"/>
        <pc:sldMkLst>
          <pc:docMk/>
          <pc:sldMk cId="1379811732" sldId="590"/>
        </pc:sldMkLst>
      </pc:sldChg>
      <pc:sldChg chg="del">
        <pc:chgData name="Daryl Parker" userId="328da9e7c5b634c7" providerId="LiveId" clId="{CC5F71BB-E48E-1A44-9116-DD92F31FD3F9}" dt="2019-10-08T08:13:58.759" v="962" actId="2696"/>
        <pc:sldMkLst>
          <pc:docMk/>
          <pc:sldMk cId="1897883151" sldId="591"/>
        </pc:sldMkLst>
      </pc:sldChg>
      <pc:sldChg chg="del">
        <pc:chgData name="Daryl Parker" userId="328da9e7c5b634c7" providerId="LiveId" clId="{CC5F71BB-E48E-1A44-9116-DD92F31FD3F9}" dt="2019-10-08T08:13:58.783" v="963" actId="2696"/>
        <pc:sldMkLst>
          <pc:docMk/>
          <pc:sldMk cId="3315633980" sldId="592"/>
        </pc:sldMkLst>
      </pc:sldChg>
      <pc:sldChg chg="del">
        <pc:chgData name="Daryl Parker" userId="328da9e7c5b634c7" providerId="LiveId" clId="{CC5F71BB-E48E-1A44-9116-DD92F31FD3F9}" dt="2019-10-08T08:13:58.807" v="964" actId="2696"/>
        <pc:sldMkLst>
          <pc:docMk/>
          <pc:sldMk cId="2762601155" sldId="593"/>
        </pc:sldMkLst>
      </pc:sldChg>
      <pc:sldChg chg="del">
        <pc:chgData name="Daryl Parker" userId="328da9e7c5b634c7" providerId="LiveId" clId="{CC5F71BB-E48E-1A44-9116-DD92F31FD3F9}" dt="2019-10-08T08:13:58.830" v="965" actId="2696"/>
        <pc:sldMkLst>
          <pc:docMk/>
          <pc:sldMk cId="1942596660" sldId="594"/>
        </pc:sldMkLst>
      </pc:sldChg>
      <pc:sldChg chg="del">
        <pc:chgData name="Daryl Parker" userId="328da9e7c5b634c7" providerId="LiveId" clId="{CC5F71BB-E48E-1A44-9116-DD92F31FD3F9}" dt="2019-10-08T08:13:58.843" v="966" actId="2696"/>
        <pc:sldMkLst>
          <pc:docMk/>
          <pc:sldMk cId="3124921050" sldId="595"/>
        </pc:sldMkLst>
      </pc:sldChg>
      <pc:sldChg chg="del">
        <pc:chgData name="Daryl Parker" userId="328da9e7c5b634c7" providerId="LiveId" clId="{CC5F71BB-E48E-1A44-9116-DD92F31FD3F9}" dt="2019-10-08T08:13:58.236" v="956" actId="2696"/>
        <pc:sldMkLst>
          <pc:docMk/>
          <pc:sldMk cId="50097498" sldId="597"/>
        </pc:sldMkLst>
      </pc:sldChg>
      <pc:sldChg chg="del">
        <pc:chgData name="Daryl Parker" userId="328da9e7c5b634c7" providerId="LiveId" clId="{CC5F71BB-E48E-1A44-9116-DD92F31FD3F9}" dt="2019-10-08T08:13:58.259" v="957" actId="2696"/>
        <pc:sldMkLst>
          <pc:docMk/>
          <pc:sldMk cId="2602955637" sldId="598"/>
        </pc:sldMkLst>
      </pc:sldChg>
      <pc:sldChg chg="del">
        <pc:chgData name="Daryl Parker" userId="328da9e7c5b634c7" providerId="LiveId" clId="{CC5F71BB-E48E-1A44-9116-DD92F31FD3F9}" dt="2019-10-08T08:13:58.273" v="958" actId="2696"/>
        <pc:sldMkLst>
          <pc:docMk/>
          <pc:sldMk cId="360423947" sldId="599"/>
        </pc:sldMkLst>
      </pc:sldChg>
      <pc:sldChg chg="del">
        <pc:chgData name="Daryl Parker" userId="328da9e7c5b634c7" providerId="LiveId" clId="{CC5F71BB-E48E-1A44-9116-DD92F31FD3F9}" dt="2019-10-08T08:13:58.735" v="961" actId="2696"/>
        <pc:sldMkLst>
          <pc:docMk/>
          <pc:sldMk cId="2279819814" sldId="600"/>
        </pc:sldMkLst>
      </pc:sldChg>
      <pc:sldChg chg="del">
        <pc:chgData name="Daryl Parker" userId="328da9e7c5b634c7" providerId="LiveId" clId="{CC5F71BB-E48E-1A44-9116-DD92F31FD3F9}" dt="2019-10-08T08:13:58.857" v="967" actId="2696"/>
        <pc:sldMkLst>
          <pc:docMk/>
          <pc:sldMk cId="2387881667" sldId="601"/>
        </pc:sldMkLst>
      </pc:sldChg>
      <pc:sldChg chg="del">
        <pc:chgData name="Daryl Parker" userId="328da9e7c5b634c7" providerId="LiveId" clId="{CC5F71BB-E48E-1A44-9116-DD92F31FD3F9}" dt="2019-10-08T08:13:58.871" v="968" actId="2696"/>
        <pc:sldMkLst>
          <pc:docMk/>
          <pc:sldMk cId="3007542535" sldId="602"/>
        </pc:sldMkLst>
      </pc:sldChg>
      <pc:sldChg chg="del">
        <pc:chgData name="Daryl Parker" userId="328da9e7c5b634c7" providerId="LiveId" clId="{CC5F71BB-E48E-1A44-9116-DD92F31FD3F9}" dt="2019-10-08T08:13:58.882" v="969" actId="2696"/>
        <pc:sldMkLst>
          <pc:docMk/>
          <pc:sldMk cId="142189012" sldId="603"/>
        </pc:sldMkLst>
      </pc:sldChg>
      <pc:sldChg chg="del">
        <pc:chgData name="Daryl Parker" userId="328da9e7c5b634c7" providerId="LiveId" clId="{CC5F71BB-E48E-1A44-9116-DD92F31FD3F9}" dt="2019-10-08T08:13:58.897" v="970" actId="2696"/>
        <pc:sldMkLst>
          <pc:docMk/>
          <pc:sldMk cId="1076891734" sldId="604"/>
        </pc:sldMkLst>
      </pc:sldChg>
      <pc:sldChg chg="del">
        <pc:chgData name="Daryl Parker" userId="328da9e7c5b634c7" providerId="LiveId" clId="{CC5F71BB-E48E-1A44-9116-DD92F31FD3F9}" dt="2019-10-08T08:13:58.912" v="971" actId="2696"/>
        <pc:sldMkLst>
          <pc:docMk/>
          <pc:sldMk cId="3519898087" sldId="605"/>
        </pc:sldMkLst>
      </pc:sldChg>
      <pc:sldChg chg="del">
        <pc:chgData name="Daryl Parker" userId="328da9e7c5b634c7" providerId="LiveId" clId="{CC5F71BB-E48E-1A44-9116-DD92F31FD3F9}" dt="2019-10-08T08:13:58.932" v="972" actId="2696"/>
        <pc:sldMkLst>
          <pc:docMk/>
          <pc:sldMk cId="1364232106" sldId="606"/>
        </pc:sldMkLst>
      </pc:sldChg>
      <pc:sldChg chg="del">
        <pc:chgData name="Daryl Parker" userId="328da9e7c5b634c7" providerId="LiveId" clId="{CC5F71BB-E48E-1A44-9116-DD92F31FD3F9}" dt="2019-10-08T08:13:58.950" v="973" actId="2696"/>
        <pc:sldMkLst>
          <pc:docMk/>
          <pc:sldMk cId="617420921" sldId="607"/>
        </pc:sldMkLst>
      </pc:sldChg>
      <pc:sldChg chg="del">
        <pc:chgData name="Daryl Parker" userId="328da9e7c5b634c7" providerId="LiveId" clId="{CC5F71BB-E48E-1A44-9116-DD92F31FD3F9}" dt="2019-10-08T08:13:58.963" v="974" actId="2696"/>
        <pc:sldMkLst>
          <pc:docMk/>
          <pc:sldMk cId="930868010" sldId="608"/>
        </pc:sldMkLst>
      </pc:sldChg>
      <pc:sldChg chg="del">
        <pc:chgData name="Daryl Parker" userId="328da9e7c5b634c7" providerId="LiveId" clId="{CC5F71BB-E48E-1A44-9116-DD92F31FD3F9}" dt="2019-10-08T08:13:58.982" v="975" actId="2696"/>
        <pc:sldMkLst>
          <pc:docMk/>
          <pc:sldMk cId="3401539901" sldId="609"/>
        </pc:sldMkLst>
      </pc:sldChg>
      <pc:sldChg chg="del">
        <pc:chgData name="Daryl Parker" userId="328da9e7c5b634c7" providerId="LiveId" clId="{CC5F71BB-E48E-1A44-9116-DD92F31FD3F9}" dt="2019-10-08T08:13:58.996" v="976" actId="2696"/>
        <pc:sldMkLst>
          <pc:docMk/>
          <pc:sldMk cId="2382547316" sldId="610"/>
        </pc:sldMkLst>
      </pc:sldChg>
      <pc:sldChg chg="del">
        <pc:chgData name="Daryl Parker" userId="328da9e7c5b634c7" providerId="LiveId" clId="{CC5F71BB-E48E-1A44-9116-DD92F31FD3F9}" dt="2019-10-08T08:13:59.009" v="977" actId="2696"/>
        <pc:sldMkLst>
          <pc:docMk/>
          <pc:sldMk cId="3859805642" sldId="611"/>
        </pc:sldMkLst>
      </pc:sldChg>
      <pc:sldChg chg="del">
        <pc:chgData name="Daryl Parker" userId="328da9e7c5b634c7" providerId="LiveId" clId="{CC5F71BB-E48E-1A44-9116-DD92F31FD3F9}" dt="2019-10-08T08:13:59.022" v="978" actId="2696"/>
        <pc:sldMkLst>
          <pc:docMk/>
          <pc:sldMk cId="2650730595" sldId="612"/>
        </pc:sldMkLst>
      </pc:sldChg>
      <pc:sldChg chg="del">
        <pc:chgData name="Daryl Parker" userId="328da9e7c5b634c7" providerId="LiveId" clId="{CC5F71BB-E48E-1A44-9116-DD92F31FD3F9}" dt="2019-10-08T08:13:59.036" v="979" actId="2696"/>
        <pc:sldMkLst>
          <pc:docMk/>
          <pc:sldMk cId="214579316" sldId="613"/>
        </pc:sldMkLst>
      </pc:sldChg>
      <pc:sldChg chg="del">
        <pc:chgData name="Daryl Parker" userId="328da9e7c5b634c7" providerId="LiveId" clId="{CC5F71BB-E48E-1A44-9116-DD92F31FD3F9}" dt="2019-10-08T08:13:59.062" v="980" actId="2696"/>
        <pc:sldMkLst>
          <pc:docMk/>
          <pc:sldMk cId="3166070582" sldId="614"/>
        </pc:sldMkLst>
      </pc:sldChg>
      <pc:sldChg chg="del">
        <pc:chgData name="Daryl Parker" userId="328da9e7c5b634c7" providerId="LiveId" clId="{CC5F71BB-E48E-1A44-9116-DD92F31FD3F9}" dt="2019-10-08T08:13:59.086" v="981" actId="2696"/>
        <pc:sldMkLst>
          <pc:docMk/>
          <pc:sldMk cId="3346139388" sldId="615"/>
        </pc:sldMkLst>
      </pc:sldChg>
      <pc:sldChg chg="del">
        <pc:chgData name="Daryl Parker" userId="328da9e7c5b634c7" providerId="LiveId" clId="{CC5F71BB-E48E-1A44-9116-DD92F31FD3F9}" dt="2019-10-08T08:13:59.107" v="982" actId="2696"/>
        <pc:sldMkLst>
          <pc:docMk/>
          <pc:sldMk cId="1884695980" sldId="616"/>
        </pc:sldMkLst>
      </pc:sldChg>
      <pc:sldChg chg="del">
        <pc:chgData name="Daryl Parker" userId="328da9e7c5b634c7" providerId="LiveId" clId="{CC5F71BB-E48E-1A44-9116-DD92F31FD3F9}" dt="2019-10-08T08:13:59.128" v="983" actId="2696"/>
        <pc:sldMkLst>
          <pc:docMk/>
          <pc:sldMk cId="3749977580" sldId="617"/>
        </pc:sldMkLst>
      </pc:sldChg>
      <pc:sldChg chg="del">
        <pc:chgData name="Daryl Parker" userId="328da9e7c5b634c7" providerId="LiveId" clId="{CC5F71BB-E48E-1A44-9116-DD92F31FD3F9}" dt="2019-10-08T08:13:59.150" v="984" actId="2696"/>
        <pc:sldMkLst>
          <pc:docMk/>
          <pc:sldMk cId="966515845" sldId="618"/>
        </pc:sldMkLst>
      </pc:sldChg>
      <pc:sldChg chg="del">
        <pc:chgData name="Daryl Parker" userId="328da9e7c5b634c7" providerId="LiveId" clId="{CC5F71BB-E48E-1A44-9116-DD92F31FD3F9}" dt="2019-10-08T08:13:59.173" v="985" actId="2696"/>
        <pc:sldMkLst>
          <pc:docMk/>
          <pc:sldMk cId="2649605634" sldId="619"/>
        </pc:sldMkLst>
      </pc:sldChg>
      <pc:sldChg chg="del">
        <pc:chgData name="Daryl Parker" userId="328da9e7c5b634c7" providerId="LiveId" clId="{CC5F71BB-E48E-1A44-9116-DD92F31FD3F9}" dt="2019-10-08T08:13:59.192" v="986" actId="2696"/>
        <pc:sldMkLst>
          <pc:docMk/>
          <pc:sldMk cId="80454994" sldId="620"/>
        </pc:sldMkLst>
      </pc:sldChg>
      <pc:sldChg chg="del">
        <pc:chgData name="Daryl Parker" userId="328da9e7c5b634c7" providerId="LiveId" clId="{CC5F71BB-E48E-1A44-9116-DD92F31FD3F9}" dt="2019-10-08T08:13:59.223" v="987" actId="2696"/>
        <pc:sldMkLst>
          <pc:docMk/>
          <pc:sldMk cId="1014530913" sldId="621"/>
        </pc:sldMkLst>
      </pc:sldChg>
      <pc:sldChg chg="del">
        <pc:chgData name="Daryl Parker" userId="328da9e7c5b634c7" providerId="LiveId" clId="{CC5F71BB-E48E-1A44-9116-DD92F31FD3F9}" dt="2019-10-08T08:13:59.240" v="988" actId="2696"/>
        <pc:sldMkLst>
          <pc:docMk/>
          <pc:sldMk cId="2762488206" sldId="622"/>
        </pc:sldMkLst>
      </pc:sldChg>
      <pc:sldChg chg="del">
        <pc:chgData name="Daryl Parker" userId="328da9e7c5b634c7" providerId="LiveId" clId="{CC5F71BB-E48E-1A44-9116-DD92F31FD3F9}" dt="2019-10-08T08:13:59.257" v="989" actId="2696"/>
        <pc:sldMkLst>
          <pc:docMk/>
          <pc:sldMk cId="852025800" sldId="623"/>
        </pc:sldMkLst>
      </pc:sldChg>
      <pc:sldChg chg="addSp modSp add">
        <pc:chgData name="Daryl Parker" userId="328da9e7c5b634c7" providerId="LiveId" clId="{CC5F71BB-E48E-1A44-9116-DD92F31FD3F9}" dt="2019-10-07T14:15:38.807" v="134" actId="20577"/>
        <pc:sldMkLst>
          <pc:docMk/>
          <pc:sldMk cId="796636078" sldId="624"/>
        </pc:sldMkLst>
        <pc:spChg chg="mod">
          <ac:chgData name="Daryl Parker" userId="328da9e7c5b634c7" providerId="LiveId" clId="{CC5F71BB-E48E-1A44-9116-DD92F31FD3F9}" dt="2019-10-07T14:15:38.807" v="134" actId="20577"/>
          <ac:spMkLst>
            <pc:docMk/>
            <pc:sldMk cId="796636078" sldId="624"/>
            <ac:spMk id="2" creationId="{81E2E711-D041-4BB7-B621-2BD26A8EFD07}"/>
          </ac:spMkLst>
        </pc:spChg>
        <pc:spChg chg="mod">
          <ac:chgData name="Daryl Parker" userId="328da9e7c5b634c7" providerId="LiveId" clId="{CC5F71BB-E48E-1A44-9116-DD92F31FD3F9}" dt="2019-10-07T14:13:21.722" v="91" actId="5793"/>
          <ac:spMkLst>
            <pc:docMk/>
            <pc:sldMk cId="796636078" sldId="624"/>
            <ac:spMk id="12290" creationId="{1AE05403-95A6-4618-9B22-48782B535B05}"/>
          </ac:spMkLst>
        </pc:spChg>
        <pc:picChg chg="add mod">
          <ac:chgData name="Daryl Parker" userId="328da9e7c5b634c7" providerId="LiveId" clId="{CC5F71BB-E48E-1A44-9116-DD92F31FD3F9}" dt="2019-10-07T14:13:39.315" v="95" actId="1076"/>
          <ac:picMkLst>
            <pc:docMk/>
            <pc:sldMk cId="796636078" sldId="624"/>
            <ac:picMk id="8" creationId="{47F953CD-08F0-5541-B2CC-4CF1A198ABE5}"/>
          </ac:picMkLst>
        </pc:picChg>
      </pc:sldChg>
      <pc:sldChg chg="addSp delSp modSp add">
        <pc:chgData name="Daryl Parker" userId="328da9e7c5b634c7" providerId="LiveId" clId="{CC5F71BB-E48E-1A44-9116-DD92F31FD3F9}" dt="2019-10-07T14:15:34.495" v="133" actId="20577"/>
        <pc:sldMkLst>
          <pc:docMk/>
          <pc:sldMk cId="2003432786" sldId="625"/>
        </pc:sldMkLst>
        <pc:spChg chg="mod">
          <ac:chgData name="Daryl Parker" userId="328da9e7c5b634c7" providerId="LiveId" clId="{CC5F71BB-E48E-1A44-9116-DD92F31FD3F9}" dt="2019-10-07T14:15:34.495" v="133" actId="20577"/>
          <ac:spMkLst>
            <pc:docMk/>
            <pc:sldMk cId="2003432786" sldId="625"/>
            <ac:spMk id="2" creationId="{81E2E711-D041-4BB7-B621-2BD26A8EFD07}"/>
          </ac:spMkLst>
        </pc:spChg>
        <pc:spChg chg="add del mod">
          <ac:chgData name="Daryl Parker" userId="328da9e7c5b634c7" providerId="LiveId" clId="{CC5F71BB-E48E-1A44-9116-DD92F31FD3F9}" dt="2019-10-07T14:13:59.479" v="101" actId="478"/>
          <ac:spMkLst>
            <pc:docMk/>
            <pc:sldMk cId="2003432786" sldId="625"/>
            <ac:spMk id="7" creationId="{AB667708-192B-E846-AE6F-60E82A036BD7}"/>
          </ac:spMkLst>
        </pc:spChg>
        <pc:spChg chg="del">
          <ac:chgData name="Daryl Parker" userId="328da9e7c5b634c7" providerId="LiveId" clId="{CC5F71BB-E48E-1A44-9116-DD92F31FD3F9}" dt="2019-10-07T14:13:56.563" v="100" actId="478"/>
          <ac:spMkLst>
            <pc:docMk/>
            <pc:sldMk cId="2003432786" sldId="625"/>
            <ac:spMk id="12290" creationId="{1AE05403-95A6-4618-9B22-48782B535B05}"/>
          </ac:spMkLst>
        </pc:spChg>
        <pc:picChg chg="del">
          <ac:chgData name="Daryl Parker" userId="328da9e7c5b634c7" providerId="LiveId" clId="{CC5F71BB-E48E-1A44-9116-DD92F31FD3F9}" dt="2019-10-07T14:13:44.659" v="97" actId="478"/>
          <ac:picMkLst>
            <pc:docMk/>
            <pc:sldMk cId="2003432786" sldId="625"/>
            <ac:picMk id="8" creationId="{47F953CD-08F0-5541-B2CC-4CF1A198ABE5}"/>
          </ac:picMkLst>
        </pc:picChg>
        <pc:picChg chg="add mod">
          <ac:chgData name="Daryl Parker" userId="328da9e7c5b634c7" providerId="LiveId" clId="{CC5F71BB-E48E-1A44-9116-DD92F31FD3F9}" dt="2019-10-07T14:14:05.505" v="104" actId="1076"/>
          <ac:picMkLst>
            <pc:docMk/>
            <pc:sldMk cId="2003432786" sldId="625"/>
            <ac:picMk id="9" creationId="{CB0802C8-5EF2-A848-A061-25EEB7005AAD}"/>
          </ac:picMkLst>
        </pc:picChg>
      </pc:sldChg>
      <pc:sldChg chg="addSp delSp modSp add ord">
        <pc:chgData name="Daryl Parker" userId="328da9e7c5b634c7" providerId="LiveId" clId="{CC5F71BB-E48E-1A44-9116-DD92F31FD3F9}" dt="2019-10-07T14:15:30.392" v="132" actId="20577"/>
        <pc:sldMkLst>
          <pc:docMk/>
          <pc:sldMk cId="1927455739" sldId="626"/>
        </pc:sldMkLst>
        <pc:spChg chg="mod">
          <ac:chgData name="Daryl Parker" userId="328da9e7c5b634c7" providerId="LiveId" clId="{CC5F71BB-E48E-1A44-9116-DD92F31FD3F9}" dt="2019-10-07T14:15:30.392" v="132" actId="20577"/>
          <ac:spMkLst>
            <pc:docMk/>
            <pc:sldMk cId="1927455739" sldId="626"/>
            <ac:spMk id="2" creationId="{81E2E711-D041-4BB7-B621-2BD26A8EFD07}"/>
          </ac:spMkLst>
        </pc:spChg>
        <pc:spChg chg="mod">
          <ac:chgData name="Daryl Parker" userId="328da9e7c5b634c7" providerId="LiveId" clId="{CC5F71BB-E48E-1A44-9116-DD92F31FD3F9}" dt="2019-10-07T14:14:29.704" v="114" actId="20577"/>
          <ac:spMkLst>
            <pc:docMk/>
            <pc:sldMk cId="1927455739" sldId="626"/>
            <ac:spMk id="12290" creationId="{1AE05403-95A6-4618-9B22-48782B535B05}"/>
          </ac:spMkLst>
        </pc:spChg>
        <pc:picChg chg="del">
          <ac:chgData name="Daryl Parker" userId="328da9e7c5b634c7" providerId="LiveId" clId="{CC5F71BB-E48E-1A44-9116-DD92F31FD3F9}" dt="2019-10-07T14:14:31.711" v="115" actId="478"/>
          <ac:picMkLst>
            <pc:docMk/>
            <pc:sldMk cId="1927455739" sldId="626"/>
            <ac:picMk id="8" creationId="{47F953CD-08F0-5541-B2CC-4CF1A198ABE5}"/>
          </ac:picMkLst>
        </pc:picChg>
        <pc:picChg chg="add mod">
          <ac:chgData name="Daryl Parker" userId="328da9e7c5b634c7" providerId="LiveId" clId="{CC5F71BB-E48E-1A44-9116-DD92F31FD3F9}" dt="2019-10-07T14:14:42.574" v="120" actId="1076"/>
          <ac:picMkLst>
            <pc:docMk/>
            <pc:sldMk cId="1927455739" sldId="626"/>
            <ac:picMk id="9" creationId="{09983989-1AB7-4C40-AD13-B77CAB72EB8E}"/>
          </ac:picMkLst>
        </pc:picChg>
      </pc:sldChg>
      <pc:sldChg chg="addSp delSp modSp add">
        <pc:chgData name="Daryl Parker" userId="328da9e7c5b634c7" providerId="LiveId" clId="{CC5F71BB-E48E-1A44-9116-DD92F31FD3F9}" dt="2019-10-07T14:15:25.624" v="131" actId="20577"/>
        <pc:sldMkLst>
          <pc:docMk/>
          <pc:sldMk cId="4212242771" sldId="627"/>
        </pc:sldMkLst>
        <pc:spChg chg="mod">
          <ac:chgData name="Daryl Parker" userId="328da9e7c5b634c7" providerId="LiveId" clId="{CC5F71BB-E48E-1A44-9116-DD92F31FD3F9}" dt="2019-10-07T14:15:25.624" v="131" actId="20577"/>
          <ac:spMkLst>
            <pc:docMk/>
            <pc:sldMk cId="4212242771" sldId="627"/>
            <ac:spMk id="2" creationId="{81E2E711-D041-4BB7-B621-2BD26A8EFD07}"/>
          </ac:spMkLst>
        </pc:spChg>
        <pc:spChg chg="add del mod">
          <ac:chgData name="Daryl Parker" userId="328da9e7c5b634c7" providerId="LiveId" clId="{CC5F71BB-E48E-1A44-9116-DD92F31FD3F9}" dt="2019-10-07T14:15:03.743" v="124" actId="478"/>
          <ac:spMkLst>
            <pc:docMk/>
            <pc:sldMk cId="4212242771" sldId="627"/>
            <ac:spMk id="7" creationId="{53C43627-ADD0-2041-AEF2-F1F06A199911}"/>
          </ac:spMkLst>
        </pc:spChg>
        <pc:spChg chg="add del">
          <ac:chgData name="Daryl Parker" userId="328da9e7c5b634c7" providerId="LiveId" clId="{CC5F71BB-E48E-1A44-9116-DD92F31FD3F9}" dt="2019-10-07T14:15:09.568" v="126"/>
          <ac:spMkLst>
            <pc:docMk/>
            <pc:sldMk cId="4212242771" sldId="627"/>
            <ac:spMk id="10" creationId="{52920746-5EFB-F747-B8C3-91429315C955}"/>
          </ac:spMkLst>
        </pc:spChg>
        <pc:spChg chg="add mod">
          <ac:chgData name="Daryl Parker" userId="328da9e7c5b634c7" providerId="LiveId" clId="{CC5F71BB-E48E-1A44-9116-DD92F31FD3F9}" dt="2019-10-07T14:15:19.771" v="130" actId="403"/>
          <ac:spMkLst>
            <pc:docMk/>
            <pc:sldMk cId="4212242771" sldId="627"/>
            <ac:spMk id="11" creationId="{8D99A0B5-39D0-204D-9D50-4E65144B3C68}"/>
          </ac:spMkLst>
        </pc:spChg>
        <pc:spChg chg="del">
          <ac:chgData name="Daryl Parker" userId="328da9e7c5b634c7" providerId="LiveId" clId="{CC5F71BB-E48E-1A44-9116-DD92F31FD3F9}" dt="2019-10-07T14:15:01.759" v="123" actId="478"/>
          <ac:spMkLst>
            <pc:docMk/>
            <pc:sldMk cId="4212242771" sldId="627"/>
            <ac:spMk id="12290" creationId="{1AE05403-95A6-4618-9B22-48782B535B05}"/>
          </ac:spMkLst>
        </pc:spChg>
        <pc:picChg chg="del">
          <ac:chgData name="Daryl Parker" userId="328da9e7c5b634c7" providerId="LiveId" clId="{CC5F71BB-E48E-1A44-9116-DD92F31FD3F9}" dt="2019-10-07T14:14:56.606" v="122" actId="478"/>
          <ac:picMkLst>
            <pc:docMk/>
            <pc:sldMk cId="4212242771" sldId="627"/>
            <ac:picMk id="9" creationId="{09983989-1AB7-4C40-AD13-B77CAB72EB8E}"/>
          </ac:picMkLst>
        </pc:picChg>
      </pc:sldChg>
      <pc:sldChg chg="addSp delSp modSp add modAnim">
        <pc:chgData name="Daryl Parker" userId="328da9e7c5b634c7" providerId="LiveId" clId="{CC5F71BB-E48E-1A44-9116-DD92F31FD3F9}" dt="2019-10-07T14:18:47.785" v="175" actId="113"/>
        <pc:sldMkLst>
          <pc:docMk/>
          <pc:sldMk cId="3954986452" sldId="628"/>
        </pc:sldMkLst>
        <pc:spChg chg="add mod">
          <ac:chgData name="Daryl Parker" userId="328da9e7c5b634c7" providerId="LiveId" clId="{CC5F71BB-E48E-1A44-9116-DD92F31FD3F9}" dt="2019-10-07T14:18:47.785" v="175" actId="113"/>
          <ac:spMkLst>
            <pc:docMk/>
            <pc:sldMk cId="3954986452" sldId="628"/>
            <ac:spMk id="7" creationId="{1D1B9E1B-9498-484D-B4B2-5DFA4CE66E13}"/>
          </ac:spMkLst>
        </pc:spChg>
        <pc:spChg chg="del">
          <ac:chgData name="Daryl Parker" userId="328da9e7c5b634c7" providerId="LiveId" clId="{CC5F71BB-E48E-1A44-9116-DD92F31FD3F9}" dt="2019-10-07T14:16:53.590" v="153" actId="478"/>
          <ac:spMkLst>
            <pc:docMk/>
            <pc:sldMk cId="3954986452" sldId="628"/>
            <ac:spMk id="9" creationId="{0087A33E-7BAC-B742-A7E8-6124E58C6A82}"/>
          </ac:spMkLst>
        </pc:spChg>
        <pc:picChg chg="del">
          <ac:chgData name="Daryl Parker" userId="328da9e7c5b634c7" providerId="LiveId" clId="{CC5F71BB-E48E-1A44-9116-DD92F31FD3F9}" dt="2019-10-07T14:17:15.911" v="160" actId="478"/>
          <ac:picMkLst>
            <pc:docMk/>
            <pc:sldMk cId="3954986452" sldId="628"/>
            <ac:picMk id="10" creationId="{7FF3C5E0-7350-B049-B3F9-9DDD255FB1F0}"/>
          </ac:picMkLst>
        </pc:picChg>
        <pc:picChg chg="del">
          <ac:chgData name="Daryl Parker" userId="328da9e7c5b634c7" providerId="LiveId" clId="{CC5F71BB-E48E-1A44-9116-DD92F31FD3F9}" dt="2019-10-07T14:17:16.399" v="161" actId="478"/>
          <ac:picMkLst>
            <pc:docMk/>
            <pc:sldMk cId="3954986452" sldId="628"/>
            <ac:picMk id="11" creationId="{761EC6E4-7EDC-8E4A-B0F9-805E00477560}"/>
          </ac:picMkLst>
        </pc:picChg>
      </pc:sldChg>
      <pc:sldChg chg="addSp delSp modSp add modAnim">
        <pc:chgData name="Daryl Parker" userId="328da9e7c5b634c7" providerId="LiveId" clId="{CC5F71BB-E48E-1A44-9116-DD92F31FD3F9}" dt="2019-10-07T14:27:27.691" v="305" actId="207"/>
        <pc:sldMkLst>
          <pc:docMk/>
          <pc:sldMk cId="878264570" sldId="629"/>
        </pc:sldMkLst>
        <pc:spChg chg="mod">
          <ac:chgData name="Daryl Parker" userId="328da9e7c5b634c7" providerId="LiveId" clId="{CC5F71BB-E48E-1A44-9116-DD92F31FD3F9}" dt="2019-10-07T14:19:12.782" v="193" actId="20577"/>
          <ac:spMkLst>
            <pc:docMk/>
            <pc:sldMk cId="878264570" sldId="629"/>
            <ac:spMk id="2" creationId="{81E2E711-D041-4BB7-B621-2BD26A8EFD07}"/>
          </ac:spMkLst>
        </pc:spChg>
        <pc:spChg chg="del">
          <ac:chgData name="Daryl Parker" userId="328da9e7c5b634c7" providerId="LiveId" clId="{CC5F71BB-E48E-1A44-9116-DD92F31FD3F9}" dt="2019-10-07T14:19:15.236" v="194" actId="478"/>
          <ac:spMkLst>
            <pc:docMk/>
            <pc:sldMk cId="878264570" sldId="629"/>
            <ac:spMk id="7" creationId="{1D1B9E1B-9498-484D-B4B2-5DFA4CE66E13}"/>
          </ac:spMkLst>
        </pc:spChg>
        <pc:spChg chg="add del mod">
          <ac:chgData name="Daryl Parker" userId="328da9e7c5b634c7" providerId="LiveId" clId="{CC5F71BB-E48E-1A44-9116-DD92F31FD3F9}" dt="2019-10-07T14:19:17.955" v="195" actId="478"/>
          <ac:spMkLst>
            <pc:docMk/>
            <pc:sldMk cId="878264570" sldId="629"/>
            <ac:spMk id="8" creationId="{0FDC09EA-95EA-ED47-A37F-8892E6C01A8D}"/>
          </ac:spMkLst>
        </pc:spChg>
        <pc:spChg chg="add">
          <ac:chgData name="Daryl Parker" userId="328da9e7c5b634c7" providerId="LiveId" clId="{CC5F71BB-E48E-1A44-9116-DD92F31FD3F9}" dt="2019-10-07T14:19:19.159" v="196"/>
          <ac:spMkLst>
            <pc:docMk/>
            <pc:sldMk cId="878264570" sldId="629"/>
            <ac:spMk id="9" creationId="{875BCC2C-DC4A-044A-8ED6-B797DF2A23E8}"/>
          </ac:spMkLst>
        </pc:spChg>
        <pc:spChg chg="add mod">
          <ac:chgData name="Daryl Parker" userId="328da9e7c5b634c7" providerId="LiveId" clId="{CC5F71BB-E48E-1A44-9116-DD92F31FD3F9}" dt="2019-10-07T14:27:27.691" v="305" actId="207"/>
          <ac:spMkLst>
            <pc:docMk/>
            <pc:sldMk cId="878264570" sldId="629"/>
            <ac:spMk id="10" creationId="{5963B909-4F6D-C245-80FC-AE739DACD516}"/>
          </ac:spMkLst>
        </pc:spChg>
        <pc:spChg chg="add del mod">
          <ac:chgData name="Daryl Parker" userId="328da9e7c5b634c7" providerId="LiveId" clId="{CC5F71BB-E48E-1A44-9116-DD92F31FD3F9}" dt="2019-10-07T14:19:58.278" v="199" actId="478"/>
          <ac:spMkLst>
            <pc:docMk/>
            <pc:sldMk cId="878264570" sldId="629"/>
            <ac:spMk id="12" creationId="{6D2A2370-7999-034A-84C5-BDF03AF78692}"/>
          </ac:spMkLst>
        </pc:spChg>
        <pc:spChg chg="add mod">
          <ac:chgData name="Daryl Parker" userId="328da9e7c5b634c7" providerId="LiveId" clId="{CC5F71BB-E48E-1A44-9116-DD92F31FD3F9}" dt="2019-10-07T14:26:30.652" v="275" actId="14100"/>
          <ac:spMkLst>
            <pc:docMk/>
            <pc:sldMk cId="878264570" sldId="629"/>
            <ac:spMk id="13" creationId="{02A2EECF-97FA-0A4F-A8CC-9DA88E041613}"/>
          </ac:spMkLst>
        </pc:spChg>
        <pc:spChg chg="add del mod">
          <ac:chgData name="Daryl Parker" userId="328da9e7c5b634c7" providerId="LiveId" clId="{CC5F71BB-E48E-1A44-9116-DD92F31FD3F9}" dt="2019-10-07T14:21:20.921" v="204" actId="478"/>
          <ac:spMkLst>
            <pc:docMk/>
            <pc:sldMk cId="878264570" sldId="629"/>
            <ac:spMk id="15" creationId="{FF2D7962-05E4-2E47-97FA-A58F003C555B}"/>
          </ac:spMkLst>
        </pc:spChg>
        <pc:spChg chg="add mod">
          <ac:chgData name="Daryl Parker" userId="328da9e7c5b634c7" providerId="LiveId" clId="{CC5F71BB-E48E-1A44-9116-DD92F31FD3F9}" dt="2019-10-07T14:26:22.676" v="273" actId="14100"/>
          <ac:spMkLst>
            <pc:docMk/>
            <pc:sldMk cId="878264570" sldId="629"/>
            <ac:spMk id="22" creationId="{0B23367E-2F56-F841-A13F-12D7C6A7924D}"/>
          </ac:spMkLst>
        </pc:spChg>
        <pc:spChg chg="add del mod">
          <ac:chgData name="Daryl Parker" userId="328da9e7c5b634c7" providerId="LiveId" clId="{CC5F71BB-E48E-1A44-9116-DD92F31FD3F9}" dt="2019-10-07T14:21:29.457" v="208" actId="478"/>
          <ac:spMkLst>
            <pc:docMk/>
            <pc:sldMk cId="878264570" sldId="629"/>
            <ac:spMk id="25" creationId="{87A8045D-A84E-F149-9149-4A6A5FA448BA}"/>
          </ac:spMkLst>
        </pc:spChg>
        <pc:spChg chg="add del">
          <ac:chgData name="Daryl Parker" userId="328da9e7c5b634c7" providerId="LiveId" clId="{CC5F71BB-E48E-1A44-9116-DD92F31FD3F9}" dt="2019-10-07T14:21:26.882" v="206" actId="478"/>
          <ac:spMkLst>
            <pc:docMk/>
            <pc:sldMk cId="878264570" sldId="629"/>
            <ac:spMk id="27" creationId="{72E8BC10-470C-C843-AD62-8C7CD3D3BF7D}"/>
          </ac:spMkLst>
        </pc:spChg>
        <pc:spChg chg="add mod">
          <ac:chgData name="Daryl Parker" userId="328da9e7c5b634c7" providerId="LiveId" clId="{CC5F71BB-E48E-1A44-9116-DD92F31FD3F9}" dt="2019-10-07T14:26:54.682" v="289" actId="1076"/>
          <ac:spMkLst>
            <pc:docMk/>
            <pc:sldMk cId="878264570" sldId="629"/>
            <ac:spMk id="38" creationId="{E3B16D75-82FF-C54B-952A-489A2C788A50}"/>
          </ac:spMkLst>
        </pc:spChg>
        <pc:grpChg chg="add del mod">
          <ac:chgData name="Daryl Parker" userId="328da9e7c5b634c7" providerId="LiveId" clId="{CC5F71BB-E48E-1A44-9116-DD92F31FD3F9}" dt="2019-10-07T14:24:05.055" v="230" actId="478"/>
          <ac:grpSpMkLst>
            <pc:docMk/>
            <pc:sldMk cId="878264570" sldId="629"/>
            <ac:grpSpMk id="16" creationId="{A644BD84-5324-1F48-AAED-6FDA968E94CD}"/>
          </ac:grpSpMkLst>
        </pc:grpChg>
        <pc:picChg chg="add del mod">
          <ac:chgData name="Daryl Parker" userId="328da9e7c5b634c7" providerId="LiveId" clId="{CC5F71BB-E48E-1A44-9116-DD92F31FD3F9}" dt="2019-10-07T14:23:01.041" v="219" actId="478"/>
          <ac:picMkLst>
            <pc:docMk/>
            <pc:sldMk cId="878264570" sldId="629"/>
            <ac:picMk id="11" creationId="{FF9FD526-C2A7-DD4D-8F74-7D6928EE553E}"/>
          </ac:picMkLst>
        </pc:picChg>
        <pc:picChg chg="add del mod">
          <ac:chgData name="Daryl Parker" userId="328da9e7c5b634c7" providerId="LiveId" clId="{CC5F71BB-E48E-1A44-9116-DD92F31FD3F9}" dt="2019-10-07T14:23:02.032" v="220" actId="478"/>
          <ac:picMkLst>
            <pc:docMk/>
            <pc:sldMk cId="878264570" sldId="629"/>
            <ac:picMk id="14" creationId="{822C0EB9-5135-9C4B-98E7-1ED6E1ABBC2C}"/>
          </ac:picMkLst>
        </pc:picChg>
        <pc:picChg chg="add del mod">
          <ac:chgData name="Daryl Parker" userId="328da9e7c5b634c7" providerId="LiveId" clId="{CC5F71BB-E48E-1A44-9116-DD92F31FD3F9}" dt="2019-10-07T14:21:29.457" v="208" actId="478"/>
          <ac:picMkLst>
            <pc:docMk/>
            <pc:sldMk cId="878264570" sldId="629"/>
            <ac:picMk id="24" creationId="{39837425-9496-A14B-B6B6-12F96C455742}"/>
          </ac:picMkLst>
        </pc:picChg>
        <pc:picChg chg="add del mod">
          <ac:chgData name="Daryl Parker" userId="328da9e7c5b634c7" providerId="LiveId" clId="{CC5F71BB-E48E-1A44-9116-DD92F31FD3F9}" dt="2019-10-07T14:21:28.706" v="207" actId="478"/>
          <ac:picMkLst>
            <pc:docMk/>
            <pc:sldMk cId="878264570" sldId="629"/>
            <ac:picMk id="26" creationId="{14F23D15-EBBA-A440-887D-4741EBA870A5}"/>
          </ac:picMkLst>
        </pc:picChg>
        <pc:picChg chg="add mod modCrop">
          <ac:chgData name="Daryl Parker" userId="328da9e7c5b634c7" providerId="LiveId" clId="{CC5F71BB-E48E-1A44-9116-DD92F31FD3F9}" dt="2019-10-07T14:25:03.537" v="245" actId="1036"/>
          <ac:picMkLst>
            <pc:docMk/>
            <pc:sldMk cId="878264570" sldId="629"/>
            <ac:picMk id="28" creationId="{9BC38950-6771-B347-AECF-AE2CA1946B14}"/>
          </ac:picMkLst>
        </pc:picChg>
        <pc:picChg chg="add mod">
          <ac:chgData name="Daryl Parker" userId="328da9e7c5b634c7" providerId="LiveId" clId="{CC5F71BB-E48E-1A44-9116-DD92F31FD3F9}" dt="2019-10-07T14:25:03.537" v="245" actId="1036"/>
          <ac:picMkLst>
            <pc:docMk/>
            <pc:sldMk cId="878264570" sldId="629"/>
            <ac:picMk id="29" creationId="{0BA8CC9F-885C-664E-ACBF-992F00BDC7D9}"/>
          </ac:picMkLst>
        </pc:picChg>
        <pc:picChg chg="add mod">
          <ac:chgData name="Daryl Parker" userId="328da9e7c5b634c7" providerId="LiveId" clId="{CC5F71BB-E48E-1A44-9116-DD92F31FD3F9}" dt="2019-10-07T14:25:03.537" v="245" actId="1036"/>
          <ac:picMkLst>
            <pc:docMk/>
            <pc:sldMk cId="878264570" sldId="629"/>
            <ac:picMk id="31" creationId="{43201309-F2AE-F840-AAE9-4A30F8AB15D1}"/>
          </ac:picMkLst>
        </pc:picChg>
        <pc:picChg chg="add mod">
          <ac:chgData name="Daryl Parker" userId="328da9e7c5b634c7" providerId="LiveId" clId="{CC5F71BB-E48E-1A44-9116-DD92F31FD3F9}" dt="2019-10-07T14:25:03.537" v="245" actId="1036"/>
          <ac:picMkLst>
            <pc:docMk/>
            <pc:sldMk cId="878264570" sldId="629"/>
            <ac:picMk id="32" creationId="{6B20F8E5-DE11-514D-9B73-A8CE46C9BCB2}"/>
          </ac:picMkLst>
        </pc:picChg>
        <pc:picChg chg="add del mod">
          <ac:chgData name="Daryl Parker" userId="328da9e7c5b634c7" providerId="LiveId" clId="{CC5F71BB-E48E-1A44-9116-DD92F31FD3F9}" dt="2019-10-07T14:26:00.695" v="265" actId="478"/>
          <ac:picMkLst>
            <pc:docMk/>
            <pc:sldMk cId="878264570" sldId="629"/>
            <ac:picMk id="34" creationId="{3526C853-F406-2444-8CCA-F51665651B37}"/>
          </ac:picMkLst>
        </pc:picChg>
        <pc:picChg chg="add del">
          <ac:chgData name="Daryl Parker" userId="328da9e7c5b634c7" providerId="LiveId" clId="{CC5F71BB-E48E-1A44-9116-DD92F31FD3F9}" dt="2019-10-07T14:26:03.357" v="267"/>
          <ac:picMkLst>
            <pc:docMk/>
            <pc:sldMk cId="878264570" sldId="629"/>
            <ac:picMk id="35" creationId="{2FF69AB3-63D6-7240-825C-DB34B3F8309C}"/>
          </ac:picMkLst>
        </pc:picChg>
        <pc:picChg chg="add mod">
          <ac:chgData name="Daryl Parker" userId="328da9e7c5b634c7" providerId="LiveId" clId="{CC5F71BB-E48E-1A44-9116-DD92F31FD3F9}" dt="2019-10-07T14:26:26.276" v="274" actId="1076"/>
          <ac:picMkLst>
            <pc:docMk/>
            <pc:sldMk cId="878264570" sldId="629"/>
            <ac:picMk id="37" creationId="{D04DC4DF-209F-3648-B55D-09DDD0E726BA}"/>
          </ac:picMkLst>
        </pc:picChg>
      </pc:sldChg>
      <pc:sldChg chg="addSp delSp modSp add">
        <pc:chgData name="Daryl Parker" userId="328da9e7c5b634c7" providerId="LiveId" clId="{CC5F71BB-E48E-1A44-9116-DD92F31FD3F9}" dt="2019-10-07T14:27:34.149" v="308" actId="207"/>
        <pc:sldMkLst>
          <pc:docMk/>
          <pc:sldMk cId="2109092328" sldId="630"/>
        </pc:sldMkLst>
        <pc:spChg chg="del">
          <ac:chgData name="Daryl Parker" userId="328da9e7c5b634c7" providerId="LiveId" clId="{CC5F71BB-E48E-1A44-9116-DD92F31FD3F9}" dt="2019-10-07T14:27:18.493" v="300" actId="478"/>
          <ac:spMkLst>
            <pc:docMk/>
            <pc:sldMk cId="2109092328" sldId="630"/>
            <ac:spMk id="10" creationId="{5963B909-4F6D-C245-80FC-AE739DACD516}"/>
          </ac:spMkLst>
        </pc:spChg>
        <pc:spChg chg="add mod">
          <ac:chgData name="Daryl Parker" userId="328da9e7c5b634c7" providerId="LiveId" clId="{CC5F71BB-E48E-1A44-9116-DD92F31FD3F9}" dt="2019-10-07T14:27:12.041" v="299" actId="1076"/>
          <ac:spMkLst>
            <pc:docMk/>
            <pc:sldMk cId="2109092328" sldId="630"/>
            <ac:spMk id="18" creationId="{3495FED7-DCB1-7440-874D-D31066DD5E67}"/>
          </ac:spMkLst>
        </pc:spChg>
        <pc:spChg chg="add mod">
          <ac:chgData name="Daryl Parker" userId="328da9e7c5b634c7" providerId="LiveId" clId="{CC5F71BB-E48E-1A44-9116-DD92F31FD3F9}" dt="2019-10-07T14:27:34.149" v="308" actId="207"/>
          <ac:spMkLst>
            <pc:docMk/>
            <pc:sldMk cId="2109092328" sldId="630"/>
            <ac:spMk id="19" creationId="{43F3FACB-C8C3-D744-8F64-9B632507D5EF}"/>
          </ac:spMkLst>
        </pc:spChg>
        <pc:spChg chg="mod">
          <ac:chgData name="Daryl Parker" userId="328da9e7c5b634c7" providerId="LiveId" clId="{CC5F71BB-E48E-1A44-9116-DD92F31FD3F9}" dt="2019-10-07T14:25:32.973" v="261" actId="1076"/>
          <ac:spMkLst>
            <pc:docMk/>
            <pc:sldMk cId="2109092328" sldId="630"/>
            <ac:spMk id="22" creationId="{0B23367E-2F56-F841-A13F-12D7C6A7924D}"/>
          </ac:spMkLst>
        </pc:spChg>
        <pc:picChg chg="add del mod">
          <ac:chgData name="Daryl Parker" userId="328da9e7c5b634c7" providerId="LiveId" clId="{CC5F71BB-E48E-1A44-9116-DD92F31FD3F9}" dt="2019-10-07T14:25:57.847" v="264" actId="931"/>
          <ac:picMkLst>
            <pc:docMk/>
            <pc:sldMk cId="2109092328" sldId="630"/>
            <ac:picMk id="8" creationId="{0182572D-7DAD-2A44-9C74-2F3F2180E9AB}"/>
          </ac:picMkLst>
        </pc:picChg>
        <pc:picChg chg="mod">
          <ac:chgData name="Daryl Parker" userId="328da9e7c5b634c7" providerId="LiveId" clId="{CC5F71BB-E48E-1A44-9116-DD92F31FD3F9}" dt="2019-10-07T14:25:34.211" v="262" actId="1076"/>
          <ac:picMkLst>
            <pc:docMk/>
            <pc:sldMk cId="2109092328" sldId="630"/>
            <ac:picMk id="28" creationId="{9BC38950-6771-B347-AECF-AE2CA1946B14}"/>
          </ac:picMkLst>
        </pc:picChg>
        <pc:picChg chg="del">
          <ac:chgData name="Daryl Parker" userId="328da9e7c5b634c7" providerId="LiveId" clId="{CC5F71BB-E48E-1A44-9116-DD92F31FD3F9}" dt="2019-10-07T14:25:18.935" v="253" actId="478"/>
          <ac:picMkLst>
            <pc:docMk/>
            <pc:sldMk cId="2109092328" sldId="630"/>
            <ac:picMk id="29" creationId="{0BA8CC9F-885C-664E-ACBF-992F00BDC7D9}"/>
          </ac:picMkLst>
        </pc:picChg>
        <pc:picChg chg="del">
          <ac:chgData name="Daryl Parker" userId="328da9e7c5b634c7" providerId="LiveId" clId="{CC5F71BB-E48E-1A44-9116-DD92F31FD3F9}" dt="2019-10-07T14:25:15.686" v="251" actId="478"/>
          <ac:picMkLst>
            <pc:docMk/>
            <pc:sldMk cId="2109092328" sldId="630"/>
            <ac:picMk id="31" creationId="{43201309-F2AE-F840-AAE9-4A30F8AB15D1}"/>
          </ac:picMkLst>
        </pc:picChg>
        <pc:picChg chg="mod">
          <ac:chgData name="Daryl Parker" userId="328da9e7c5b634c7" providerId="LiveId" clId="{CC5F71BB-E48E-1A44-9116-DD92F31FD3F9}" dt="2019-10-07T14:25:24.501" v="257" actId="1076"/>
          <ac:picMkLst>
            <pc:docMk/>
            <pc:sldMk cId="2109092328" sldId="630"/>
            <ac:picMk id="32" creationId="{6B20F8E5-DE11-514D-9B73-A8CE46C9BCB2}"/>
          </ac:picMkLst>
        </pc:picChg>
        <pc:picChg chg="mod">
          <ac:chgData name="Daryl Parker" userId="328da9e7c5b634c7" providerId="LiveId" clId="{CC5F71BB-E48E-1A44-9116-DD92F31FD3F9}" dt="2019-10-07T14:27:02.524" v="292" actId="1076"/>
          <ac:picMkLst>
            <pc:docMk/>
            <pc:sldMk cId="2109092328" sldId="630"/>
            <ac:picMk id="34" creationId="{3526C853-F406-2444-8CCA-F51665651B37}"/>
          </ac:picMkLst>
        </pc:picChg>
      </pc:sldChg>
      <pc:sldChg chg="addSp delSp modSp add modAnim">
        <pc:chgData name="Daryl Parker" userId="328da9e7c5b634c7" providerId="LiveId" clId="{CC5F71BB-E48E-1A44-9116-DD92F31FD3F9}" dt="2019-10-07T14:30:24.963" v="329" actId="207"/>
        <pc:sldMkLst>
          <pc:docMk/>
          <pc:sldMk cId="1715009293" sldId="631"/>
        </pc:sldMkLst>
        <pc:spChg chg="del">
          <ac:chgData name="Daryl Parker" userId="328da9e7c5b634c7" providerId="LiveId" clId="{CC5F71BB-E48E-1A44-9116-DD92F31FD3F9}" dt="2019-10-07T14:28:25.870" v="310" actId="478"/>
          <ac:spMkLst>
            <pc:docMk/>
            <pc:sldMk cId="1715009293" sldId="631"/>
            <ac:spMk id="9" creationId="{875BCC2C-DC4A-044A-8ED6-B797DF2A23E8}"/>
          </ac:spMkLst>
        </pc:spChg>
        <pc:spChg chg="del">
          <ac:chgData name="Daryl Parker" userId="328da9e7c5b634c7" providerId="LiveId" clId="{CC5F71BB-E48E-1A44-9116-DD92F31FD3F9}" dt="2019-10-07T14:28:29.268" v="311" actId="478"/>
          <ac:spMkLst>
            <pc:docMk/>
            <pc:sldMk cId="1715009293" sldId="631"/>
            <ac:spMk id="13" creationId="{02A2EECF-97FA-0A4F-A8CC-9DA88E041613}"/>
          </ac:spMkLst>
        </pc:spChg>
        <pc:spChg chg="del">
          <ac:chgData name="Daryl Parker" userId="328da9e7c5b634c7" providerId="LiveId" clId="{CC5F71BB-E48E-1A44-9116-DD92F31FD3F9}" dt="2019-10-07T14:28:29.268" v="311" actId="478"/>
          <ac:spMkLst>
            <pc:docMk/>
            <pc:sldMk cId="1715009293" sldId="631"/>
            <ac:spMk id="18" creationId="{3495FED7-DCB1-7440-874D-D31066DD5E67}"/>
          </ac:spMkLst>
        </pc:spChg>
        <pc:spChg chg="del">
          <ac:chgData name="Daryl Parker" userId="328da9e7c5b634c7" providerId="LiveId" clId="{CC5F71BB-E48E-1A44-9116-DD92F31FD3F9}" dt="2019-10-07T14:28:29.268" v="311" actId="478"/>
          <ac:spMkLst>
            <pc:docMk/>
            <pc:sldMk cId="1715009293" sldId="631"/>
            <ac:spMk id="19" creationId="{43F3FACB-C8C3-D744-8F64-9B632507D5EF}"/>
          </ac:spMkLst>
        </pc:spChg>
        <pc:spChg chg="del">
          <ac:chgData name="Daryl Parker" userId="328da9e7c5b634c7" providerId="LiveId" clId="{CC5F71BB-E48E-1A44-9116-DD92F31FD3F9}" dt="2019-10-07T14:28:29.268" v="311" actId="478"/>
          <ac:spMkLst>
            <pc:docMk/>
            <pc:sldMk cId="1715009293" sldId="631"/>
            <ac:spMk id="22" creationId="{0B23367E-2F56-F841-A13F-12D7C6A7924D}"/>
          </ac:spMkLst>
        </pc:spChg>
        <pc:spChg chg="add mod">
          <ac:chgData name="Daryl Parker" userId="328da9e7c5b634c7" providerId="LiveId" clId="{CC5F71BB-E48E-1A44-9116-DD92F31FD3F9}" dt="2019-10-07T14:30:24.963" v="329" actId="207"/>
          <ac:spMkLst>
            <pc:docMk/>
            <pc:sldMk cId="1715009293" sldId="631"/>
            <ac:spMk id="26" creationId="{C5BBA01A-D6E8-1F48-81AD-097FF27E2036}"/>
          </ac:spMkLst>
        </pc:spChg>
        <pc:picChg chg="add mod">
          <ac:chgData name="Daryl Parker" userId="328da9e7c5b634c7" providerId="LiveId" clId="{CC5F71BB-E48E-1A44-9116-DD92F31FD3F9}" dt="2019-10-07T14:28:36.776" v="314" actId="1076"/>
          <ac:picMkLst>
            <pc:docMk/>
            <pc:sldMk cId="1715009293" sldId="631"/>
            <ac:picMk id="15" creationId="{7C6C32D0-CEE7-EB42-846C-59E724D986AA}"/>
          </ac:picMkLst>
        </pc:picChg>
        <pc:picChg chg="add mod">
          <ac:chgData name="Daryl Parker" userId="328da9e7c5b634c7" providerId="LiveId" clId="{CC5F71BB-E48E-1A44-9116-DD92F31FD3F9}" dt="2019-10-07T14:28:33.683" v="313" actId="1076"/>
          <ac:picMkLst>
            <pc:docMk/>
            <pc:sldMk cId="1715009293" sldId="631"/>
            <ac:picMk id="16" creationId="{773B2689-6212-BD4E-897A-96CF317BE182}"/>
          </ac:picMkLst>
        </pc:picChg>
        <pc:picChg chg="add mod">
          <ac:chgData name="Daryl Parker" userId="328da9e7c5b634c7" providerId="LiveId" clId="{CC5F71BB-E48E-1A44-9116-DD92F31FD3F9}" dt="2019-10-07T14:28:38.283" v="315" actId="1076"/>
          <ac:picMkLst>
            <pc:docMk/>
            <pc:sldMk cId="1715009293" sldId="631"/>
            <ac:picMk id="17" creationId="{6F174CD4-83D8-5348-BB96-C535D5B2375E}"/>
          </ac:picMkLst>
        </pc:picChg>
        <pc:picChg chg="add mod">
          <ac:chgData name="Daryl Parker" userId="328da9e7c5b634c7" providerId="LiveId" clId="{CC5F71BB-E48E-1A44-9116-DD92F31FD3F9}" dt="2019-10-07T14:28:40.613" v="316" actId="1076"/>
          <ac:picMkLst>
            <pc:docMk/>
            <pc:sldMk cId="1715009293" sldId="631"/>
            <ac:picMk id="20" creationId="{8B26EC39-A2E1-A642-AA7B-701C1C192C06}"/>
          </ac:picMkLst>
        </pc:picChg>
        <pc:picChg chg="del">
          <ac:chgData name="Daryl Parker" userId="328da9e7c5b634c7" providerId="LiveId" clId="{CC5F71BB-E48E-1A44-9116-DD92F31FD3F9}" dt="2019-10-07T14:28:29.268" v="311" actId="478"/>
          <ac:picMkLst>
            <pc:docMk/>
            <pc:sldMk cId="1715009293" sldId="631"/>
            <ac:picMk id="28" creationId="{9BC38950-6771-B347-AECF-AE2CA1946B14}"/>
          </ac:picMkLst>
        </pc:picChg>
        <pc:picChg chg="del">
          <ac:chgData name="Daryl Parker" userId="328da9e7c5b634c7" providerId="LiveId" clId="{CC5F71BB-E48E-1A44-9116-DD92F31FD3F9}" dt="2019-10-07T14:28:29.268" v="311" actId="478"/>
          <ac:picMkLst>
            <pc:docMk/>
            <pc:sldMk cId="1715009293" sldId="631"/>
            <ac:picMk id="32" creationId="{6B20F8E5-DE11-514D-9B73-A8CE46C9BCB2}"/>
          </ac:picMkLst>
        </pc:picChg>
        <pc:picChg chg="del">
          <ac:chgData name="Daryl Parker" userId="328da9e7c5b634c7" providerId="LiveId" clId="{CC5F71BB-E48E-1A44-9116-DD92F31FD3F9}" dt="2019-10-07T14:28:29.268" v="311" actId="478"/>
          <ac:picMkLst>
            <pc:docMk/>
            <pc:sldMk cId="1715009293" sldId="631"/>
            <ac:picMk id="34" creationId="{3526C853-F406-2444-8CCA-F51665651B37}"/>
          </ac:picMkLst>
        </pc:picChg>
        <pc:cxnChg chg="add mod">
          <ac:chgData name="Daryl Parker" userId="328da9e7c5b634c7" providerId="LiveId" clId="{CC5F71BB-E48E-1A44-9116-DD92F31FD3F9}" dt="2019-10-07T14:29:47.395" v="321" actId="13822"/>
          <ac:cxnSpMkLst>
            <pc:docMk/>
            <pc:sldMk cId="1715009293" sldId="631"/>
            <ac:cxnSpMk id="21" creationId="{24C2645B-16FF-DB41-9C29-82CBAD0B29A8}"/>
          </ac:cxnSpMkLst>
        </pc:cxnChg>
        <pc:cxnChg chg="add mod">
          <ac:chgData name="Daryl Parker" userId="328da9e7c5b634c7" providerId="LiveId" clId="{CC5F71BB-E48E-1A44-9116-DD92F31FD3F9}" dt="2019-10-07T14:29:47.395" v="321" actId="13822"/>
          <ac:cxnSpMkLst>
            <pc:docMk/>
            <pc:sldMk cId="1715009293" sldId="631"/>
            <ac:cxnSpMk id="23" creationId="{9F742A5D-7FD0-464E-8137-69476CA37E51}"/>
          </ac:cxnSpMkLst>
        </pc:cxnChg>
        <pc:cxnChg chg="add mod">
          <ac:chgData name="Daryl Parker" userId="328da9e7c5b634c7" providerId="LiveId" clId="{CC5F71BB-E48E-1A44-9116-DD92F31FD3F9}" dt="2019-10-07T14:29:47.395" v="321" actId="13822"/>
          <ac:cxnSpMkLst>
            <pc:docMk/>
            <pc:sldMk cId="1715009293" sldId="631"/>
            <ac:cxnSpMk id="24" creationId="{50A3D7F5-19FA-E74C-89CD-C097E48F08F7}"/>
          </ac:cxnSpMkLst>
        </pc:cxnChg>
        <pc:cxnChg chg="add mod">
          <ac:chgData name="Daryl Parker" userId="328da9e7c5b634c7" providerId="LiveId" clId="{CC5F71BB-E48E-1A44-9116-DD92F31FD3F9}" dt="2019-10-07T14:29:47.395" v="321" actId="13822"/>
          <ac:cxnSpMkLst>
            <pc:docMk/>
            <pc:sldMk cId="1715009293" sldId="631"/>
            <ac:cxnSpMk id="25" creationId="{258F56C4-F109-0F4D-BDAB-F03B75F20230}"/>
          </ac:cxnSpMkLst>
        </pc:cxnChg>
        <pc:cxnChg chg="add mod">
          <ac:chgData name="Daryl Parker" userId="328da9e7c5b634c7" providerId="LiveId" clId="{CC5F71BB-E48E-1A44-9116-DD92F31FD3F9}" dt="2019-10-07T14:30:15.577" v="328" actId="14100"/>
          <ac:cxnSpMkLst>
            <pc:docMk/>
            <pc:sldMk cId="1715009293" sldId="631"/>
            <ac:cxnSpMk id="27" creationId="{65D0FCB8-2522-3245-9BCB-E9D47E553AAC}"/>
          </ac:cxnSpMkLst>
        </pc:cxnChg>
      </pc:sldChg>
      <pc:sldChg chg="modSp add">
        <pc:chgData name="Daryl Parker" userId="328da9e7c5b634c7" providerId="LiveId" clId="{CC5F71BB-E48E-1A44-9116-DD92F31FD3F9}" dt="2019-10-07T14:34:07.193" v="492" actId="20577"/>
        <pc:sldMkLst>
          <pc:docMk/>
          <pc:sldMk cId="1803041474" sldId="632"/>
        </pc:sldMkLst>
        <pc:spChg chg="mod">
          <ac:chgData name="Daryl Parker" userId="328da9e7c5b634c7" providerId="LiveId" clId="{CC5F71BB-E48E-1A44-9116-DD92F31FD3F9}" dt="2019-10-07T14:34:07.193" v="492" actId="20577"/>
          <ac:spMkLst>
            <pc:docMk/>
            <pc:sldMk cId="1803041474" sldId="632"/>
            <ac:spMk id="12290" creationId="{1AE05403-95A6-4618-9B22-48782B535B05}"/>
          </ac:spMkLst>
        </pc:spChg>
      </pc:sldChg>
      <pc:sldChg chg="addSp delSp modSp add">
        <pc:chgData name="Daryl Parker" userId="328da9e7c5b634c7" providerId="LiveId" clId="{CC5F71BB-E48E-1A44-9116-DD92F31FD3F9}" dt="2019-10-07T14:44:39.225" v="594" actId="20577"/>
        <pc:sldMkLst>
          <pc:docMk/>
          <pc:sldMk cId="3750478191" sldId="633"/>
        </pc:sldMkLst>
        <pc:spChg chg="mod">
          <ac:chgData name="Daryl Parker" userId="328da9e7c5b634c7" providerId="LiveId" clId="{CC5F71BB-E48E-1A44-9116-DD92F31FD3F9}" dt="2019-10-07T14:44:39.225" v="594" actId="20577"/>
          <ac:spMkLst>
            <pc:docMk/>
            <pc:sldMk cId="3750478191" sldId="633"/>
            <ac:spMk id="2" creationId="{81E2E711-D041-4BB7-B621-2BD26A8EFD07}"/>
          </ac:spMkLst>
        </pc:spChg>
        <pc:spChg chg="add del mod">
          <ac:chgData name="Daryl Parker" userId="328da9e7c5b634c7" providerId="LiveId" clId="{CC5F71BB-E48E-1A44-9116-DD92F31FD3F9}" dt="2019-10-07T14:43:40.641" v="574" actId="478"/>
          <ac:spMkLst>
            <pc:docMk/>
            <pc:sldMk cId="3750478191" sldId="633"/>
            <ac:spMk id="7" creationId="{956BB189-777C-2745-AD1A-D4F4378445A7}"/>
          </ac:spMkLst>
        </pc:spChg>
        <pc:spChg chg="del">
          <ac:chgData name="Daryl Parker" userId="328da9e7c5b634c7" providerId="LiveId" clId="{CC5F71BB-E48E-1A44-9116-DD92F31FD3F9}" dt="2019-10-07T14:43:37.599" v="572" actId="478"/>
          <ac:spMkLst>
            <pc:docMk/>
            <pc:sldMk cId="3750478191" sldId="633"/>
            <ac:spMk id="11" creationId="{B59A6BA8-59BE-A246-8159-6A090C6AD637}"/>
          </ac:spMkLst>
        </pc:spChg>
        <pc:picChg chg="del">
          <ac:chgData name="Daryl Parker" userId="328da9e7c5b634c7" providerId="LiveId" clId="{CC5F71BB-E48E-1A44-9116-DD92F31FD3F9}" dt="2019-10-07T14:43:34.442" v="571" actId="478"/>
          <ac:picMkLst>
            <pc:docMk/>
            <pc:sldMk cId="3750478191" sldId="633"/>
            <ac:picMk id="8" creationId="{08245842-89DA-984E-82D8-CFEA726E979F}"/>
          </ac:picMkLst>
        </pc:picChg>
        <pc:picChg chg="add mod">
          <ac:chgData name="Daryl Parker" userId="328da9e7c5b634c7" providerId="LiveId" clId="{CC5F71BB-E48E-1A44-9116-DD92F31FD3F9}" dt="2019-10-07T14:43:50.921" v="578" actId="14100"/>
          <ac:picMkLst>
            <pc:docMk/>
            <pc:sldMk cId="3750478191" sldId="633"/>
            <ac:picMk id="10" creationId="{84F4B1C1-75B8-A944-923F-59F5986B6316}"/>
          </ac:picMkLst>
        </pc:picChg>
        <pc:picChg chg="add mod">
          <ac:chgData name="Daryl Parker" userId="328da9e7c5b634c7" providerId="LiveId" clId="{CC5F71BB-E48E-1A44-9116-DD92F31FD3F9}" dt="2019-10-07T14:44:02.847" v="580" actId="1076"/>
          <ac:picMkLst>
            <pc:docMk/>
            <pc:sldMk cId="3750478191" sldId="633"/>
            <ac:picMk id="12" creationId="{6C5EF274-B718-1941-833C-0C85059570B2}"/>
          </ac:picMkLst>
        </pc:picChg>
        <pc:picChg chg="add mod">
          <ac:chgData name="Daryl Parker" userId="328da9e7c5b634c7" providerId="LiveId" clId="{CC5F71BB-E48E-1A44-9116-DD92F31FD3F9}" dt="2019-10-07T14:44:13.556" v="582" actId="1076"/>
          <ac:picMkLst>
            <pc:docMk/>
            <pc:sldMk cId="3750478191" sldId="633"/>
            <ac:picMk id="13" creationId="{87A50745-F21E-2A42-B9F5-242B1709E206}"/>
          </ac:picMkLst>
        </pc:picChg>
        <pc:picChg chg="add mod">
          <ac:chgData name="Daryl Parker" userId="328da9e7c5b634c7" providerId="LiveId" clId="{CC5F71BB-E48E-1A44-9116-DD92F31FD3F9}" dt="2019-10-07T14:44:02.847" v="580" actId="1076"/>
          <ac:picMkLst>
            <pc:docMk/>
            <pc:sldMk cId="3750478191" sldId="633"/>
            <ac:picMk id="14" creationId="{FFC10B1B-EB39-C64C-9859-41DED94EBEEB}"/>
          </ac:picMkLst>
        </pc:picChg>
        <pc:picChg chg="add mod">
          <ac:chgData name="Daryl Parker" userId="328da9e7c5b634c7" providerId="LiveId" clId="{CC5F71BB-E48E-1A44-9116-DD92F31FD3F9}" dt="2019-10-07T14:44:11.306" v="581" actId="1076"/>
          <ac:picMkLst>
            <pc:docMk/>
            <pc:sldMk cId="3750478191" sldId="633"/>
            <ac:picMk id="15" creationId="{D65144B0-C461-BF43-A92E-2D63FCB0AE5D}"/>
          </ac:picMkLst>
        </pc:picChg>
      </pc:sldChg>
      <pc:sldChg chg="addSp delSp modSp add">
        <pc:chgData name="Daryl Parker" userId="328da9e7c5b634c7" providerId="LiveId" clId="{CC5F71BB-E48E-1A44-9116-DD92F31FD3F9}" dt="2019-10-07T14:45:15.780" v="606" actId="1076"/>
        <pc:sldMkLst>
          <pc:docMk/>
          <pc:sldMk cId="3460116654" sldId="634"/>
        </pc:sldMkLst>
        <pc:picChg chg="del">
          <ac:chgData name="Daryl Parker" userId="328da9e7c5b634c7" providerId="LiveId" clId="{CC5F71BB-E48E-1A44-9116-DD92F31FD3F9}" dt="2019-10-07T14:44:46.175" v="596" actId="478"/>
          <ac:picMkLst>
            <pc:docMk/>
            <pc:sldMk cId="3460116654" sldId="634"/>
            <ac:picMk id="10" creationId="{84F4B1C1-75B8-A944-923F-59F5986B6316}"/>
          </ac:picMkLst>
        </pc:picChg>
        <pc:picChg chg="mod">
          <ac:chgData name="Daryl Parker" userId="328da9e7c5b634c7" providerId="LiveId" clId="{CC5F71BB-E48E-1A44-9116-DD92F31FD3F9}" dt="2019-10-07T14:45:12.518" v="605" actId="1076"/>
          <ac:picMkLst>
            <pc:docMk/>
            <pc:sldMk cId="3460116654" sldId="634"/>
            <ac:picMk id="12" creationId="{6C5EF274-B718-1941-833C-0C85059570B2}"/>
          </ac:picMkLst>
        </pc:picChg>
        <pc:picChg chg="del">
          <ac:chgData name="Daryl Parker" userId="328da9e7c5b634c7" providerId="LiveId" clId="{CC5F71BB-E48E-1A44-9116-DD92F31FD3F9}" dt="2019-10-07T14:44:58.783" v="602" actId="478"/>
          <ac:picMkLst>
            <pc:docMk/>
            <pc:sldMk cId="3460116654" sldId="634"/>
            <ac:picMk id="13" creationId="{87A50745-F21E-2A42-B9F5-242B1709E206}"/>
          </ac:picMkLst>
        </pc:picChg>
        <pc:picChg chg="mod">
          <ac:chgData name="Daryl Parker" userId="328da9e7c5b634c7" providerId="LiveId" clId="{CC5F71BB-E48E-1A44-9116-DD92F31FD3F9}" dt="2019-10-07T14:45:15.780" v="606" actId="1076"/>
          <ac:picMkLst>
            <pc:docMk/>
            <pc:sldMk cId="3460116654" sldId="634"/>
            <ac:picMk id="14" creationId="{FFC10B1B-EB39-C64C-9859-41DED94EBEEB}"/>
          </ac:picMkLst>
        </pc:picChg>
        <pc:picChg chg="del">
          <ac:chgData name="Daryl Parker" userId="328da9e7c5b634c7" providerId="LiveId" clId="{CC5F71BB-E48E-1A44-9116-DD92F31FD3F9}" dt="2019-10-07T14:44:57.599" v="601" actId="478"/>
          <ac:picMkLst>
            <pc:docMk/>
            <pc:sldMk cId="3460116654" sldId="634"/>
            <ac:picMk id="15" creationId="{D65144B0-C461-BF43-A92E-2D63FCB0AE5D}"/>
          </ac:picMkLst>
        </pc:picChg>
        <pc:picChg chg="add mod">
          <ac:chgData name="Daryl Parker" userId="328da9e7c5b634c7" providerId="LiveId" clId="{CC5F71BB-E48E-1A44-9116-DD92F31FD3F9}" dt="2019-10-07T14:45:09.886" v="604" actId="1076"/>
          <ac:picMkLst>
            <pc:docMk/>
            <pc:sldMk cId="3460116654" sldId="634"/>
            <ac:picMk id="16" creationId="{F47E8211-758A-5647-94FF-2DA732B15B60}"/>
          </ac:picMkLst>
        </pc:picChg>
      </pc:sldChg>
      <pc:sldChg chg="addSp delSp modSp add modAnim">
        <pc:chgData name="Daryl Parker" userId="328da9e7c5b634c7" providerId="LiveId" clId="{CC5F71BB-E48E-1A44-9116-DD92F31FD3F9}" dt="2019-10-07T14:51:50.453" v="763" actId="20577"/>
        <pc:sldMkLst>
          <pc:docMk/>
          <pc:sldMk cId="1813687393" sldId="635"/>
        </pc:sldMkLst>
        <pc:spChg chg="mod">
          <ac:chgData name="Daryl Parker" userId="328da9e7c5b634c7" providerId="LiveId" clId="{CC5F71BB-E48E-1A44-9116-DD92F31FD3F9}" dt="2019-10-07T14:51:50.453" v="763" actId="20577"/>
          <ac:spMkLst>
            <pc:docMk/>
            <pc:sldMk cId="1813687393" sldId="635"/>
            <ac:spMk id="2" creationId="{E4EC1F1F-46F2-FB4D-9772-87D45EF3B006}"/>
          </ac:spMkLst>
        </pc:spChg>
        <pc:spChg chg="add del">
          <ac:chgData name="Daryl Parker" userId="328da9e7c5b634c7" providerId="LiveId" clId="{CC5F71BB-E48E-1A44-9116-DD92F31FD3F9}" dt="2019-10-07T14:46:33.195" v="610" actId="478"/>
          <ac:spMkLst>
            <pc:docMk/>
            <pc:sldMk cId="1813687393" sldId="635"/>
            <ac:spMk id="8" creationId="{94B232F3-98DC-2643-A655-2A412512782F}"/>
          </ac:spMkLst>
        </pc:spChg>
        <pc:spChg chg="mod">
          <ac:chgData name="Daryl Parker" userId="328da9e7c5b634c7" providerId="LiveId" clId="{CC5F71BB-E48E-1A44-9116-DD92F31FD3F9}" dt="2019-10-07T14:47:49.280" v="624" actId="115"/>
          <ac:spMkLst>
            <pc:docMk/>
            <pc:sldMk cId="1813687393" sldId="635"/>
            <ac:spMk id="22531" creationId="{1EBA7A2C-8E0C-5B40-9D7E-CE478DED6131}"/>
          </ac:spMkLst>
        </pc:spChg>
      </pc:sldChg>
      <pc:sldChg chg="addSp delSp modSp add modAnim">
        <pc:chgData name="Daryl Parker" userId="328da9e7c5b634c7" providerId="LiveId" clId="{CC5F71BB-E48E-1A44-9116-DD92F31FD3F9}" dt="2019-10-07T14:53:39.637" v="772" actId="14100"/>
        <pc:sldMkLst>
          <pc:docMk/>
          <pc:sldMk cId="418365270" sldId="636"/>
        </pc:sldMkLst>
        <pc:spChg chg="add del mod">
          <ac:chgData name="Daryl Parker" userId="328da9e7c5b634c7" providerId="LiveId" clId="{CC5F71BB-E48E-1A44-9116-DD92F31FD3F9}" dt="2019-10-07T14:53:14.680" v="767" actId="478"/>
          <ac:spMkLst>
            <pc:docMk/>
            <pc:sldMk cId="418365270" sldId="636"/>
            <ac:spMk id="7" creationId="{53E1ADEF-D61D-3E4A-91C3-84277065920E}"/>
          </ac:spMkLst>
        </pc:spChg>
        <pc:spChg chg="del mod">
          <ac:chgData name="Daryl Parker" userId="328da9e7c5b634c7" providerId="LiveId" clId="{CC5F71BB-E48E-1A44-9116-DD92F31FD3F9}" dt="2019-10-07T14:53:11.641" v="766" actId="478"/>
          <ac:spMkLst>
            <pc:docMk/>
            <pc:sldMk cId="418365270" sldId="636"/>
            <ac:spMk id="22531" creationId="{1EBA7A2C-8E0C-5B40-9D7E-CE478DED6131}"/>
          </ac:spMkLst>
        </pc:spChg>
        <pc:picChg chg="add del">
          <ac:chgData name="Daryl Parker" userId="328da9e7c5b634c7" providerId="LiveId" clId="{CC5F71BB-E48E-1A44-9116-DD92F31FD3F9}" dt="2019-10-07T14:53:17.041" v="769" actId="478"/>
          <ac:picMkLst>
            <pc:docMk/>
            <pc:sldMk cId="418365270" sldId="636"/>
            <ac:picMk id="9" creationId="{442FB310-A34C-DA4A-9582-623F005BCCAE}"/>
          </ac:picMkLst>
        </pc:picChg>
        <pc:picChg chg="add mod">
          <ac:chgData name="Daryl Parker" userId="328da9e7c5b634c7" providerId="LiveId" clId="{CC5F71BB-E48E-1A44-9116-DD92F31FD3F9}" dt="2019-10-07T14:53:39.637" v="772" actId="14100"/>
          <ac:picMkLst>
            <pc:docMk/>
            <pc:sldMk cId="418365270" sldId="636"/>
            <ac:picMk id="10" creationId="{1FDD0FB5-5F8E-5540-9380-E6B21393A702}"/>
          </ac:picMkLst>
        </pc:picChg>
      </pc:sldChg>
      <pc:sldChg chg="addSp delSp modSp add">
        <pc:chgData name="Daryl Parker" userId="328da9e7c5b634c7" providerId="LiveId" clId="{CC5F71BB-E48E-1A44-9116-DD92F31FD3F9}" dt="2019-10-07T14:55:45.884" v="835" actId="207"/>
        <pc:sldMkLst>
          <pc:docMk/>
          <pc:sldMk cId="3677707038" sldId="637"/>
        </pc:sldMkLst>
        <pc:spChg chg="mod">
          <ac:chgData name="Daryl Parker" userId="328da9e7c5b634c7" providerId="LiveId" clId="{CC5F71BB-E48E-1A44-9116-DD92F31FD3F9}" dt="2019-10-07T14:54:00.561" v="777" actId="20577"/>
          <ac:spMkLst>
            <pc:docMk/>
            <pc:sldMk cId="3677707038" sldId="637"/>
            <ac:spMk id="2" creationId="{E4EC1F1F-46F2-FB4D-9772-87D45EF3B006}"/>
          </ac:spMkLst>
        </pc:spChg>
        <pc:spChg chg="add mod">
          <ac:chgData name="Daryl Parker" userId="328da9e7c5b634c7" providerId="LiveId" clId="{CC5F71BB-E48E-1A44-9116-DD92F31FD3F9}" dt="2019-10-07T14:55:45.884" v="835" actId="207"/>
          <ac:spMkLst>
            <pc:docMk/>
            <pc:sldMk cId="3677707038" sldId="637"/>
            <ac:spMk id="8" creationId="{2EB41EDE-0497-2349-81B6-4F83F0E12C9B}"/>
          </ac:spMkLst>
        </pc:spChg>
        <pc:picChg chg="del">
          <ac:chgData name="Daryl Parker" userId="328da9e7c5b634c7" providerId="LiveId" clId="{CC5F71BB-E48E-1A44-9116-DD92F31FD3F9}" dt="2019-10-07T14:55:01.784" v="824" actId="478"/>
          <ac:picMkLst>
            <pc:docMk/>
            <pc:sldMk cId="3677707038" sldId="637"/>
            <ac:picMk id="10" creationId="{1FDD0FB5-5F8E-5540-9380-E6B21393A702}"/>
          </ac:picMkLst>
        </pc:picChg>
      </pc:sldChg>
      <pc:sldChg chg="modSp add">
        <pc:chgData name="Daryl Parker" userId="328da9e7c5b634c7" providerId="LiveId" clId="{CC5F71BB-E48E-1A44-9116-DD92F31FD3F9}" dt="2019-10-07T14:57:16.953" v="865" actId="115"/>
        <pc:sldMkLst>
          <pc:docMk/>
          <pc:sldMk cId="2935888590" sldId="638"/>
        </pc:sldMkLst>
        <pc:spChg chg="mod">
          <ac:chgData name="Daryl Parker" userId="328da9e7c5b634c7" providerId="LiveId" clId="{CC5F71BB-E48E-1A44-9116-DD92F31FD3F9}" dt="2019-10-07T14:57:16.953" v="865" actId="115"/>
          <ac:spMkLst>
            <pc:docMk/>
            <pc:sldMk cId="2935888590" sldId="638"/>
            <ac:spMk id="8" creationId="{2EB41EDE-0497-2349-81B6-4F83F0E12C9B}"/>
          </ac:spMkLst>
        </pc:spChg>
      </pc:sldChg>
      <pc:sldChg chg="addSp delSp modSp add">
        <pc:chgData name="Daryl Parker" userId="328da9e7c5b634c7" providerId="LiveId" clId="{CC5F71BB-E48E-1A44-9116-DD92F31FD3F9}" dt="2019-10-08T08:50:44.456" v="1735" actId="732"/>
        <pc:sldMkLst>
          <pc:docMk/>
          <pc:sldMk cId="4240737900" sldId="639"/>
        </pc:sldMkLst>
        <pc:spChg chg="mod">
          <ac:chgData name="Daryl Parker" userId="328da9e7c5b634c7" providerId="LiveId" clId="{CC5F71BB-E48E-1A44-9116-DD92F31FD3F9}" dt="2019-10-07T14:59:29.896" v="888" actId="207"/>
          <ac:spMkLst>
            <pc:docMk/>
            <pc:sldMk cId="4240737900" sldId="639"/>
            <ac:spMk id="8" creationId="{2EB41EDE-0497-2349-81B6-4F83F0E12C9B}"/>
          </ac:spMkLst>
        </pc:spChg>
        <pc:picChg chg="add del mod">
          <ac:chgData name="Daryl Parker" userId="328da9e7c5b634c7" providerId="LiveId" clId="{CC5F71BB-E48E-1A44-9116-DD92F31FD3F9}" dt="2019-10-08T08:50:22.198" v="1730" actId="478"/>
          <ac:picMkLst>
            <pc:docMk/>
            <pc:sldMk cId="4240737900" sldId="639"/>
            <ac:picMk id="7" creationId="{BAD59853-FA74-5745-81F7-5C764286BA04}"/>
          </ac:picMkLst>
        </pc:picChg>
        <pc:picChg chg="add mod modCrop">
          <ac:chgData name="Daryl Parker" userId="328da9e7c5b634c7" providerId="LiveId" clId="{CC5F71BB-E48E-1A44-9116-DD92F31FD3F9}" dt="2019-10-08T08:50:44.456" v="1735" actId="732"/>
          <ac:picMkLst>
            <pc:docMk/>
            <pc:sldMk cId="4240737900" sldId="639"/>
            <ac:picMk id="9" creationId="{70F05A3B-44B5-4E47-8449-BCE5EA06E5E4}"/>
          </ac:picMkLst>
        </pc:picChg>
      </pc:sldChg>
      <pc:sldChg chg="addSp delSp modSp add">
        <pc:chgData name="Daryl Parker" userId="328da9e7c5b634c7" providerId="LiveId" clId="{CC5F71BB-E48E-1A44-9116-DD92F31FD3F9}" dt="2019-10-08T08:52:11.193" v="1747" actId="1076"/>
        <pc:sldMkLst>
          <pc:docMk/>
          <pc:sldMk cId="2323471082" sldId="640"/>
        </pc:sldMkLst>
        <pc:spChg chg="mod">
          <ac:chgData name="Daryl Parker" userId="328da9e7c5b634c7" providerId="LiveId" clId="{CC5F71BB-E48E-1A44-9116-DD92F31FD3F9}" dt="2019-10-07T15:00:11.408" v="915" actId="207"/>
          <ac:spMkLst>
            <pc:docMk/>
            <pc:sldMk cId="2323471082" sldId="640"/>
            <ac:spMk id="8" creationId="{2EB41EDE-0497-2349-81B6-4F83F0E12C9B}"/>
          </ac:spMkLst>
        </pc:spChg>
        <pc:spChg chg="add del">
          <ac:chgData name="Daryl Parker" userId="328da9e7c5b634c7" providerId="LiveId" clId="{CC5F71BB-E48E-1A44-9116-DD92F31FD3F9}" dt="2019-10-07T15:01:27.147" v="917" actId="478"/>
          <ac:spMkLst>
            <pc:docMk/>
            <pc:sldMk cId="2323471082" sldId="640"/>
            <ac:spMk id="9" creationId="{347466C4-E2D9-0247-9C65-980F85DA6E3B}"/>
          </ac:spMkLst>
        </pc:spChg>
        <pc:picChg chg="add del mod">
          <ac:chgData name="Daryl Parker" userId="328da9e7c5b634c7" providerId="LiveId" clId="{CC5F71BB-E48E-1A44-9116-DD92F31FD3F9}" dt="2019-10-08T08:51:57.989" v="1740" actId="478"/>
          <ac:picMkLst>
            <pc:docMk/>
            <pc:sldMk cId="2323471082" sldId="640"/>
            <ac:picMk id="7" creationId="{9BC89524-282B-8541-80D1-119E8985CF47}"/>
          </ac:picMkLst>
        </pc:picChg>
        <pc:picChg chg="del">
          <ac:chgData name="Daryl Parker" userId="328da9e7c5b634c7" providerId="LiveId" clId="{CC5F71BB-E48E-1A44-9116-DD92F31FD3F9}" dt="2019-10-07T15:01:49.026" v="921" actId="478"/>
          <ac:picMkLst>
            <pc:docMk/>
            <pc:sldMk cId="2323471082" sldId="640"/>
            <ac:picMk id="7" creationId="{BAD59853-FA74-5745-81F7-5C764286BA04}"/>
          </ac:picMkLst>
        </pc:picChg>
        <pc:picChg chg="add mod">
          <ac:chgData name="Daryl Parker" userId="328da9e7c5b634c7" providerId="LiveId" clId="{CC5F71BB-E48E-1A44-9116-DD92F31FD3F9}" dt="2019-10-08T08:52:11.193" v="1747" actId="1076"/>
          <ac:picMkLst>
            <pc:docMk/>
            <pc:sldMk cId="2323471082" sldId="640"/>
            <ac:picMk id="9" creationId="{DBFED963-B891-7846-8C89-25468899F8C3}"/>
          </ac:picMkLst>
        </pc:picChg>
        <pc:picChg chg="add del mod">
          <ac:chgData name="Daryl Parker" userId="328da9e7c5b634c7" providerId="LiveId" clId="{CC5F71BB-E48E-1A44-9116-DD92F31FD3F9}" dt="2019-10-08T08:51:30.461" v="1737" actId="478"/>
          <ac:picMkLst>
            <pc:docMk/>
            <pc:sldMk cId="2323471082" sldId="640"/>
            <ac:picMk id="11" creationId="{56F244EC-291E-4741-92F6-94CAA3D91241}"/>
          </ac:picMkLst>
        </pc:picChg>
      </pc:sldChg>
      <pc:sldChg chg="addSp delSp modSp add">
        <pc:chgData name="Daryl Parker" userId="328da9e7c5b634c7" providerId="LiveId" clId="{CC5F71BB-E48E-1A44-9116-DD92F31FD3F9}" dt="2019-10-08T08:53:27.131" v="1752" actId="14100"/>
        <pc:sldMkLst>
          <pc:docMk/>
          <pc:sldMk cId="2038433675" sldId="641"/>
        </pc:sldMkLst>
        <pc:spChg chg="mod">
          <ac:chgData name="Daryl Parker" userId="328da9e7c5b634c7" providerId="LiveId" clId="{CC5F71BB-E48E-1A44-9116-DD92F31FD3F9}" dt="2019-10-07T15:02:11.666" v="928" actId="20577"/>
          <ac:spMkLst>
            <pc:docMk/>
            <pc:sldMk cId="2038433675" sldId="641"/>
            <ac:spMk id="2" creationId="{E4EC1F1F-46F2-FB4D-9772-87D45EF3B006}"/>
          </ac:spMkLst>
        </pc:spChg>
        <pc:spChg chg="mod">
          <ac:chgData name="Daryl Parker" userId="328da9e7c5b634c7" providerId="LiveId" clId="{CC5F71BB-E48E-1A44-9116-DD92F31FD3F9}" dt="2019-10-07T15:02:34.925" v="935" actId="207"/>
          <ac:spMkLst>
            <pc:docMk/>
            <pc:sldMk cId="2038433675" sldId="641"/>
            <ac:spMk id="8" creationId="{2EB41EDE-0497-2349-81B6-4F83F0E12C9B}"/>
          </ac:spMkLst>
        </pc:spChg>
        <pc:picChg chg="add del mod">
          <ac:chgData name="Daryl Parker" userId="328da9e7c5b634c7" providerId="LiveId" clId="{CC5F71BB-E48E-1A44-9116-DD92F31FD3F9}" dt="2019-10-08T08:53:18.244" v="1748" actId="478"/>
          <ac:picMkLst>
            <pc:docMk/>
            <pc:sldMk cId="2038433675" sldId="641"/>
            <ac:picMk id="7" creationId="{133FC518-4CCD-E945-8C3F-4D3271C5BF50}"/>
          </ac:picMkLst>
        </pc:picChg>
        <pc:picChg chg="add mod">
          <ac:chgData name="Daryl Parker" userId="328da9e7c5b634c7" providerId="LiveId" clId="{CC5F71BB-E48E-1A44-9116-DD92F31FD3F9}" dt="2019-10-08T08:53:27.131" v="1752" actId="14100"/>
          <ac:picMkLst>
            <pc:docMk/>
            <pc:sldMk cId="2038433675" sldId="641"/>
            <ac:picMk id="9" creationId="{74F468E5-4661-F242-91D5-C7142685A453}"/>
          </ac:picMkLst>
        </pc:picChg>
        <pc:picChg chg="del">
          <ac:chgData name="Daryl Parker" userId="328da9e7c5b634c7" providerId="LiveId" clId="{CC5F71BB-E48E-1A44-9116-DD92F31FD3F9}" dt="2019-10-07T15:03:22.528" v="938" actId="478"/>
          <ac:picMkLst>
            <pc:docMk/>
            <pc:sldMk cId="2038433675" sldId="641"/>
            <ac:picMk id="11" creationId="{56F244EC-291E-4741-92F6-94CAA3D91241}"/>
          </ac:picMkLst>
        </pc:picChg>
      </pc:sldChg>
      <pc:sldChg chg="addSp delSp modSp add">
        <pc:chgData name="Daryl Parker" userId="328da9e7c5b634c7" providerId="LiveId" clId="{CC5F71BB-E48E-1A44-9116-DD92F31FD3F9}" dt="2019-10-08T08:56:39.506" v="1759" actId="1076"/>
        <pc:sldMkLst>
          <pc:docMk/>
          <pc:sldMk cId="3610405755" sldId="642"/>
        </pc:sldMkLst>
        <pc:spChg chg="mod">
          <ac:chgData name="Daryl Parker" userId="328da9e7c5b634c7" providerId="LiveId" clId="{CC5F71BB-E48E-1A44-9116-DD92F31FD3F9}" dt="2019-10-07T15:05:37.928" v="950" actId="1076"/>
          <ac:spMkLst>
            <pc:docMk/>
            <pc:sldMk cId="3610405755" sldId="642"/>
            <ac:spMk id="8" creationId="{2EB41EDE-0497-2349-81B6-4F83F0E12C9B}"/>
          </ac:spMkLst>
        </pc:spChg>
        <pc:spChg chg="add del">
          <ac:chgData name="Daryl Parker" userId="328da9e7c5b634c7" providerId="LiveId" clId="{CC5F71BB-E48E-1A44-9116-DD92F31FD3F9}" dt="2019-10-07T15:06:08.230" v="952" actId="478"/>
          <ac:spMkLst>
            <pc:docMk/>
            <pc:sldMk cId="3610405755" sldId="642"/>
            <ac:spMk id="9" creationId="{FE2D898F-9340-EA41-BD28-7EF776EE83F2}"/>
          </ac:spMkLst>
        </pc:spChg>
        <pc:picChg chg="add mod">
          <ac:chgData name="Daryl Parker" userId="328da9e7c5b634c7" providerId="LiveId" clId="{CC5F71BB-E48E-1A44-9116-DD92F31FD3F9}" dt="2019-10-08T08:56:39.506" v="1759" actId="1076"/>
          <ac:picMkLst>
            <pc:docMk/>
            <pc:sldMk cId="3610405755" sldId="642"/>
            <ac:picMk id="7" creationId="{119E1A7C-1418-424F-A707-0BE18B1A0BF1}"/>
          </ac:picMkLst>
        </pc:picChg>
        <pc:picChg chg="del mod">
          <ac:chgData name="Daryl Parker" userId="328da9e7c5b634c7" providerId="LiveId" clId="{CC5F71BB-E48E-1A44-9116-DD92F31FD3F9}" dt="2019-10-07T15:04:28.441" v="949" actId="478"/>
          <ac:picMkLst>
            <pc:docMk/>
            <pc:sldMk cId="3610405755" sldId="642"/>
            <ac:picMk id="7" creationId="{133FC518-4CCD-E945-8C3F-4D3271C5BF50}"/>
          </ac:picMkLst>
        </pc:picChg>
        <pc:picChg chg="add del mod">
          <ac:chgData name="Daryl Parker" userId="328da9e7c5b634c7" providerId="LiveId" clId="{CC5F71BB-E48E-1A44-9116-DD92F31FD3F9}" dt="2019-10-08T08:56:23.281" v="1753" actId="478"/>
          <ac:picMkLst>
            <pc:docMk/>
            <pc:sldMk cId="3610405755" sldId="642"/>
            <ac:picMk id="11" creationId="{C9BB964D-9A71-8241-A572-0E59B8F2C20C}"/>
          </ac:picMkLst>
        </pc:picChg>
      </pc:sldChg>
      <pc:sldChg chg="addSp delSp modSp">
        <pc:chgData name="Daryl Parker" userId="328da9e7c5b634c7" providerId="LiveId" clId="{CC5F71BB-E48E-1A44-9116-DD92F31FD3F9}" dt="2019-10-08T08:49:19.866" v="1728" actId="14100"/>
        <pc:sldMkLst>
          <pc:docMk/>
          <pc:sldMk cId="4140873895" sldId="646"/>
        </pc:sldMkLst>
        <pc:spChg chg="del">
          <ac:chgData name="Daryl Parker" userId="328da9e7c5b634c7" providerId="LiveId" clId="{CC5F71BB-E48E-1A44-9116-DD92F31FD3F9}" dt="2019-10-08T08:47:42.026" v="1717" actId="478"/>
          <ac:spMkLst>
            <pc:docMk/>
            <pc:sldMk cId="4140873895" sldId="646"/>
            <ac:spMk id="7" creationId="{CD2B826F-EF78-4E11-A9B1-1841A6AF87D8}"/>
          </ac:spMkLst>
        </pc:spChg>
        <pc:spChg chg="add del">
          <ac:chgData name="Daryl Parker" userId="328da9e7c5b634c7" providerId="LiveId" clId="{CC5F71BB-E48E-1A44-9116-DD92F31FD3F9}" dt="2019-10-08T08:47:45.371" v="1719"/>
          <ac:spMkLst>
            <pc:docMk/>
            <pc:sldMk cId="4140873895" sldId="646"/>
            <ac:spMk id="10" creationId="{F04F4AA7-33D4-0240-8A6D-1ABC0249664B}"/>
          </ac:spMkLst>
        </pc:spChg>
        <pc:spChg chg="mod">
          <ac:chgData name="Daryl Parker" userId="328da9e7c5b634c7" providerId="LiveId" clId="{CC5F71BB-E48E-1A44-9116-DD92F31FD3F9}" dt="2019-10-08T08:46:58.451" v="1713" actId="20577"/>
          <ac:spMkLst>
            <pc:docMk/>
            <pc:sldMk cId="4140873895" sldId="646"/>
            <ac:spMk id="12290" creationId="{1AE05403-95A6-4618-9B22-48782B535B05}"/>
          </ac:spMkLst>
        </pc:spChg>
        <pc:picChg chg="add del">
          <ac:chgData name="Daryl Parker" userId="328da9e7c5b634c7" providerId="LiveId" clId="{CC5F71BB-E48E-1A44-9116-DD92F31FD3F9}" dt="2019-10-08T08:46:55.665" v="1712" actId="478"/>
          <ac:picMkLst>
            <pc:docMk/>
            <pc:sldMk cId="4140873895" sldId="646"/>
            <ac:picMk id="8" creationId="{125F1D6F-961C-4441-9C2C-196D2666C313}"/>
          </ac:picMkLst>
        </pc:picChg>
        <pc:picChg chg="add mod">
          <ac:chgData name="Daryl Parker" userId="328da9e7c5b634c7" providerId="LiveId" clId="{CC5F71BB-E48E-1A44-9116-DD92F31FD3F9}" dt="2019-10-08T08:47:06.688" v="1716" actId="1076"/>
          <ac:picMkLst>
            <pc:docMk/>
            <pc:sldMk cId="4140873895" sldId="646"/>
            <ac:picMk id="9" creationId="{C884AFA4-8460-7443-9CBB-390D2539A3ED}"/>
          </ac:picMkLst>
        </pc:picChg>
        <pc:picChg chg="add del mod modCrop">
          <ac:chgData name="Daryl Parker" userId="328da9e7c5b634c7" providerId="LiveId" clId="{CC5F71BB-E48E-1A44-9116-DD92F31FD3F9}" dt="2019-10-08T08:49:13.119" v="1726" actId="478"/>
          <ac:picMkLst>
            <pc:docMk/>
            <pc:sldMk cId="4140873895" sldId="646"/>
            <ac:picMk id="12" creationId="{0577BCDF-3CF9-3E4E-91E8-5FD61BE2C2DD}"/>
          </ac:picMkLst>
        </pc:picChg>
        <pc:picChg chg="add mod">
          <ac:chgData name="Daryl Parker" userId="328da9e7c5b634c7" providerId="LiveId" clId="{CC5F71BB-E48E-1A44-9116-DD92F31FD3F9}" dt="2019-10-08T08:49:19.866" v="1728" actId="14100"/>
          <ac:picMkLst>
            <pc:docMk/>
            <pc:sldMk cId="4140873895" sldId="646"/>
            <ac:picMk id="13" creationId="{CC385300-8268-8A4C-AEBE-488E05609080}"/>
          </ac:picMkLst>
        </pc:picChg>
      </pc:sldChg>
      <pc:sldChg chg="addSp modSp">
        <pc:chgData name="Daryl Parker" userId="328da9e7c5b634c7" providerId="LiveId" clId="{CC5F71BB-E48E-1A44-9116-DD92F31FD3F9}" dt="2019-10-08T09:10:13.268" v="1841" actId="1076"/>
        <pc:sldMkLst>
          <pc:docMk/>
          <pc:sldMk cId="2859155687" sldId="648"/>
        </pc:sldMkLst>
        <pc:spChg chg="mod">
          <ac:chgData name="Daryl Parker" userId="328da9e7c5b634c7" providerId="LiveId" clId="{CC5F71BB-E48E-1A44-9116-DD92F31FD3F9}" dt="2019-10-08T09:09:58.433" v="1836" actId="20577"/>
          <ac:spMkLst>
            <pc:docMk/>
            <pc:sldMk cId="2859155687" sldId="648"/>
            <ac:spMk id="12290" creationId="{1AE05403-95A6-4618-9B22-48782B535B05}"/>
          </ac:spMkLst>
        </pc:spChg>
        <pc:picChg chg="add mod modCrop">
          <ac:chgData name="Daryl Parker" userId="328da9e7c5b634c7" providerId="LiveId" clId="{CC5F71BB-E48E-1A44-9116-DD92F31FD3F9}" dt="2019-10-08T09:09:26.086" v="1835" actId="14100"/>
          <ac:picMkLst>
            <pc:docMk/>
            <pc:sldMk cId="2859155687" sldId="648"/>
            <ac:picMk id="8" creationId="{FA026878-1E07-2448-95F9-09E5D3766CCC}"/>
          </ac:picMkLst>
        </pc:picChg>
        <pc:picChg chg="add mod">
          <ac:chgData name="Daryl Parker" userId="328da9e7c5b634c7" providerId="LiveId" clId="{CC5F71BB-E48E-1A44-9116-DD92F31FD3F9}" dt="2019-10-08T09:10:13.268" v="1841" actId="1076"/>
          <ac:picMkLst>
            <pc:docMk/>
            <pc:sldMk cId="2859155687" sldId="648"/>
            <ac:picMk id="9" creationId="{D7F41C2B-5A49-AF48-87B7-F78514070F14}"/>
          </ac:picMkLst>
        </pc:picChg>
      </pc:sldChg>
      <pc:sldChg chg="addSp modSp">
        <pc:chgData name="Daryl Parker" userId="328da9e7c5b634c7" providerId="LiveId" clId="{CC5F71BB-E48E-1A44-9116-DD92F31FD3F9}" dt="2019-10-08T09:07:36.340" v="1823" actId="1076"/>
        <pc:sldMkLst>
          <pc:docMk/>
          <pc:sldMk cId="1456251359" sldId="649"/>
        </pc:sldMkLst>
        <pc:spChg chg="mod">
          <ac:chgData name="Daryl Parker" userId="328da9e7c5b634c7" providerId="LiveId" clId="{CC5F71BB-E48E-1A44-9116-DD92F31FD3F9}" dt="2019-10-08T09:07:25.571" v="1817" actId="20577"/>
          <ac:spMkLst>
            <pc:docMk/>
            <pc:sldMk cId="1456251359" sldId="649"/>
            <ac:spMk id="12290" creationId="{1AE05403-95A6-4618-9B22-48782B535B05}"/>
          </ac:spMkLst>
        </pc:spChg>
        <pc:picChg chg="add mod">
          <ac:chgData name="Daryl Parker" userId="328da9e7c5b634c7" providerId="LiveId" clId="{CC5F71BB-E48E-1A44-9116-DD92F31FD3F9}" dt="2019-10-08T09:07:36.340" v="1823" actId="1076"/>
          <ac:picMkLst>
            <pc:docMk/>
            <pc:sldMk cId="1456251359" sldId="649"/>
            <ac:picMk id="7" creationId="{78D63DEB-32DF-D648-86E2-0E77656F6C81}"/>
          </ac:picMkLst>
        </pc:picChg>
      </pc:sldChg>
      <pc:sldChg chg="addSp modSp">
        <pc:chgData name="Daryl Parker" userId="328da9e7c5b634c7" providerId="LiveId" clId="{CC5F71BB-E48E-1A44-9116-DD92F31FD3F9}" dt="2019-10-08T09:13:27.444" v="1854" actId="1076"/>
        <pc:sldMkLst>
          <pc:docMk/>
          <pc:sldMk cId="4159563470" sldId="650"/>
        </pc:sldMkLst>
        <pc:spChg chg="mod">
          <ac:chgData name="Daryl Parker" userId="328da9e7c5b634c7" providerId="LiveId" clId="{CC5F71BB-E48E-1A44-9116-DD92F31FD3F9}" dt="2019-10-08T09:13:08.253" v="1848" actId="20577"/>
          <ac:spMkLst>
            <pc:docMk/>
            <pc:sldMk cId="4159563470" sldId="650"/>
            <ac:spMk id="12290" creationId="{1AE05403-95A6-4618-9B22-48782B535B05}"/>
          </ac:spMkLst>
        </pc:spChg>
        <pc:picChg chg="add mod">
          <ac:chgData name="Daryl Parker" userId="328da9e7c5b634c7" providerId="LiveId" clId="{CC5F71BB-E48E-1A44-9116-DD92F31FD3F9}" dt="2019-10-08T09:11:11.026" v="1847" actId="1076"/>
          <ac:picMkLst>
            <pc:docMk/>
            <pc:sldMk cId="4159563470" sldId="650"/>
            <ac:picMk id="7" creationId="{F262FD5B-A1D5-274B-9698-5AB96C0EDB47}"/>
          </ac:picMkLst>
        </pc:picChg>
        <pc:picChg chg="add mod">
          <ac:chgData name="Daryl Parker" userId="328da9e7c5b634c7" providerId="LiveId" clId="{CC5F71BB-E48E-1A44-9116-DD92F31FD3F9}" dt="2019-10-08T09:13:27.444" v="1854" actId="1076"/>
          <ac:picMkLst>
            <pc:docMk/>
            <pc:sldMk cId="4159563470" sldId="650"/>
            <ac:picMk id="8" creationId="{7930BD49-8108-5346-B85A-77C6198D3D35}"/>
          </ac:picMkLst>
        </pc:picChg>
      </pc:sldChg>
      <pc:sldChg chg="addSp modSp">
        <pc:chgData name="Daryl Parker" userId="328da9e7c5b634c7" providerId="LiveId" clId="{CC5F71BB-E48E-1A44-9116-DD92F31FD3F9}" dt="2019-10-08T09:00:16.194" v="1778" actId="14100"/>
        <pc:sldMkLst>
          <pc:docMk/>
          <pc:sldMk cId="3189486443" sldId="653"/>
        </pc:sldMkLst>
        <pc:spChg chg="mod">
          <ac:chgData name="Daryl Parker" userId="328da9e7c5b634c7" providerId="LiveId" clId="{CC5F71BB-E48E-1A44-9116-DD92F31FD3F9}" dt="2019-10-08T09:00:04.736" v="1775" actId="20577"/>
          <ac:spMkLst>
            <pc:docMk/>
            <pc:sldMk cId="3189486443" sldId="653"/>
            <ac:spMk id="12290" creationId="{1AE05403-95A6-4618-9B22-48782B535B05}"/>
          </ac:spMkLst>
        </pc:spChg>
        <pc:picChg chg="add mod">
          <ac:chgData name="Daryl Parker" userId="328da9e7c5b634c7" providerId="LiveId" clId="{CC5F71BB-E48E-1A44-9116-DD92F31FD3F9}" dt="2019-10-08T08:58:04.423" v="1766" actId="14100"/>
          <ac:picMkLst>
            <pc:docMk/>
            <pc:sldMk cId="3189486443" sldId="653"/>
            <ac:picMk id="7" creationId="{8DB48D56-C674-9147-AC1E-383F61062178}"/>
          </ac:picMkLst>
        </pc:picChg>
        <pc:picChg chg="add mod">
          <ac:chgData name="Daryl Parker" userId="328da9e7c5b634c7" providerId="LiveId" clId="{CC5F71BB-E48E-1A44-9116-DD92F31FD3F9}" dt="2019-10-08T08:59:34.625" v="1774" actId="1076"/>
          <ac:picMkLst>
            <pc:docMk/>
            <pc:sldMk cId="3189486443" sldId="653"/>
            <ac:picMk id="8" creationId="{65A9490D-9251-1F4B-8155-B234D24DC0D2}"/>
          </ac:picMkLst>
        </pc:picChg>
        <pc:picChg chg="add mod">
          <ac:chgData name="Daryl Parker" userId="328da9e7c5b634c7" providerId="LiveId" clId="{CC5F71BB-E48E-1A44-9116-DD92F31FD3F9}" dt="2019-10-08T09:00:16.194" v="1778" actId="14100"/>
          <ac:picMkLst>
            <pc:docMk/>
            <pc:sldMk cId="3189486443" sldId="653"/>
            <ac:picMk id="9" creationId="{7489037C-BA67-784A-B6BA-BB97F68C76E2}"/>
          </ac:picMkLst>
        </pc:picChg>
      </pc:sldChg>
      <pc:sldChg chg="addSp modSp">
        <pc:chgData name="Daryl Parker" userId="328da9e7c5b634c7" providerId="LiveId" clId="{CC5F71BB-E48E-1A44-9116-DD92F31FD3F9}" dt="2019-10-08T09:05:18.430" v="1816" actId="313"/>
        <pc:sldMkLst>
          <pc:docMk/>
          <pc:sldMk cId="1240006343" sldId="654"/>
        </pc:sldMkLst>
        <pc:spChg chg="mod">
          <ac:chgData name="Daryl Parker" userId="328da9e7c5b634c7" providerId="LiveId" clId="{CC5F71BB-E48E-1A44-9116-DD92F31FD3F9}" dt="2019-10-08T09:05:18.430" v="1816" actId="313"/>
          <ac:spMkLst>
            <pc:docMk/>
            <pc:sldMk cId="1240006343" sldId="654"/>
            <ac:spMk id="12290" creationId="{1AE05403-95A6-4618-9B22-48782B535B05}"/>
          </ac:spMkLst>
        </pc:spChg>
        <pc:picChg chg="add mod">
          <ac:chgData name="Daryl Parker" userId="328da9e7c5b634c7" providerId="LiveId" clId="{CC5F71BB-E48E-1A44-9116-DD92F31FD3F9}" dt="2019-10-08T09:03:37.524" v="1795" actId="1076"/>
          <ac:picMkLst>
            <pc:docMk/>
            <pc:sldMk cId="1240006343" sldId="654"/>
            <ac:picMk id="7" creationId="{3F9C71BF-A012-8C48-9A1B-ED0B598AF2EA}"/>
          </ac:picMkLst>
        </pc:picChg>
        <pc:picChg chg="add mod modCrop">
          <ac:chgData name="Daryl Parker" userId="328da9e7c5b634c7" providerId="LiveId" clId="{CC5F71BB-E48E-1A44-9116-DD92F31FD3F9}" dt="2019-10-08T09:04:29.637" v="1803" actId="732"/>
          <ac:picMkLst>
            <pc:docMk/>
            <pc:sldMk cId="1240006343" sldId="654"/>
            <ac:picMk id="8" creationId="{7B469589-723C-EF4B-8276-525124E7BF60}"/>
          </ac:picMkLst>
        </pc:picChg>
        <pc:picChg chg="add mod">
          <ac:chgData name="Daryl Parker" userId="328da9e7c5b634c7" providerId="LiveId" clId="{CC5F71BB-E48E-1A44-9116-DD92F31FD3F9}" dt="2019-10-08T09:05:01.968" v="1809" actId="14100"/>
          <ac:picMkLst>
            <pc:docMk/>
            <pc:sldMk cId="1240006343" sldId="654"/>
            <ac:picMk id="9" creationId="{1EA50ED3-621E-464A-ABEA-48405CFE513B}"/>
          </ac:picMkLst>
        </pc:picChg>
      </pc:sldChg>
      <pc:sldChg chg="addSp modSp">
        <pc:chgData name="Daryl Parker" userId="328da9e7c5b634c7" providerId="LiveId" clId="{CC5F71BB-E48E-1A44-9116-DD92F31FD3F9}" dt="2019-10-08T09:02:08.256" v="1790" actId="14100"/>
        <pc:sldMkLst>
          <pc:docMk/>
          <pc:sldMk cId="2931907378" sldId="655"/>
        </pc:sldMkLst>
        <pc:spChg chg="mod">
          <ac:chgData name="Daryl Parker" userId="328da9e7c5b634c7" providerId="LiveId" clId="{CC5F71BB-E48E-1A44-9116-DD92F31FD3F9}" dt="2019-10-08T09:01:48.893" v="1787"/>
          <ac:spMkLst>
            <pc:docMk/>
            <pc:sldMk cId="2931907378" sldId="655"/>
            <ac:spMk id="12290" creationId="{1AE05403-95A6-4618-9B22-48782B535B05}"/>
          </ac:spMkLst>
        </pc:spChg>
        <pc:picChg chg="add mod">
          <ac:chgData name="Daryl Parker" userId="328da9e7c5b634c7" providerId="LiveId" clId="{CC5F71BB-E48E-1A44-9116-DD92F31FD3F9}" dt="2019-10-08T09:00:57.562" v="1784" actId="14100"/>
          <ac:picMkLst>
            <pc:docMk/>
            <pc:sldMk cId="2931907378" sldId="655"/>
            <ac:picMk id="7" creationId="{DD48049D-5573-2149-A8E8-A8D4AAB26056}"/>
          </ac:picMkLst>
        </pc:picChg>
        <pc:picChg chg="add mod">
          <ac:chgData name="Daryl Parker" userId="328da9e7c5b634c7" providerId="LiveId" clId="{CC5F71BB-E48E-1A44-9116-DD92F31FD3F9}" dt="2019-10-08T09:02:08.256" v="1790" actId="14100"/>
          <ac:picMkLst>
            <pc:docMk/>
            <pc:sldMk cId="2931907378" sldId="655"/>
            <ac:picMk id="9" creationId="{62F7866B-5E3D-1047-BD46-E08052E36480}"/>
          </ac:picMkLst>
        </pc:picChg>
      </pc:sldChg>
      <pc:sldChg chg="addSp delSp modSp add">
        <pc:chgData name="Daryl Parker" userId="328da9e7c5b634c7" providerId="LiveId" clId="{CC5F71BB-E48E-1A44-9116-DD92F31FD3F9}" dt="2019-10-08T08:30:07.847" v="1063" actId="20577"/>
        <pc:sldMkLst>
          <pc:docMk/>
          <pc:sldMk cId="2353038961" sldId="656"/>
        </pc:sldMkLst>
        <pc:spChg chg="mod">
          <ac:chgData name="Daryl Parker" userId="328da9e7c5b634c7" providerId="LiveId" clId="{CC5F71BB-E48E-1A44-9116-DD92F31FD3F9}" dt="2019-10-08T08:15:24.249" v="994" actId="20577"/>
          <ac:spMkLst>
            <pc:docMk/>
            <pc:sldMk cId="2353038961" sldId="656"/>
            <ac:spMk id="2" creationId="{81E2E711-D041-4BB7-B621-2BD26A8EFD07}"/>
          </ac:spMkLst>
        </pc:spChg>
        <pc:spChg chg="mod">
          <ac:chgData name="Daryl Parker" userId="328da9e7c5b634c7" providerId="LiveId" clId="{CC5F71BB-E48E-1A44-9116-DD92F31FD3F9}" dt="2019-10-08T08:30:07.847" v="1063" actId="20577"/>
          <ac:spMkLst>
            <pc:docMk/>
            <pc:sldMk cId="2353038961" sldId="656"/>
            <ac:spMk id="12290" creationId="{1AE05403-95A6-4618-9B22-48782B535B05}"/>
          </ac:spMkLst>
        </pc:spChg>
        <pc:picChg chg="add del mod">
          <ac:chgData name="Daryl Parker" userId="328da9e7c5b634c7" providerId="LiveId" clId="{CC5F71BB-E48E-1A44-9116-DD92F31FD3F9}" dt="2019-10-08T08:29:18.733" v="1053" actId="478"/>
          <ac:picMkLst>
            <pc:docMk/>
            <pc:sldMk cId="2353038961" sldId="656"/>
            <ac:picMk id="8" creationId="{79984448-AC0E-524F-8029-4B7FB15DAD16}"/>
          </ac:picMkLst>
        </pc:picChg>
        <pc:picChg chg="add mod modCrop">
          <ac:chgData name="Daryl Parker" userId="328da9e7c5b634c7" providerId="LiveId" clId="{CC5F71BB-E48E-1A44-9116-DD92F31FD3F9}" dt="2019-10-08T08:29:58.120" v="1061" actId="732"/>
          <ac:picMkLst>
            <pc:docMk/>
            <pc:sldMk cId="2353038961" sldId="656"/>
            <ac:picMk id="9" creationId="{103E44EC-E60B-8241-9413-547FD9D82102}"/>
          </ac:picMkLst>
        </pc:picChg>
      </pc:sldChg>
      <pc:sldChg chg="addSp delSp modSp add">
        <pc:chgData name="Daryl Parker" userId="328da9e7c5b634c7" providerId="LiveId" clId="{CC5F71BB-E48E-1A44-9116-DD92F31FD3F9}" dt="2019-10-08T08:29:15.876" v="1052"/>
        <pc:sldMkLst>
          <pc:docMk/>
          <pc:sldMk cId="3203538496" sldId="657"/>
        </pc:sldMkLst>
        <pc:spChg chg="mod">
          <ac:chgData name="Daryl Parker" userId="328da9e7c5b634c7" providerId="LiveId" clId="{CC5F71BB-E48E-1A44-9116-DD92F31FD3F9}" dt="2019-10-08T08:16:52.266" v="1024" actId="20577"/>
          <ac:spMkLst>
            <pc:docMk/>
            <pc:sldMk cId="3203538496" sldId="657"/>
            <ac:spMk id="2" creationId="{81E2E711-D041-4BB7-B621-2BD26A8EFD07}"/>
          </ac:spMkLst>
        </pc:spChg>
        <pc:spChg chg="mod">
          <ac:chgData name="Daryl Parker" userId="328da9e7c5b634c7" providerId="LiveId" clId="{CC5F71BB-E48E-1A44-9116-DD92F31FD3F9}" dt="2019-10-08T08:26:51.999" v="1040"/>
          <ac:spMkLst>
            <pc:docMk/>
            <pc:sldMk cId="3203538496" sldId="657"/>
            <ac:spMk id="12290" creationId="{1AE05403-95A6-4618-9B22-48782B535B05}"/>
          </ac:spMkLst>
        </pc:spChg>
        <pc:picChg chg="add mod modCrop">
          <ac:chgData name="Daryl Parker" userId="328da9e7c5b634c7" providerId="LiveId" clId="{CC5F71BB-E48E-1A44-9116-DD92F31FD3F9}" dt="2019-10-08T08:27:41.003" v="1049" actId="1076"/>
          <ac:picMkLst>
            <pc:docMk/>
            <pc:sldMk cId="3203538496" sldId="657"/>
            <ac:picMk id="7" creationId="{F9091D09-31D5-0144-8646-2F475D571872}"/>
          </ac:picMkLst>
        </pc:picChg>
        <pc:picChg chg="del">
          <ac:chgData name="Daryl Parker" userId="328da9e7c5b634c7" providerId="LiveId" clId="{CC5F71BB-E48E-1A44-9116-DD92F31FD3F9}" dt="2019-10-08T08:17:04.192" v="1026" actId="478"/>
          <ac:picMkLst>
            <pc:docMk/>
            <pc:sldMk cId="3203538496" sldId="657"/>
            <ac:picMk id="8" creationId="{79984448-AC0E-524F-8029-4B7FB15DAD16}"/>
          </ac:picMkLst>
        </pc:picChg>
        <pc:picChg chg="add mod">
          <ac:chgData name="Daryl Parker" userId="328da9e7c5b634c7" providerId="LiveId" clId="{CC5F71BB-E48E-1A44-9116-DD92F31FD3F9}" dt="2019-10-08T08:27:13.632" v="1044" actId="1076"/>
          <ac:picMkLst>
            <pc:docMk/>
            <pc:sldMk cId="3203538496" sldId="657"/>
            <ac:picMk id="10" creationId="{1F946ED5-4529-B14E-A947-87E71B07453B}"/>
          </ac:picMkLst>
        </pc:picChg>
        <pc:picChg chg="add del mod">
          <ac:chgData name="Daryl Parker" userId="328da9e7c5b634c7" providerId="LiveId" clId="{CC5F71BB-E48E-1A44-9116-DD92F31FD3F9}" dt="2019-10-08T08:29:15.876" v="1052"/>
          <ac:picMkLst>
            <pc:docMk/>
            <pc:sldMk cId="3203538496" sldId="657"/>
            <ac:picMk id="11" creationId="{090CAB2C-BF67-D948-9E28-DAAE3C45A61C}"/>
          </ac:picMkLst>
        </pc:picChg>
      </pc:sldChg>
      <pc:sldChg chg="modSp add ord">
        <pc:chgData name="Daryl Parker" userId="328da9e7c5b634c7" providerId="LiveId" clId="{CC5F71BB-E48E-1A44-9116-DD92F31FD3F9}" dt="2019-10-08T08:39:04.613" v="1552" actId="6549"/>
        <pc:sldMkLst>
          <pc:docMk/>
          <pc:sldMk cId="4171343027" sldId="658"/>
        </pc:sldMkLst>
        <pc:spChg chg="mod">
          <ac:chgData name="Daryl Parker" userId="328da9e7c5b634c7" providerId="LiveId" clId="{CC5F71BB-E48E-1A44-9116-DD92F31FD3F9}" dt="2019-10-08T08:36:11.354" v="1348" actId="20577"/>
          <ac:spMkLst>
            <pc:docMk/>
            <pc:sldMk cId="4171343027" sldId="658"/>
            <ac:spMk id="2" creationId="{81E2E711-D041-4BB7-B621-2BD26A8EFD07}"/>
          </ac:spMkLst>
        </pc:spChg>
        <pc:spChg chg="mod">
          <ac:chgData name="Daryl Parker" userId="328da9e7c5b634c7" providerId="LiveId" clId="{CC5F71BB-E48E-1A44-9116-DD92F31FD3F9}" dt="2019-10-08T08:39:04.613" v="1552" actId="6549"/>
          <ac:spMkLst>
            <pc:docMk/>
            <pc:sldMk cId="4171343027" sldId="658"/>
            <ac:spMk id="12290" creationId="{1AE05403-95A6-4618-9B22-48782B535B05}"/>
          </ac:spMkLst>
        </pc:spChg>
      </pc:sldChg>
      <pc:sldChg chg="addSp delSp modSp add">
        <pc:chgData name="Daryl Parker" userId="328da9e7c5b634c7" providerId="LiveId" clId="{CC5F71BB-E48E-1A44-9116-DD92F31FD3F9}" dt="2019-10-08T08:35:36.801" v="1342" actId="20577"/>
        <pc:sldMkLst>
          <pc:docMk/>
          <pc:sldMk cId="548420299" sldId="659"/>
        </pc:sldMkLst>
        <pc:spChg chg="mod">
          <ac:chgData name="Daryl Parker" userId="328da9e7c5b634c7" providerId="LiveId" clId="{CC5F71BB-E48E-1A44-9116-DD92F31FD3F9}" dt="2019-10-08T08:35:36.801" v="1342" actId="20577"/>
          <ac:spMkLst>
            <pc:docMk/>
            <pc:sldMk cId="548420299" sldId="659"/>
            <ac:spMk id="12290" creationId="{1AE05403-95A6-4618-9B22-48782B535B05}"/>
          </ac:spMkLst>
        </pc:spChg>
        <pc:picChg chg="del">
          <ac:chgData name="Daryl Parker" userId="328da9e7c5b634c7" providerId="LiveId" clId="{CC5F71BB-E48E-1A44-9116-DD92F31FD3F9}" dt="2019-10-08T08:33:47.524" v="1232" actId="478"/>
          <ac:picMkLst>
            <pc:docMk/>
            <pc:sldMk cId="548420299" sldId="659"/>
            <ac:picMk id="7" creationId="{F9091D09-31D5-0144-8646-2F475D571872}"/>
          </ac:picMkLst>
        </pc:picChg>
        <pc:picChg chg="add mod">
          <ac:chgData name="Daryl Parker" userId="328da9e7c5b634c7" providerId="LiveId" clId="{CC5F71BB-E48E-1A44-9116-DD92F31FD3F9}" dt="2019-10-08T08:35:21.918" v="1329" actId="1076"/>
          <ac:picMkLst>
            <pc:docMk/>
            <pc:sldMk cId="548420299" sldId="659"/>
            <ac:picMk id="8" creationId="{89F9BE2B-3C81-8748-A640-2E867F234C5A}"/>
          </ac:picMkLst>
        </pc:picChg>
      </pc:sldChg>
      <pc:sldChg chg="addSp delSp modSp add ord">
        <pc:chgData name="Daryl Parker" userId="328da9e7c5b634c7" providerId="LiveId" clId="{CC5F71BB-E48E-1A44-9116-DD92F31FD3F9}" dt="2019-10-08T08:40:54.717" v="1642" actId="20577"/>
        <pc:sldMkLst>
          <pc:docMk/>
          <pc:sldMk cId="346299888" sldId="660"/>
        </pc:sldMkLst>
        <pc:spChg chg="mod">
          <ac:chgData name="Daryl Parker" userId="328da9e7c5b634c7" providerId="LiveId" clId="{CC5F71BB-E48E-1A44-9116-DD92F31FD3F9}" dt="2019-10-08T08:40:23.917" v="1582" actId="20577"/>
          <ac:spMkLst>
            <pc:docMk/>
            <pc:sldMk cId="346299888" sldId="660"/>
            <ac:spMk id="2" creationId="{81E2E711-D041-4BB7-B621-2BD26A8EFD07}"/>
          </ac:spMkLst>
        </pc:spChg>
        <pc:spChg chg="mod">
          <ac:chgData name="Daryl Parker" userId="328da9e7c5b634c7" providerId="LiveId" clId="{CC5F71BB-E48E-1A44-9116-DD92F31FD3F9}" dt="2019-10-08T08:40:54.717" v="1642" actId="20577"/>
          <ac:spMkLst>
            <pc:docMk/>
            <pc:sldMk cId="346299888" sldId="660"/>
            <ac:spMk id="12290" creationId="{1AE05403-95A6-4618-9B22-48782B535B05}"/>
          </ac:spMkLst>
        </pc:spChg>
        <pc:picChg chg="add del">
          <ac:chgData name="Daryl Parker" userId="328da9e7c5b634c7" providerId="LiveId" clId="{CC5F71BB-E48E-1A44-9116-DD92F31FD3F9}" dt="2019-10-08T08:39:55.359" v="1568" actId="478"/>
          <ac:picMkLst>
            <pc:docMk/>
            <pc:sldMk cId="346299888" sldId="660"/>
            <ac:picMk id="8" creationId="{89F9BE2B-3C81-8748-A640-2E867F234C5A}"/>
          </ac:picMkLst>
        </pc:picChg>
        <pc:picChg chg="add del">
          <ac:chgData name="Daryl Parker" userId="328da9e7c5b634c7" providerId="LiveId" clId="{CC5F71BB-E48E-1A44-9116-DD92F31FD3F9}" dt="2019-10-08T08:39:56.174" v="1569" actId="478"/>
          <ac:picMkLst>
            <pc:docMk/>
            <pc:sldMk cId="346299888" sldId="660"/>
            <ac:picMk id="10" creationId="{1F946ED5-4529-B14E-A947-87E71B07453B}"/>
          </ac:picMkLst>
        </pc:picChg>
      </pc:sldChg>
      <pc:sldChg chg="modSp add">
        <pc:chgData name="Daryl Parker" userId="328da9e7c5b634c7" providerId="LiveId" clId="{CC5F71BB-E48E-1A44-9116-DD92F31FD3F9}" dt="2019-10-08T09:24:50.346" v="1885" actId="18331"/>
        <pc:sldMkLst>
          <pc:docMk/>
          <pc:sldMk cId="1763829460" sldId="661"/>
        </pc:sldMkLst>
        <pc:spChg chg="mod">
          <ac:chgData name="Daryl Parker" userId="328da9e7c5b634c7" providerId="LiveId" clId="{CC5F71BB-E48E-1A44-9116-DD92F31FD3F9}" dt="2019-10-08T08:44:35.461" v="1677" actId="20577"/>
          <ac:spMkLst>
            <pc:docMk/>
            <pc:sldMk cId="1763829460" sldId="661"/>
            <ac:spMk id="2" creationId="{81E2E711-D041-4BB7-B621-2BD26A8EFD07}"/>
          </ac:spMkLst>
        </pc:spChg>
        <pc:spChg chg="mod">
          <ac:chgData name="Daryl Parker" userId="328da9e7c5b634c7" providerId="LiveId" clId="{CC5F71BB-E48E-1A44-9116-DD92F31FD3F9}" dt="2019-10-08T09:24:50.346" v="1885" actId="18331"/>
          <ac:spMkLst>
            <pc:docMk/>
            <pc:sldMk cId="1763829460" sldId="661"/>
            <ac:spMk id="12290" creationId="{1AE05403-95A6-4618-9B22-48782B535B05}"/>
          </ac:spMkLst>
        </pc:spChg>
      </pc:sldChg>
    </pc:docChg>
  </pc:docChgLst>
  <pc:docChgLst>
    <pc:chgData name="Daryl Parker" userId="328da9e7c5b634c7" providerId="LiveId" clId="{E4C3BC1F-48F9-DF43-8B5A-CE55E6CC70DC}"/>
    <pc:docChg chg="undo custSel addSld delSld modSld sldOrd">
      <pc:chgData name="Daryl Parker" userId="328da9e7c5b634c7" providerId="LiveId" clId="{E4C3BC1F-48F9-DF43-8B5A-CE55E6CC70DC}" dt="2019-10-05T14:32:51.634" v="870" actId="692"/>
      <pc:docMkLst>
        <pc:docMk/>
      </pc:docMkLst>
      <pc:sldChg chg="modSp">
        <pc:chgData name="Daryl Parker" userId="328da9e7c5b634c7" providerId="LiveId" clId="{E4C3BC1F-48F9-DF43-8B5A-CE55E6CC70DC}" dt="2019-10-05T14:01:31.228" v="13" actId="20577"/>
        <pc:sldMkLst>
          <pc:docMk/>
          <pc:sldMk cId="0" sldId="435"/>
        </pc:sldMkLst>
        <pc:spChg chg="mod">
          <ac:chgData name="Daryl Parker" userId="328da9e7c5b634c7" providerId="LiveId" clId="{E4C3BC1F-48F9-DF43-8B5A-CE55E6CC70DC}" dt="2019-10-05T14:01:31.228" v="13" actId="20577"/>
          <ac:spMkLst>
            <pc:docMk/>
            <pc:sldMk cId="0" sldId="435"/>
            <ac:spMk id="11266" creationId="{5D0CD500-5482-4057-B8E4-82A3788CAD78}"/>
          </ac:spMkLst>
        </pc:spChg>
      </pc:sldChg>
      <pc:sldChg chg="modSp">
        <pc:chgData name="Daryl Parker" userId="328da9e7c5b634c7" providerId="LiveId" clId="{E4C3BC1F-48F9-DF43-8B5A-CE55E6CC70DC}" dt="2019-10-05T14:01:57.477" v="16" actId="403"/>
        <pc:sldMkLst>
          <pc:docMk/>
          <pc:sldMk cId="0" sldId="441"/>
        </pc:sldMkLst>
        <pc:spChg chg="mod">
          <ac:chgData name="Daryl Parker" userId="328da9e7c5b634c7" providerId="LiveId" clId="{E4C3BC1F-48F9-DF43-8B5A-CE55E6CC70DC}" dt="2019-10-05T14:01:57.477" v="16" actId="403"/>
          <ac:spMkLst>
            <pc:docMk/>
            <pc:sldMk cId="0" sldId="441"/>
            <ac:spMk id="12290" creationId="{1AE05403-95A6-4618-9B22-48782B535B05}"/>
          </ac:spMkLst>
        </pc:spChg>
      </pc:sldChg>
      <pc:sldChg chg="modSp add">
        <pc:chgData name="Daryl Parker" userId="328da9e7c5b634c7" providerId="LiveId" clId="{E4C3BC1F-48F9-DF43-8B5A-CE55E6CC70DC}" dt="2019-10-05T14:06:22.250" v="209" actId="403"/>
        <pc:sldMkLst>
          <pc:docMk/>
          <pc:sldMk cId="1015971551" sldId="585"/>
        </pc:sldMkLst>
        <pc:spChg chg="mod">
          <ac:chgData name="Daryl Parker" userId="328da9e7c5b634c7" providerId="LiveId" clId="{E4C3BC1F-48F9-DF43-8B5A-CE55E6CC70DC}" dt="2019-10-05T14:02:17.972" v="32" actId="20577"/>
          <ac:spMkLst>
            <pc:docMk/>
            <pc:sldMk cId="1015971551" sldId="585"/>
            <ac:spMk id="2" creationId="{81E2E711-D041-4BB7-B621-2BD26A8EFD07}"/>
          </ac:spMkLst>
        </pc:spChg>
        <pc:spChg chg="mod">
          <ac:chgData name="Daryl Parker" userId="328da9e7c5b634c7" providerId="LiveId" clId="{E4C3BC1F-48F9-DF43-8B5A-CE55E6CC70DC}" dt="2019-10-05T14:06:22.250" v="209" actId="403"/>
          <ac:spMkLst>
            <pc:docMk/>
            <pc:sldMk cId="1015971551" sldId="585"/>
            <ac:spMk id="12290" creationId="{1AE05403-95A6-4618-9B22-48782B535B05}"/>
          </ac:spMkLst>
        </pc:spChg>
      </pc:sldChg>
      <pc:sldChg chg="modSp add">
        <pc:chgData name="Daryl Parker" userId="328da9e7c5b634c7" providerId="LiveId" clId="{E4C3BC1F-48F9-DF43-8B5A-CE55E6CC70DC}" dt="2019-10-05T14:09:26.376" v="252" actId="20577"/>
        <pc:sldMkLst>
          <pc:docMk/>
          <pc:sldMk cId="2720518877" sldId="586"/>
        </pc:sldMkLst>
        <pc:spChg chg="mod">
          <ac:chgData name="Daryl Parker" userId="328da9e7c5b634c7" providerId="LiveId" clId="{E4C3BC1F-48F9-DF43-8B5A-CE55E6CC70DC}" dt="2019-10-05T14:05:40.313" v="119" actId="20577"/>
          <ac:spMkLst>
            <pc:docMk/>
            <pc:sldMk cId="2720518877" sldId="586"/>
            <ac:spMk id="2" creationId="{81E2E711-D041-4BB7-B621-2BD26A8EFD07}"/>
          </ac:spMkLst>
        </pc:spChg>
        <pc:spChg chg="mod">
          <ac:chgData name="Daryl Parker" userId="328da9e7c5b634c7" providerId="LiveId" clId="{E4C3BC1F-48F9-DF43-8B5A-CE55E6CC70DC}" dt="2019-10-05T14:09:26.376" v="252" actId="20577"/>
          <ac:spMkLst>
            <pc:docMk/>
            <pc:sldMk cId="2720518877" sldId="586"/>
            <ac:spMk id="12290" creationId="{1AE05403-95A6-4618-9B22-48782B535B05}"/>
          </ac:spMkLst>
        </pc:spChg>
      </pc:sldChg>
      <pc:sldChg chg="modSp add">
        <pc:chgData name="Daryl Parker" userId="328da9e7c5b634c7" providerId="LiveId" clId="{E4C3BC1F-48F9-DF43-8B5A-CE55E6CC70DC}" dt="2019-10-05T14:10:00.175" v="273" actId="5793"/>
        <pc:sldMkLst>
          <pc:docMk/>
          <pc:sldMk cId="4017344494" sldId="587"/>
        </pc:sldMkLst>
        <pc:spChg chg="mod">
          <ac:chgData name="Daryl Parker" userId="328da9e7c5b634c7" providerId="LiveId" clId="{E4C3BC1F-48F9-DF43-8B5A-CE55E6CC70DC}" dt="2019-10-05T14:09:52.318" v="270" actId="20577"/>
          <ac:spMkLst>
            <pc:docMk/>
            <pc:sldMk cId="4017344494" sldId="587"/>
            <ac:spMk id="2" creationId="{81E2E711-D041-4BB7-B621-2BD26A8EFD07}"/>
          </ac:spMkLst>
        </pc:spChg>
        <pc:spChg chg="mod">
          <ac:chgData name="Daryl Parker" userId="328da9e7c5b634c7" providerId="LiveId" clId="{E4C3BC1F-48F9-DF43-8B5A-CE55E6CC70DC}" dt="2019-10-05T14:10:00.175" v="273" actId="5793"/>
          <ac:spMkLst>
            <pc:docMk/>
            <pc:sldMk cId="4017344494" sldId="587"/>
            <ac:spMk id="12290" creationId="{1AE05403-95A6-4618-9B22-48782B535B05}"/>
          </ac:spMkLst>
        </pc:spChg>
      </pc:sldChg>
      <pc:sldChg chg="modSp add ord">
        <pc:chgData name="Daryl Parker" userId="328da9e7c5b634c7" providerId="LiveId" clId="{E4C3BC1F-48F9-DF43-8B5A-CE55E6CC70DC}" dt="2019-10-05T14:15:06.332" v="342" actId="20577"/>
        <pc:sldMkLst>
          <pc:docMk/>
          <pc:sldMk cId="1660288771" sldId="589"/>
        </pc:sldMkLst>
        <pc:spChg chg="mod">
          <ac:chgData name="Daryl Parker" userId="328da9e7c5b634c7" providerId="LiveId" clId="{E4C3BC1F-48F9-DF43-8B5A-CE55E6CC70DC}" dt="2019-10-05T14:14:48.162" v="337" actId="20577"/>
          <ac:spMkLst>
            <pc:docMk/>
            <pc:sldMk cId="1660288771" sldId="589"/>
            <ac:spMk id="2" creationId="{81E2E711-D041-4BB7-B621-2BD26A8EFD07}"/>
          </ac:spMkLst>
        </pc:spChg>
        <pc:spChg chg="mod">
          <ac:chgData name="Daryl Parker" userId="328da9e7c5b634c7" providerId="LiveId" clId="{E4C3BC1F-48F9-DF43-8B5A-CE55E6CC70DC}" dt="2019-10-05T14:15:06.332" v="342" actId="20577"/>
          <ac:spMkLst>
            <pc:docMk/>
            <pc:sldMk cId="1660288771" sldId="589"/>
            <ac:spMk id="12290" creationId="{1AE05403-95A6-4618-9B22-48782B535B05}"/>
          </ac:spMkLst>
        </pc:spChg>
      </pc:sldChg>
    </pc:docChg>
  </pc:docChgLst>
  <pc:docChgLst>
    <pc:chgData name="Daryl Parker" userId="328da9e7c5b634c7" providerId="LiveId" clId="{C1FF0BE4-4204-45CC-A087-7E4AFA4BC786}"/>
    <pc:docChg chg="undo custSel mod addSld delSld modSld sldOrd">
      <pc:chgData name="Daryl Parker" userId="328da9e7c5b634c7" providerId="LiveId" clId="{C1FF0BE4-4204-45CC-A087-7E4AFA4BC786}" dt="2019-09-26T17:23:52.876" v="3896"/>
      <pc:docMkLst>
        <pc:docMk/>
      </pc:docMkLst>
      <pc:sldChg chg="modSp">
        <pc:chgData name="Daryl Parker" userId="328da9e7c5b634c7" providerId="LiveId" clId="{C1FF0BE4-4204-45CC-A087-7E4AFA4BC786}" dt="2019-09-26T15:07:02.702" v="44" actId="20577"/>
        <pc:sldMkLst>
          <pc:docMk/>
          <pc:sldMk cId="0" sldId="435"/>
        </pc:sldMkLst>
        <pc:spChg chg="mod">
          <ac:chgData name="Daryl Parker" userId="328da9e7c5b634c7" providerId="LiveId" clId="{C1FF0BE4-4204-45CC-A087-7E4AFA4BC786}" dt="2019-09-26T15:07:02.702" v="44" actId="20577"/>
          <ac:spMkLst>
            <pc:docMk/>
            <pc:sldMk cId="0" sldId="435"/>
            <ac:spMk id="11266" creationId="{5D0CD500-5482-4057-B8E4-82A3788CAD78}"/>
          </ac:spMkLst>
        </pc:spChg>
      </pc:sldChg>
      <pc:sldChg chg="modSp">
        <pc:chgData name="Daryl Parker" userId="328da9e7c5b634c7" providerId="LiveId" clId="{C1FF0BE4-4204-45CC-A087-7E4AFA4BC786}" dt="2019-09-26T15:07:28.089" v="46"/>
        <pc:sldMkLst>
          <pc:docMk/>
          <pc:sldMk cId="0" sldId="441"/>
        </pc:sldMkLst>
        <pc:spChg chg="mod">
          <ac:chgData name="Daryl Parker" userId="328da9e7c5b634c7" providerId="LiveId" clId="{C1FF0BE4-4204-45CC-A087-7E4AFA4BC786}" dt="2019-09-26T15:07:28.089" v="46"/>
          <ac:spMkLst>
            <pc:docMk/>
            <pc:sldMk cId="0" sldId="441"/>
            <ac:spMk id="12290" creationId="{1AE05403-95A6-4618-9B22-48782B535B05}"/>
          </ac:spMkLst>
        </pc:spChg>
      </pc:sldChg>
    </pc:docChg>
  </pc:docChgLst>
  <pc:docChgLst>
    <pc:chgData name="Daryl Parker" userId="328da9e7c5b634c7" providerId="LiveId" clId="{7655408F-0F76-4106-92B9-CF78070AF1A9}"/>
    <pc:docChg chg="custSel addSld delSld modSld sldOrd">
      <pc:chgData name="Daryl Parker" userId="328da9e7c5b634c7" providerId="LiveId" clId="{7655408F-0F76-4106-92B9-CF78070AF1A9}" dt="2019-10-06T23:05:16.299" v="1384" actId="1076"/>
      <pc:docMkLst>
        <pc:docMk/>
      </pc:docMkLst>
      <pc:sldChg chg="addSp modSp add">
        <pc:chgData name="Daryl Parker" userId="328da9e7c5b634c7" providerId="LiveId" clId="{7655408F-0F76-4106-92B9-CF78070AF1A9}" dt="2019-10-06T22:09:35.148" v="48" actId="208"/>
        <pc:sldMkLst>
          <pc:docMk/>
          <pc:sldMk cId="3773460704" sldId="596"/>
        </pc:sldMkLst>
        <pc:spChg chg="mod">
          <ac:chgData name="Daryl Parker" userId="328da9e7c5b634c7" providerId="LiveId" clId="{7655408F-0F76-4106-92B9-CF78070AF1A9}" dt="2019-10-06T22:08:07.384" v="33" actId="20577"/>
          <ac:spMkLst>
            <pc:docMk/>
            <pc:sldMk cId="3773460704" sldId="596"/>
            <ac:spMk id="2" creationId="{81E2E711-D041-4BB7-B621-2BD26A8EFD07}"/>
          </ac:spMkLst>
        </pc:spChg>
        <pc:spChg chg="add mod">
          <ac:chgData name="Daryl Parker" userId="328da9e7c5b634c7" providerId="LiveId" clId="{7655408F-0F76-4106-92B9-CF78070AF1A9}" dt="2019-10-06T22:09:35.148" v="48" actId="208"/>
          <ac:spMkLst>
            <pc:docMk/>
            <pc:sldMk cId="3773460704" sldId="596"/>
            <ac:spMk id="8" creationId="{90AB06EA-65E5-4335-A109-188E8A472FA7}"/>
          </ac:spMkLst>
        </pc:spChg>
        <pc:spChg chg="add mod">
          <ac:chgData name="Daryl Parker" userId="328da9e7c5b634c7" providerId="LiveId" clId="{7655408F-0F76-4106-92B9-CF78070AF1A9}" dt="2019-10-06T22:09:13.520" v="46" actId="207"/>
          <ac:spMkLst>
            <pc:docMk/>
            <pc:sldMk cId="3773460704" sldId="596"/>
            <ac:spMk id="9" creationId="{9443D68D-7C7E-429D-AEA5-CF9015B55EC8}"/>
          </ac:spMkLst>
        </pc:spChg>
        <pc:spChg chg="add mod">
          <ac:chgData name="Daryl Parker" userId="328da9e7c5b634c7" providerId="LiveId" clId="{7655408F-0F76-4106-92B9-CF78070AF1A9}" dt="2019-10-06T22:09:13.520" v="46" actId="207"/>
          <ac:spMkLst>
            <pc:docMk/>
            <pc:sldMk cId="3773460704" sldId="596"/>
            <ac:spMk id="10" creationId="{3E1DBAED-8409-4417-90A2-E05920A722C0}"/>
          </ac:spMkLst>
        </pc:spChg>
        <pc:spChg chg="add mod">
          <ac:chgData name="Daryl Parker" userId="328da9e7c5b634c7" providerId="LiveId" clId="{7655408F-0F76-4106-92B9-CF78070AF1A9}" dt="2019-10-06T22:09:35.148" v="48" actId="208"/>
          <ac:spMkLst>
            <pc:docMk/>
            <pc:sldMk cId="3773460704" sldId="596"/>
            <ac:spMk id="11" creationId="{A510D26F-883C-45B6-AA7A-CB9F746E396F}"/>
          </ac:spMkLst>
        </pc:spChg>
        <pc:spChg chg="mod">
          <ac:chgData name="Daryl Parker" userId="328da9e7c5b634c7" providerId="LiveId" clId="{7655408F-0F76-4106-92B9-CF78070AF1A9}" dt="2019-10-06T22:08:27.979" v="39" actId="403"/>
          <ac:spMkLst>
            <pc:docMk/>
            <pc:sldMk cId="3773460704" sldId="596"/>
            <ac:spMk id="12290" creationId="{1AE05403-95A6-4618-9B22-48782B535B05}"/>
          </ac:spMkLst>
        </pc:spChg>
      </pc:sldChg>
    </pc:docChg>
  </pc:docChgLst>
  <pc:docChgLst>
    <pc:chgData name="Daryl Parker" userId="328da9e7c5b634c7" providerId="LiveId" clId="{947874C3-D5A8-4790-AF01-0D072267078A}"/>
    <pc:docChg chg="undo custSel addSld delSld modSld sldOrd">
      <pc:chgData name="Daryl Parker" userId="328da9e7c5b634c7" providerId="LiveId" clId="{947874C3-D5A8-4790-AF01-0D072267078A}" dt="2019-10-08T07:12:56.733" v="743" actId="20577"/>
      <pc:docMkLst>
        <pc:docMk/>
      </pc:docMkLst>
      <pc:sldChg chg="modSp">
        <pc:chgData name="Daryl Parker" userId="328da9e7c5b634c7" providerId="LiveId" clId="{947874C3-D5A8-4790-AF01-0D072267078A}" dt="2019-10-07T16:34:03.599" v="304"/>
        <pc:sldMkLst>
          <pc:docMk/>
          <pc:sldMk cId="1660288771" sldId="589"/>
        </pc:sldMkLst>
        <pc:spChg chg="mod">
          <ac:chgData name="Daryl Parker" userId="328da9e7c5b634c7" providerId="LiveId" clId="{947874C3-D5A8-4790-AF01-0D072267078A}" dt="2019-10-07T16:33:52.886" v="302" actId="313"/>
          <ac:spMkLst>
            <pc:docMk/>
            <pc:sldMk cId="1660288771" sldId="589"/>
            <ac:spMk id="2" creationId="{81E2E711-D041-4BB7-B621-2BD26A8EFD07}"/>
          </ac:spMkLst>
        </pc:spChg>
        <pc:spChg chg="mod">
          <ac:chgData name="Daryl Parker" userId="328da9e7c5b634c7" providerId="LiveId" clId="{947874C3-D5A8-4790-AF01-0D072267078A}" dt="2019-10-07T16:34:03.599" v="304"/>
          <ac:spMkLst>
            <pc:docMk/>
            <pc:sldMk cId="1660288771" sldId="589"/>
            <ac:spMk id="12290" creationId="{1AE05403-95A6-4618-9B22-48782B535B05}"/>
          </ac:spMkLst>
        </pc:spChg>
      </pc:sldChg>
      <pc:sldChg chg="delSp modSp">
        <pc:chgData name="Daryl Parker" userId="328da9e7c5b634c7" providerId="LiveId" clId="{947874C3-D5A8-4790-AF01-0D072267078A}" dt="2019-10-07T16:35:18.542" v="334" actId="113"/>
        <pc:sldMkLst>
          <pc:docMk/>
          <pc:sldMk cId="3773460704" sldId="596"/>
        </pc:sldMkLst>
        <pc:spChg chg="mod">
          <ac:chgData name="Daryl Parker" userId="328da9e7c5b634c7" providerId="LiveId" clId="{947874C3-D5A8-4790-AF01-0D072267078A}" dt="2019-10-07T16:34:35.206" v="316" actId="20577"/>
          <ac:spMkLst>
            <pc:docMk/>
            <pc:sldMk cId="3773460704" sldId="596"/>
            <ac:spMk id="2" creationId="{81E2E711-D041-4BB7-B621-2BD26A8EFD07}"/>
          </ac:spMkLst>
        </pc:spChg>
        <pc:spChg chg="del">
          <ac:chgData name="Daryl Parker" userId="328da9e7c5b634c7" providerId="LiveId" clId="{947874C3-D5A8-4790-AF01-0D072267078A}" dt="2019-10-07T16:35:01.455" v="327" actId="478"/>
          <ac:spMkLst>
            <pc:docMk/>
            <pc:sldMk cId="3773460704" sldId="596"/>
            <ac:spMk id="8" creationId="{90AB06EA-65E5-4335-A109-188E8A472FA7}"/>
          </ac:spMkLst>
        </pc:spChg>
        <pc:spChg chg="del">
          <ac:chgData name="Daryl Parker" userId="328da9e7c5b634c7" providerId="LiveId" clId="{947874C3-D5A8-4790-AF01-0D072267078A}" dt="2019-10-07T16:34:57.518" v="324" actId="478"/>
          <ac:spMkLst>
            <pc:docMk/>
            <pc:sldMk cId="3773460704" sldId="596"/>
            <ac:spMk id="9" creationId="{9443D68D-7C7E-429D-AEA5-CF9015B55EC8}"/>
          </ac:spMkLst>
        </pc:spChg>
        <pc:spChg chg="del">
          <ac:chgData name="Daryl Parker" userId="328da9e7c5b634c7" providerId="LiveId" clId="{947874C3-D5A8-4790-AF01-0D072267078A}" dt="2019-10-07T16:34:58.919" v="325" actId="478"/>
          <ac:spMkLst>
            <pc:docMk/>
            <pc:sldMk cId="3773460704" sldId="596"/>
            <ac:spMk id="10" creationId="{3E1DBAED-8409-4417-90A2-E05920A722C0}"/>
          </ac:spMkLst>
        </pc:spChg>
        <pc:spChg chg="del">
          <ac:chgData name="Daryl Parker" userId="328da9e7c5b634c7" providerId="LiveId" clId="{947874C3-D5A8-4790-AF01-0D072267078A}" dt="2019-10-07T16:35:00.783" v="326" actId="478"/>
          <ac:spMkLst>
            <pc:docMk/>
            <pc:sldMk cId="3773460704" sldId="596"/>
            <ac:spMk id="11" creationId="{A510D26F-883C-45B6-AA7A-CB9F746E396F}"/>
          </ac:spMkLst>
        </pc:spChg>
        <pc:spChg chg="mod">
          <ac:chgData name="Daryl Parker" userId="328da9e7c5b634c7" providerId="LiveId" clId="{947874C3-D5A8-4790-AF01-0D072267078A}" dt="2019-10-07T16:35:18.542" v="334" actId="113"/>
          <ac:spMkLst>
            <pc:docMk/>
            <pc:sldMk cId="3773460704" sldId="596"/>
            <ac:spMk id="12290" creationId="{1AE05403-95A6-4618-9B22-48782B535B05}"/>
          </ac:spMkLst>
        </pc:spChg>
      </pc:sldChg>
      <pc:sldChg chg="modSp">
        <pc:chgData name="Daryl Parker" userId="328da9e7c5b634c7" providerId="LiveId" clId="{947874C3-D5A8-4790-AF01-0D072267078A}" dt="2019-10-07T16:20:28.485" v="14" actId="20577"/>
        <pc:sldMkLst>
          <pc:docMk/>
          <pc:sldMk cId="3610405755" sldId="642"/>
        </pc:sldMkLst>
        <pc:spChg chg="mod">
          <ac:chgData name="Daryl Parker" userId="328da9e7c5b634c7" providerId="LiveId" clId="{947874C3-D5A8-4790-AF01-0D072267078A}" dt="2019-10-07T16:20:28.485" v="14" actId="20577"/>
          <ac:spMkLst>
            <pc:docMk/>
            <pc:sldMk cId="3610405755" sldId="642"/>
            <ac:spMk id="2" creationId="{E4EC1F1F-46F2-FB4D-9772-87D45EF3B006}"/>
          </ac:spMkLst>
        </pc:spChg>
      </pc:sldChg>
      <pc:sldChg chg="delSp modSp add">
        <pc:chgData name="Daryl Parker" userId="328da9e7c5b634c7" providerId="LiveId" clId="{947874C3-D5A8-4790-AF01-0D072267078A}" dt="2019-10-07T16:22:00.379" v="59" actId="207"/>
        <pc:sldMkLst>
          <pc:docMk/>
          <pc:sldMk cId="4165572545" sldId="643"/>
        </pc:sldMkLst>
        <pc:spChg chg="mod">
          <ac:chgData name="Daryl Parker" userId="328da9e7c5b634c7" providerId="LiveId" clId="{947874C3-D5A8-4790-AF01-0D072267078A}" dt="2019-10-07T16:20:55.694" v="41" actId="20577"/>
          <ac:spMkLst>
            <pc:docMk/>
            <pc:sldMk cId="4165572545" sldId="643"/>
            <ac:spMk id="2" creationId="{E4EC1F1F-46F2-FB4D-9772-87D45EF3B006}"/>
          </ac:spMkLst>
        </pc:spChg>
        <pc:spChg chg="mod">
          <ac:chgData name="Daryl Parker" userId="328da9e7c5b634c7" providerId="LiveId" clId="{947874C3-D5A8-4790-AF01-0D072267078A}" dt="2019-10-07T16:22:00.379" v="59" actId="207"/>
          <ac:spMkLst>
            <pc:docMk/>
            <pc:sldMk cId="4165572545" sldId="643"/>
            <ac:spMk id="8" creationId="{2EB41EDE-0497-2349-81B6-4F83F0E12C9B}"/>
          </ac:spMkLst>
        </pc:spChg>
        <pc:picChg chg="del">
          <ac:chgData name="Daryl Parker" userId="328da9e7c5b634c7" providerId="LiveId" clId="{947874C3-D5A8-4790-AF01-0D072267078A}" dt="2019-10-07T16:21:36.990" v="49" actId="478"/>
          <ac:picMkLst>
            <pc:docMk/>
            <pc:sldMk cId="4165572545" sldId="643"/>
            <ac:picMk id="11" creationId="{C9BB964D-9A71-8241-A572-0E59B8F2C20C}"/>
          </ac:picMkLst>
        </pc:picChg>
      </pc:sldChg>
      <pc:sldChg chg="addSp modSp add">
        <pc:chgData name="Daryl Parker" userId="328da9e7c5b634c7" providerId="LiveId" clId="{947874C3-D5A8-4790-AF01-0D072267078A}" dt="2019-10-07T16:33:17.827" v="266" actId="14100"/>
        <pc:sldMkLst>
          <pc:docMk/>
          <pc:sldMk cId="3379743691" sldId="644"/>
        </pc:sldMkLst>
        <pc:spChg chg="mod">
          <ac:chgData name="Daryl Parker" userId="328da9e7c5b634c7" providerId="LiveId" clId="{947874C3-D5A8-4790-AF01-0D072267078A}" dt="2019-10-07T16:28:08.091" v="143" actId="207"/>
          <ac:spMkLst>
            <pc:docMk/>
            <pc:sldMk cId="3379743691" sldId="644"/>
            <ac:spMk id="8" creationId="{2EB41EDE-0497-2349-81B6-4F83F0E12C9B}"/>
          </ac:spMkLst>
        </pc:spChg>
        <pc:spChg chg="add mod">
          <ac:chgData name="Daryl Parker" userId="328da9e7c5b634c7" providerId="LiveId" clId="{947874C3-D5A8-4790-AF01-0D072267078A}" dt="2019-10-07T16:33:17.827" v="266" actId="14100"/>
          <ac:spMkLst>
            <pc:docMk/>
            <pc:sldMk cId="3379743691" sldId="644"/>
            <ac:spMk id="10" creationId="{EE02B94C-F5A7-47BF-974A-9A126EA463C9}"/>
          </ac:spMkLst>
        </pc:spChg>
        <pc:picChg chg="add mod">
          <ac:chgData name="Daryl Parker" userId="328da9e7c5b634c7" providerId="LiveId" clId="{947874C3-D5A8-4790-AF01-0D072267078A}" dt="2019-10-07T16:29:05.765" v="149" actId="1076"/>
          <ac:picMkLst>
            <pc:docMk/>
            <pc:sldMk cId="3379743691" sldId="644"/>
            <ac:picMk id="9" creationId="{B899603E-CE11-4DF9-A2C7-E2BFEA533027}"/>
          </ac:picMkLst>
        </pc:picChg>
      </pc:sldChg>
      <pc:sldChg chg="delSp modSp add">
        <pc:chgData name="Daryl Parker" userId="328da9e7c5b634c7" providerId="LiveId" clId="{947874C3-D5A8-4790-AF01-0D072267078A}" dt="2019-10-07T16:30:42.143" v="171" actId="403"/>
        <pc:sldMkLst>
          <pc:docMk/>
          <pc:sldMk cId="3241901952" sldId="645"/>
        </pc:sldMkLst>
        <pc:spChg chg="mod">
          <ac:chgData name="Daryl Parker" userId="328da9e7c5b634c7" providerId="LiveId" clId="{947874C3-D5A8-4790-AF01-0D072267078A}" dt="2019-10-07T16:29:43.966" v="159" actId="20577"/>
          <ac:spMkLst>
            <pc:docMk/>
            <pc:sldMk cId="3241901952" sldId="645"/>
            <ac:spMk id="2" creationId="{E4EC1F1F-46F2-FB4D-9772-87D45EF3B006}"/>
          </ac:spMkLst>
        </pc:spChg>
        <pc:spChg chg="mod">
          <ac:chgData name="Daryl Parker" userId="328da9e7c5b634c7" providerId="LiveId" clId="{947874C3-D5A8-4790-AF01-0D072267078A}" dt="2019-10-07T16:30:42.143" v="171" actId="403"/>
          <ac:spMkLst>
            <pc:docMk/>
            <pc:sldMk cId="3241901952" sldId="645"/>
            <ac:spMk id="8" creationId="{2EB41EDE-0497-2349-81B6-4F83F0E12C9B}"/>
          </ac:spMkLst>
        </pc:spChg>
        <pc:picChg chg="del">
          <ac:chgData name="Daryl Parker" userId="328da9e7c5b634c7" providerId="LiveId" clId="{947874C3-D5A8-4790-AF01-0D072267078A}" dt="2019-10-07T16:29:57.549" v="161" actId="478"/>
          <ac:picMkLst>
            <pc:docMk/>
            <pc:sldMk cId="3241901952" sldId="645"/>
            <ac:picMk id="9" creationId="{B899603E-CE11-4DF9-A2C7-E2BFEA533027}"/>
          </ac:picMkLst>
        </pc:picChg>
      </pc:sldChg>
      <pc:sldChg chg="addSp modSp add">
        <pc:chgData name="Daryl Parker" userId="328da9e7c5b634c7" providerId="LiveId" clId="{947874C3-D5A8-4790-AF01-0D072267078A}" dt="2019-10-07T16:37:32.381" v="380" actId="207"/>
        <pc:sldMkLst>
          <pc:docMk/>
          <pc:sldMk cId="4140873895" sldId="646"/>
        </pc:sldMkLst>
        <pc:spChg chg="mod">
          <ac:chgData name="Daryl Parker" userId="328da9e7c5b634c7" providerId="LiveId" clId="{947874C3-D5A8-4790-AF01-0D072267078A}" dt="2019-10-07T16:35:38.189" v="342" actId="20577"/>
          <ac:spMkLst>
            <pc:docMk/>
            <pc:sldMk cId="4140873895" sldId="646"/>
            <ac:spMk id="2" creationId="{81E2E711-D041-4BB7-B621-2BD26A8EFD07}"/>
          </ac:spMkLst>
        </pc:spChg>
        <pc:spChg chg="add mod">
          <ac:chgData name="Daryl Parker" userId="328da9e7c5b634c7" providerId="LiveId" clId="{947874C3-D5A8-4790-AF01-0D072267078A}" dt="2019-10-07T16:37:30.095" v="379" actId="207"/>
          <ac:spMkLst>
            <pc:docMk/>
            <pc:sldMk cId="4140873895" sldId="646"/>
            <ac:spMk id="7" creationId="{CD2B826F-EF78-4E11-A9B1-1841A6AF87D8}"/>
          </ac:spMkLst>
        </pc:spChg>
        <pc:spChg chg="mod">
          <ac:chgData name="Daryl Parker" userId="328da9e7c5b634c7" providerId="LiveId" clId="{947874C3-D5A8-4790-AF01-0D072267078A}" dt="2019-10-07T16:37:32.381" v="380" actId="207"/>
          <ac:spMkLst>
            <pc:docMk/>
            <pc:sldMk cId="4140873895" sldId="646"/>
            <ac:spMk id="12290" creationId="{1AE05403-95A6-4618-9B22-48782B535B05}"/>
          </ac:spMkLst>
        </pc:spChg>
      </pc:sldChg>
      <pc:sldChg chg="delSp modSp add">
        <pc:chgData name="Daryl Parker" userId="328da9e7c5b634c7" providerId="LiveId" clId="{947874C3-D5A8-4790-AF01-0D072267078A}" dt="2019-10-07T16:38:26.118" v="387" actId="20577"/>
        <pc:sldMkLst>
          <pc:docMk/>
          <pc:sldMk cId="3814949304" sldId="647"/>
        </pc:sldMkLst>
        <pc:spChg chg="del">
          <ac:chgData name="Daryl Parker" userId="328da9e7c5b634c7" providerId="LiveId" clId="{947874C3-D5A8-4790-AF01-0D072267078A}" dt="2019-10-07T16:38:14.262" v="385" actId="478"/>
          <ac:spMkLst>
            <pc:docMk/>
            <pc:sldMk cId="3814949304" sldId="647"/>
            <ac:spMk id="7" creationId="{CD2B826F-EF78-4E11-A9B1-1841A6AF87D8}"/>
          </ac:spMkLst>
        </pc:spChg>
        <pc:spChg chg="mod">
          <ac:chgData name="Daryl Parker" userId="328da9e7c5b634c7" providerId="LiveId" clId="{947874C3-D5A8-4790-AF01-0D072267078A}" dt="2019-10-07T16:38:26.118" v="387" actId="20577"/>
          <ac:spMkLst>
            <pc:docMk/>
            <pc:sldMk cId="3814949304" sldId="647"/>
            <ac:spMk id="12290" creationId="{1AE05403-95A6-4618-9B22-48782B535B05}"/>
          </ac:spMkLst>
        </pc:spChg>
      </pc:sldChg>
      <pc:sldChg chg="modSp add ord">
        <pc:chgData name="Daryl Parker" userId="328da9e7c5b634c7" providerId="LiveId" clId="{947874C3-D5A8-4790-AF01-0D072267078A}" dt="2019-10-07T16:41:46.353" v="497" actId="404"/>
        <pc:sldMkLst>
          <pc:docMk/>
          <pc:sldMk cId="2859155687" sldId="648"/>
        </pc:sldMkLst>
        <pc:spChg chg="mod">
          <ac:chgData name="Daryl Parker" userId="328da9e7c5b634c7" providerId="LiveId" clId="{947874C3-D5A8-4790-AF01-0D072267078A}" dt="2019-10-07T16:39:49.302" v="424" actId="20577"/>
          <ac:spMkLst>
            <pc:docMk/>
            <pc:sldMk cId="2859155687" sldId="648"/>
            <ac:spMk id="2" creationId="{81E2E711-D041-4BB7-B621-2BD26A8EFD07}"/>
          </ac:spMkLst>
        </pc:spChg>
        <pc:spChg chg="mod">
          <ac:chgData name="Daryl Parker" userId="328da9e7c5b634c7" providerId="LiveId" clId="{947874C3-D5A8-4790-AF01-0D072267078A}" dt="2019-10-07T16:41:46.353" v="497" actId="404"/>
          <ac:spMkLst>
            <pc:docMk/>
            <pc:sldMk cId="2859155687" sldId="648"/>
            <ac:spMk id="12290" creationId="{1AE05403-95A6-4618-9B22-48782B535B05}"/>
          </ac:spMkLst>
        </pc:spChg>
      </pc:sldChg>
      <pc:sldChg chg="modSp add">
        <pc:chgData name="Daryl Parker" userId="328da9e7c5b634c7" providerId="LiveId" clId="{947874C3-D5A8-4790-AF01-0D072267078A}" dt="2019-10-07T16:39:30.317" v="406" actId="207"/>
        <pc:sldMkLst>
          <pc:docMk/>
          <pc:sldMk cId="1456251359" sldId="649"/>
        </pc:sldMkLst>
        <pc:spChg chg="mod">
          <ac:chgData name="Daryl Parker" userId="328da9e7c5b634c7" providerId="LiveId" clId="{947874C3-D5A8-4790-AF01-0D072267078A}" dt="2019-10-07T16:39:30.317" v="406" actId="207"/>
          <ac:spMkLst>
            <pc:docMk/>
            <pc:sldMk cId="1456251359" sldId="649"/>
            <ac:spMk id="12290" creationId="{1AE05403-95A6-4618-9B22-48782B535B05}"/>
          </ac:spMkLst>
        </pc:spChg>
      </pc:sldChg>
      <pc:sldChg chg="modSp add">
        <pc:chgData name="Daryl Parker" userId="328da9e7c5b634c7" providerId="LiveId" clId="{947874C3-D5A8-4790-AF01-0D072267078A}" dt="2019-10-07T16:43:18.824" v="514"/>
        <pc:sldMkLst>
          <pc:docMk/>
          <pc:sldMk cId="4159563470" sldId="650"/>
        </pc:sldMkLst>
        <pc:spChg chg="mod">
          <ac:chgData name="Daryl Parker" userId="328da9e7c5b634c7" providerId="LiveId" clId="{947874C3-D5A8-4790-AF01-0D072267078A}" dt="2019-10-07T16:43:18.824" v="514"/>
          <ac:spMkLst>
            <pc:docMk/>
            <pc:sldMk cId="4159563470" sldId="650"/>
            <ac:spMk id="12290" creationId="{1AE05403-95A6-4618-9B22-48782B535B05}"/>
          </ac:spMkLst>
        </pc:spChg>
      </pc:sldChg>
      <pc:sldChg chg="modSp add">
        <pc:chgData name="Daryl Parker" userId="328da9e7c5b634c7" providerId="LiveId" clId="{947874C3-D5A8-4790-AF01-0D072267078A}" dt="2019-10-07T16:45:29.791" v="596" actId="20577"/>
        <pc:sldMkLst>
          <pc:docMk/>
          <pc:sldMk cId="95697828" sldId="651"/>
        </pc:sldMkLst>
        <pc:spChg chg="mod">
          <ac:chgData name="Daryl Parker" userId="328da9e7c5b634c7" providerId="LiveId" clId="{947874C3-D5A8-4790-AF01-0D072267078A}" dt="2019-10-07T16:44:40.934" v="525" actId="20577"/>
          <ac:spMkLst>
            <pc:docMk/>
            <pc:sldMk cId="95697828" sldId="651"/>
            <ac:spMk id="2" creationId="{81E2E711-D041-4BB7-B621-2BD26A8EFD07}"/>
          </ac:spMkLst>
        </pc:spChg>
        <pc:spChg chg="mod">
          <ac:chgData name="Daryl Parker" userId="328da9e7c5b634c7" providerId="LiveId" clId="{947874C3-D5A8-4790-AF01-0D072267078A}" dt="2019-10-07T16:45:29.791" v="596" actId="20577"/>
          <ac:spMkLst>
            <pc:docMk/>
            <pc:sldMk cId="95697828" sldId="651"/>
            <ac:spMk id="12290" creationId="{1AE05403-95A6-4618-9B22-48782B535B05}"/>
          </ac:spMkLst>
        </pc:spChg>
      </pc:sldChg>
      <pc:sldChg chg="modSp add">
        <pc:chgData name="Daryl Parker" userId="328da9e7c5b634c7" providerId="LiveId" clId="{947874C3-D5A8-4790-AF01-0D072267078A}" dt="2019-10-08T07:07:22.150" v="665" actId="20577"/>
        <pc:sldMkLst>
          <pc:docMk/>
          <pc:sldMk cId="1491832110" sldId="652"/>
        </pc:sldMkLst>
        <pc:spChg chg="mod">
          <ac:chgData name="Daryl Parker" userId="328da9e7c5b634c7" providerId="LiveId" clId="{947874C3-D5A8-4790-AF01-0D072267078A}" dt="2019-10-07T16:46:11.022" v="610" actId="20577"/>
          <ac:spMkLst>
            <pc:docMk/>
            <pc:sldMk cId="1491832110" sldId="652"/>
            <ac:spMk id="2" creationId="{81E2E711-D041-4BB7-B621-2BD26A8EFD07}"/>
          </ac:spMkLst>
        </pc:spChg>
        <pc:spChg chg="mod">
          <ac:chgData name="Daryl Parker" userId="328da9e7c5b634c7" providerId="LiveId" clId="{947874C3-D5A8-4790-AF01-0D072267078A}" dt="2019-10-08T07:07:22.150" v="665" actId="20577"/>
          <ac:spMkLst>
            <pc:docMk/>
            <pc:sldMk cId="1491832110" sldId="652"/>
            <ac:spMk id="12290" creationId="{1AE05403-95A6-4618-9B22-48782B535B05}"/>
          </ac:spMkLst>
        </pc:spChg>
      </pc:sldChg>
      <pc:sldChg chg="delSp modSp add">
        <pc:chgData name="Daryl Parker" userId="328da9e7c5b634c7" providerId="LiveId" clId="{947874C3-D5A8-4790-AF01-0D072267078A}" dt="2019-10-08T07:09:28.684" v="697" actId="108"/>
        <pc:sldMkLst>
          <pc:docMk/>
          <pc:sldMk cId="3189486443" sldId="653"/>
        </pc:sldMkLst>
        <pc:spChg chg="mod">
          <ac:chgData name="Daryl Parker" userId="328da9e7c5b634c7" providerId="LiveId" clId="{947874C3-D5A8-4790-AF01-0D072267078A}" dt="2019-10-08T07:08:25.349" v="686" actId="20577"/>
          <ac:spMkLst>
            <pc:docMk/>
            <pc:sldMk cId="3189486443" sldId="653"/>
            <ac:spMk id="2" creationId="{81E2E711-D041-4BB7-B621-2BD26A8EFD07}"/>
          </ac:spMkLst>
        </pc:spChg>
        <pc:spChg chg="del">
          <ac:chgData name="Daryl Parker" userId="328da9e7c5b634c7" providerId="LiveId" clId="{947874C3-D5A8-4790-AF01-0D072267078A}" dt="2019-10-08T07:09:05.396" v="693" actId="478"/>
          <ac:spMkLst>
            <pc:docMk/>
            <pc:sldMk cId="3189486443" sldId="653"/>
            <ac:spMk id="7" creationId="{CD2B826F-EF78-4E11-A9B1-1841A6AF87D8}"/>
          </ac:spMkLst>
        </pc:spChg>
        <pc:spChg chg="mod">
          <ac:chgData name="Daryl Parker" userId="328da9e7c5b634c7" providerId="LiveId" clId="{947874C3-D5A8-4790-AF01-0D072267078A}" dt="2019-10-08T07:09:28.684" v="697" actId="108"/>
          <ac:spMkLst>
            <pc:docMk/>
            <pc:sldMk cId="3189486443" sldId="653"/>
            <ac:spMk id="12290" creationId="{1AE05403-95A6-4618-9B22-48782B535B05}"/>
          </ac:spMkLst>
        </pc:spChg>
      </pc:sldChg>
      <pc:sldChg chg="modSp add ord">
        <pc:chgData name="Daryl Parker" userId="328da9e7c5b634c7" providerId="LiveId" clId="{947874C3-D5A8-4790-AF01-0D072267078A}" dt="2019-10-08T07:12:56.733" v="743" actId="20577"/>
        <pc:sldMkLst>
          <pc:docMk/>
          <pc:sldMk cId="1240006343" sldId="654"/>
        </pc:sldMkLst>
        <pc:spChg chg="mod">
          <ac:chgData name="Daryl Parker" userId="328da9e7c5b634c7" providerId="LiveId" clId="{947874C3-D5A8-4790-AF01-0D072267078A}" dt="2019-10-08T07:12:56.733" v="743" actId="20577"/>
          <ac:spMkLst>
            <pc:docMk/>
            <pc:sldMk cId="1240006343" sldId="654"/>
            <ac:spMk id="12290" creationId="{1AE05403-95A6-4618-9B22-48782B535B05}"/>
          </ac:spMkLst>
        </pc:spChg>
      </pc:sldChg>
      <pc:sldChg chg="modSp add">
        <pc:chgData name="Daryl Parker" userId="328da9e7c5b634c7" providerId="LiveId" clId="{947874C3-D5A8-4790-AF01-0D072267078A}" dt="2019-10-08T07:11:10.541" v="716" actId="20577"/>
        <pc:sldMkLst>
          <pc:docMk/>
          <pc:sldMk cId="2931907378" sldId="655"/>
        </pc:sldMkLst>
        <pc:spChg chg="mod">
          <ac:chgData name="Daryl Parker" userId="328da9e7c5b634c7" providerId="LiveId" clId="{947874C3-D5A8-4790-AF01-0D072267078A}" dt="2019-10-08T07:11:10.541" v="716" actId="20577"/>
          <ac:spMkLst>
            <pc:docMk/>
            <pc:sldMk cId="2931907378" sldId="655"/>
            <ac:spMk id="12290" creationId="{1AE05403-95A6-4618-9B22-48782B535B05}"/>
          </ac:spMkLst>
        </pc:spChg>
      </pc:sldChg>
      <pc:sldChg chg="add del">
        <pc:chgData name="Daryl Parker" userId="328da9e7c5b634c7" providerId="LiveId" clId="{947874C3-D5A8-4790-AF01-0D072267078A}" dt="2019-10-08T07:11:30.162" v="719" actId="2696"/>
        <pc:sldMkLst>
          <pc:docMk/>
          <pc:sldMk cId="4088140481" sldId="65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8418" name="Rectangle 2">
            <a:extLst>
              <a:ext uri="{FF2B5EF4-FFF2-40B4-BE49-F238E27FC236}">
                <a16:creationId xmlns:a16="http://schemas.microsoft.com/office/drawing/2014/main" id="{91A9BE24-3E0A-874B-BDDD-D76C116DB410}"/>
              </a:ext>
            </a:extLst>
          </p:cNvPr>
          <p:cNvSpPr>
            <a:spLocks noGrp="1" noChangeArrowheads="1"/>
          </p:cNvSpPr>
          <p:nvPr>
            <p:ph type="hdr" sz="quarter"/>
          </p:nvPr>
        </p:nvSpPr>
        <p:spPr bwMode="auto">
          <a:xfrm>
            <a:off x="0" y="0"/>
            <a:ext cx="4005263"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534" tIns="46267" rIns="92534" bIns="46267" numCol="1" anchor="t" anchorCtr="0" compatLnSpc="1">
            <a:prstTxWarp prst="textNoShape">
              <a:avLst/>
            </a:prstTxWarp>
          </a:bodyPr>
          <a:lstStyle>
            <a:lvl1pPr defTabSz="454025" eaLnBrk="1" hangingPunct="1">
              <a:lnSpc>
                <a:spcPct val="93000"/>
              </a:lnSpc>
              <a:buClr>
                <a:srgbClr val="003366"/>
              </a:buClr>
              <a:buSzPct val="100000"/>
              <a:buFont typeface="Arial" panose="020B0604020202020204" pitchFamily="34" charset="0"/>
              <a:buNone/>
              <a:defRPr sz="1200"/>
            </a:lvl1pPr>
          </a:lstStyle>
          <a:p>
            <a:pPr>
              <a:defRPr/>
            </a:pPr>
            <a:endParaRPr lang="en-CA" altLang="en-US"/>
          </a:p>
        </p:txBody>
      </p:sp>
      <p:sp>
        <p:nvSpPr>
          <p:cNvPr id="188419" name="Rectangle 3">
            <a:extLst>
              <a:ext uri="{FF2B5EF4-FFF2-40B4-BE49-F238E27FC236}">
                <a16:creationId xmlns:a16="http://schemas.microsoft.com/office/drawing/2014/main" id="{04BD55C3-E50A-B34C-BE1B-08F016738F1C}"/>
              </a:ext>
            </a:extLst>
          </p:cNvPr>
          <p:cNvSpPr>
            <a:spLocks noGrp="1" noChangeArrowheads="1"/>
          </p:cNvSpPr>
          <p:nvPr>
            <p:ph type="dt" sz="quarter" idx="1"/>
          </p:nvPr>
        </p:nvSpPr>
        <p:spPr bwMode="auto">
          <a:xfrm>
            <a:off x="5235575" y="0"/>
            <a:ext cx="4005263"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534" tIns="46267" rIns="92534" bIns="46267" numCol="1" anchor="t" anchorCtr="0" compatLnSpc="1">
            <a:prstTxWarp prst="textNoShape">
              <a:avLst/>
            </a:prstTxWarp>
          </a:bodyPr>
          <a:lstStyle>
            <a:lvl1pPr algn="r" defTabSz="454025" eaLnBrk="1" hangingPunct="1">
              <a:lnSpc>
                <a:spcPct val="93000"/>
              </a:lnSpc>
              <a:buClr>
                <a:srgbClr val="003366"/>
              </a:buClr>
              <a:buSzPct val="100000"/>
              <a:buFont typeface="Arial" panose="020B0604020202020204" pitchFamily="34" charset="0"/>
              <a:buNone/>
              <a:defRPr sz="1200"/>
            </a:lvl1pPr>
          </a:lstStyle>
          <a:p>
            <a:pPr>
              <a:defRPr/>
            </a:pPr>
            <a:endParaRPr lang="en-CA" altLang="en-US"/>
          </a:p>
        </p:txBody>
      </p:sp>
      <p:sp>
        <p:nvSpPr>
          <p:cNvPr id="188420" name="Rectangle 4">
            <a:extLst>
              <a:ext uri="{FF2B5EF4-FFF2-40B4-BE49-F238E27FC236}">
                <a16:creationId xmlns:a16="http://schemas.microsoft.com/office/drawing/2014/main" id="{FE85DAAA-194A-8048-95CB-E57493984693}"/>
              </a:ext>
            </a:extLst>
          </p:cNvPr>
          <p:cNvSpPr>
            <a:spLocks noGrp="1" noChangeArrowheads="1"/>
          </p:cNvSpPr>
          <p:nvPr>
            <p:ph type="ftr" sz="quarter" idx="2"/>
          </p:nvPr>
        </p:nvSpPr>
        <p:spPr bwMode="auto">
          <a:xfrm>
            <a:off x="0" y="6607175"/>
            <a:ext cx="4005263"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534" tIns="46267" rIns="92534" bIns="46267" numCol="1" anchor="b" anchorCtr="0" compatLnSpc="1">
            <a:prstTxWarp prst="textNoShape">
              <a:avLst/>
            </a:prstTxWarp>
          </a:bodyPr>
          <a:lstStyle>
            <a:lvl1pPr defTabSz="454025" eaLnBrk="1" hangingPunct="1">
              <a:lnSpc>
                <a:spcPct val="93000"/>
              </a:lnSpc>
              <a:buClr>
                <a:srgbClr val="003366"/>
              </a:buClr>
              <a:buSzPct val="100000"/>
              <a:buFont typeface="Arial" panose="020B0604020202020204" pitchFamily="34" charset="0"/>
              <a:buNone/>
              <a:defRPr sz="1200"/>
            </a:lvl1pPr>
          </a:lstStyle>
          <a:p>
            <a:pPr>
              <a:defRPr/>
            </a:pPr>
            <a:endParaRPr lang="en-CA" altLang="en-US"/>
          </a:p>
        </p:txBody>
      </p:sp>
      <p:sp>
        <p:nvSpPr>
          <p:cNvPr id="188421" name="Rectangle 5">
            <a:extLst>
              <a:ext uri="{FF2B5EF4-FFF2-40B4-BE49-F238E27FC236}">
                <a16:creationId xmlns:a16="http://schemas.microsoft.com/office/drawing/2014/main" id="{ABFC69E3-A1D3-0A46-B5A6-A9D76323DA37}"/>
              </a:ext>
            </a:extLst>
          </p:cNvPr>
          <p:cNvSpPr>
            <a:spLocks noGrp="1" noChangeArrowheads="1"/>
          </p:cNvSpPr>
          <p:nvPr>
            <p:ph type="sldNum" sz="quarter" idx="3"/>
          </p:nvPr>
        </p:nvSpPr>
        <p:spPr bwMode="auto">
          <a:xfrm>
            <a:off x="5235575" y="6607175"/>
            <a:ext cx="4005263"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534" tIns="46267" rIns="92534" bIns="46267" numCol="1" anchor="b" anchorCtr="0" compatLnSpc="1">
            <a:prstTxWarp prst="textNoShape">
              <a:avLst/>
            </a:prstTxWarp>
          </a:bodyPr>
          <a:lstStyle>
            <a:lvl1pPr algn="r" defTabSz="454025" eaLnBrk="1" hangingPunct="1">
              <a:lnSpc>
                <a:spcPct val="93000"/>
              </a:lnSpc>
              <a:buClr>
                <a:srgbClr val="003366"/>
              </a:buClr>
              <a:buSzPct val="100000"/>
              <a:buFont typeface="Arial" panose="020B0604020202020204" pitchFamily="34" charset="0"/>
              <a:buNone/>
              <a:defRPr sz="1200"/>
            </a:lvl1pPr>
          </a:lstStyle>
          <a:p>
            <a:pPr>
              <a:defRPr/>
            </a:pPr>
            <a:fld id="{92D09475-1613-4A7E-95F7-367ACBB40EA1}" type="slidenum">
              <a:rPr lang="en-CA" altLang="en-US"/>
              <a:pPr>
                <a:defRPr/>
              </a:pPr>
              <a:t>‹#›</a:t>
            </a:fld>
            <a:endParaRPr lang="en-CA"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Rectangle 1">
            <a:extLst>
              <a:ext uri="{FF2B5EF4-FFF2-40B4-BE49-F238E27FC236}">
                <a16:creationId xmlns:a16="http://schemas.microsoft.com/office/drawing/2014/main" id="{FE36654F-96E8-C544-B18F-E0A338A3EF22}"/>
              </a:ext>
            </a:extLst>
          </p:cNvPr>
          <p:cNvSpPr>
            <a:spLocks noGrp="1" noRot="1" noChangeAspect="1" noChangeArrowheads="1"/>
          </p:cNvSpPr>
          <p:nvPr>
            <p:ph type="sldImg"/>
          </p:nvPr>
        </p:nvSpPr>
        <p:spPr bwMode="auto">
          <a:xfrm>
            <a:off x="0" y="528638"/>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sp>
      <p:sp>
        <p:nvSpPr>
          <p:cNvPr id="3074" name="Rectangle 2">
            <a:extLst>
              <a:ext uri="{FF2B5EF4-FFF2-40B4-BE49-F238E27FC236}">
                <a16:creationId xmlns:a16="http://schemas.microsoft.com/office/drawing/2014/main" id="{11A6092F-4066-8E44-8022-81011BAF8A66}"/>
              </a:ext>
            </a:extLst>
          </p:cNvPr>
          <p:cNvSpPr>
            <a:spLocks noGrp="1" noChangeArrowheads="1"/>
          </p:cNvSpPr>
          <p:nvPr>
            <p:ph type="body"/>
          </p:nvPr>
        </p:nvSpPr>
        <p:spPr bwMode="auto">
          <a:xfrm>
            <a:off x="923925" y="3303588"/>
            <a:ext cx="7391400" cy="312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endParaRPr lang="en-CA" altLang="en-US" noProof="0"/>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693521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3667199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19150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7774468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817440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3083448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3765031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98019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0221019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5449446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17864527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25141788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19831828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25653201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30791450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2330981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29730632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25458641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12538560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30009501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11077994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41716778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22810729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1290674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1929377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6448581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1873822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3631307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3628218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1207737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8844013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4041366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3176477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1012500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2475142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797125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2424100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8487396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1525284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9881031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6737998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blipFill dpi="0" rotWithShape="1">
            <a:blip r:embed="rId2">
              <a:alphaModFix amt="80000"/>
            </a:blip>
            <a:srcRect/>
            <a:tile tx="0" ty="0" sx="100000" sy="100000" flip="none" algn="tl"/>
          </a:blipFill>
        </p:spPr>
        <p:txBody>
          <a:bodyPr anchor="b"/>
          <a:lstStyle>
            <a:lvl1pPr algn="ctr">
              <a:defRPr sz="4500"/>
            </a:lvl1pPr>
          </a:lstStyle>
          <a:p>
            <a:r>
              <a:rPr lang="en-US"/>
              <a:t>Click to edit Master title style</a:t>
            </a:r>
            <a:endParaRPr lang="en-IE"/>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757A4F36-74CF-4585-9E69-4D8EE78F3891}"/>
              </a:ext>
            </a:extLst>
          </p:cNvPr>
          <p:cNvSpPr>
            <a:spLocks noGrp="1"/>
          </p:cNvSpPr>
          <p:nvPr>
            <p:ph type="dt" sz="half" idx="10"/>
          </p:nvPr>
        </p:nvSpPr>
        <p:spPr/>
        <p:txBody>
          <a:bodyPr/>
          <a:lstStyle>
            <a:lvl1pPr>
              <a:defRPr sz="1100"/>
            </a:lvl1pPr>
          </a:lstStyle>
          <a:p>
            <a:pPr>
              <a:defRPr/>
            </a:pPr>
            <a:fld id="{F2ADB1EB-21D0-465A-A4F6-D358BC4ABF38}" type="datetime1">
              <a:rPr lang="en-IE"/>
              <a:pPr>
                <a:defRPr/>
              </a:pPr>
              <a:t>02/10/2020</a:t>
            </a:fld>
            <a:endParaRPr lang="en-US" dirty="0"/>
          </a:p>
        </p:txBody>
      </p:sp>
      <p:sp>
        <p:nvSpPr>
          <p:cNvPr id="5" name="Footer Placeholder 4">
            <a:extLst>
              <a:ext uri="{FF2B5EF4-FFF2-40B4-BE49-F238E27FC236}">
                <a16:creationId xmlns:a16="http://schemas.microsoft.com/office/drawing/2014/main" id="{5A59FA11-EE57-418F-9851-CBC2CD5A203E}"/>
              </a:ext>
            </a:extLst>
          </p:cNvPr>
          <p:cNvSpPr>
            <a:spLocks noGrp="1"/>
          </p:cNvSpPr>
          <p:nvPr>
            <p:ph type="ftr" sz="quarter" idx="11"/>
          </p:nvPr>
        </p:nvSpPr>
        <p:spPr/>
        <p:txBody>
          <a:bodyPr/>
          <a:lstStyle>
            <a:lvl1pPr>
              <a:defRPr sz="1100"/>
            </a:lvl1pPr>
          </a:lstStyle>
          <a:p>
            <a:pPr>
              <a:defRPr/>
            </a:pPr>
            <a:r>
              <a:rPr lang="en-IE" dirty="0"/>
              <a:t>Server Side Web Development (2020)</a:t>
            </a:r>
            <a:endParaRPr lang="en-GB" dirty="0"/>
          </a:p>
        </p:txBody>
      </p:sp>
      <p:sp>
        <p:nvSpPr>
          <p:cNvPr id="6" name="Slide Number Placeholder 5">
            <a:extLst>
              <a:ext uri="{FF2B5EF4-FFF2-40B4-BE49-F238E27FC236}">
                <a16:creationId xmlns:a16="http://schemas.microsoft.com/office/drawing/2014/main" id="{9A5BC6FA-9FA3-48A0-914D-E50C723F6E79}"/>
              </a:ext>
            </a:extLst>
          </p:cNvPr>
          <p:cNvSpPr>
            <a:spLocks noGrp="1"/>
          </p:cNvSpPr>
          <p:nvPr>
            <p:ph type="sldNum" sz="quarter" idx="12"/>
          </p:nvPr>
        </p:nvSpPr>
        <p:spPr/>
        <p:txBody>
          <a:bodyPr/>
          <a:lstStyle>
            <a:lvl1pPr>
              <a:defRPr sz="1100"/>
            </a:lvl1pPr>
          </a:lstStyle>
          <a:p>
            <a:pPr>
              <a:defRPr/>
            </a:pPr>
            <a:fld id="{333C7E1D-9DAB-42D1-8482-8FE6500DE7C2}" type="slidenum">
              <a:rPr lang="en-GB" altLang="en-US"/>
              <a:pPr>
                <a:defRPr/>
              </a:pPr>
              <a:t>‹#›</a:t>
            </a:fld>
            <a:endParaRPr lang="en-GB" altLang="en-US" dirty="0"/>
          </a:p>
        </p:txBody>
      </p:sp>
    </p:spTree>
    <p:extLst>
      <p:ext uri="{BB962C8B-B14F-4D97-AF65-F5344CB8AC3E}">
        <p14:creationId xmlns:p14="http://schemas.microsoft.com/office/powerpoint/2010/main" val="318094466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6783E925-8EE5-460D-86AA-7BE1DD6F8FE7}"/>
              </a:ext>
            </a:extLst>
          </p:cNvPr>
          <p:cNvPicPr>
            <a:picLocks noChangeAspect="1"/>
          </p:cNvPicPr>
          <p:nvPr userDrawn="1"/>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15275" y="-34925"/>
            <a:ext cx="1116013" cy="731838"/>
          </a:xfrm>
          <a:prstGeom prst="rect">
            <a:avLst/>
          </a:prstGeom>
          <a:noFill/>
          <a:ln>
            <a:noFill/>
          </a:ln>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Placeholder 1">
            <a:extLst>
              <a:ext uri="{FF2B5EF4-FFF2-40B4-BE49-F238E27FC236}">
                <a16:creationId xmlns:a16="http://schemas.microsoft.com/office/drawing/2014/main" id="{C989E2CD-640D-3B43-8930-222211D617CC}"/>
              </a:ext>
            </a:extLst>
          </p:cNvPr>
          <p:cNvSpPr>
            <a:spLocks noGrp="1"/>
          </p:cNvSpPr>
          <p:nvPr>
            <p:ph type="title"/>
          </p:nvPr>
        </p:nvSpPr>
        <p:spPr>
          <a:xfrm>
            <a:off x="0" y="0"/>
            <a:ext cx="9144000" cy="687387"/>
          </a:xfrm>
          <a:prstGeom prst="rect">
            <a:avLst/>
          </a:prstGeom>
          <a:blipFill dpi="0" rotWithShape="1">
            <a:blip r:embed="rId3">
              <a:alphaModFix amt="80000"/>
            </a:blip>
            <a:srcRect/>
            <a:tile tx="0" ty="0" sx="100000" sy="100000" flip="none" algn="tl"/>
          </a:blipFill>
          <a:ln>
            <a:solidFill>
              <a:schemeClr val="bg2">
                <a:lumMod val="75000"/>
              </a:schemeClr>
            </a:solidFill>
          </a:ln>
          <a:effectLst>
            <a:outerShdw blurRad="50800" dist="38100" dir="5400000" algn="t" rotWithShape="0">
              <a:prstClr val="black">
                <a:alpha val="40000"/>
              </a:prstClr>
            </a:outerShdw>
          </a:effectLst>
        </p:spPr>
        <p:txBody>
          <a:bodyPr/>
          <a:lstStyle/>
          <a:p>
            <a:r>
              <a:rPr lang="en-US" dirty="0"/>
              <a:t>Click to edit Master title style</a:t>
            </a:r>
            <a:endParaRPr lang="en-IE"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E" dirty="0"/>
          </a:p>
        </p:txBody>
      </p:sp>
      <p:sp>
        <p:nvSpPr>
          <p:cNvPr id="5" name="Date Placeholder 3">
            <a:extLst>
              <a:ext uri="{FF2B5EF4-FFF2-40B4-BE49-F238E27FC236}">
                <a16:creationId xmlns:a16="http://schemas.microsoft.com/office/drawing/2014/main" id="{09439078-7D6E-4AED-B0E9-90C90975C0CC}"/>
              </a:ext>
            </a:extLst>
          </p:cNvPr>
          <p:cNvSpPr>
            <a:spLocks noGrp="1"/>
          </p:cNvSpPr>
          <p:nvPr>
            <p:ph type="dt" sz="half" idx="10"/>
          </p:nvPr>
        </p:nvSpPr>
        <p:spPr/>
        <p:txBody>
          <a:bodyPr/>
          <a:lstStyle>
            <a:lvl1pPr>
              <a:defRPr/>
            </a:lvl1pPr>
          </a:lstStyle>
          <a:p>
            <a:pPr>
              <a:defRPr/>
            </a:pPr>
            <a:fld id="{C2E34718-F39F-4D85-B42B-BFF47E1FFA2D}" type="datetime1">
              <a:rPr lang="en-IE"/>
              <a:pPr>
                <a:defRPr/>
              </a:pPr>
              <a:t>02/10/2020</a:t>
            </a:fld>
            <a:endParaRPr lang="en-US" dirty="0"/>
          </a:p>
        </p:txBody>
      </p:sp>
      <p:sp>
        <p:nvSpPr>
          <p:cNvPr id="6" name="Footer Placeholder 4">
            <a:extLst>
              <a:ext uri="{FF2B5EF4-FFF2-40B4-BE49-F238E27FC236}">
                <a16:creationId xmlns:a16="http://schemas.microsoft.com/office/drawing/2014/main" id="{80FC96FB-ED3F-4B94-815D-2E996FF1D7B7}"/>
              </a:ext>
            </a:extLst>
          </p:cNvPr>
          <p:cNvSpPr>
            <a:spLocks noGrp="1"/>
          </p:cNvSpPr>
          <p:nvPr>
            <p:ph type="ftr" sz="quarter" idx="11"/>
          </p:nvPr>
        </p:nvSpPr>
        <p:spPr/>
        <p:txBody>
          <a:bodyPr/>
          <a:lstStyle>
            <a:lvl1pPr>
              <a:defRPr/>
            </a:lvl1pPr>
          </a:lstStyle>
          <a:p>
            <a:pPr>
              <a:defRPr/>
            </a:pPr>
            <a:r>
              <a:rPr lang="en-IE" dirty="0"/>
              <a:t>Server Side Web Development (2020)</a:t>
            </a:r>
            <a:endParaRPr lang="en-GB" dirty="0"/>
          </a:p>
        </p:txBody>
      </p:sp>
      <p:sp>
        <p:nvSpPr>
          <p:cNvPr id="7" name="Slide Number Placeholder 5">
            <a:extLst>
              <a:ext uri="{FF2B5EF4-FFF2-40B4-BE49-F238E27FC236}">
                <a16:creationId xmlns:a16="http://schemas.microsoft.com/office/drawing/2014/main" id="{C10CB842-E137-4D74-B033-F9945966B510}"/>
              </a:ext>
            </a:extLst>
          </p:cNvPr>
          <p:cNvSpPr>
            <a:spLocks noGrp="1"/>
          </p:cNvSpPr>
          <p:nvPr>
            <p:ph type="sldNum" sz="quarter" idx="12"/>
          </p:nvPr>
        </p:nvSpPr>
        <p:spPr/>
        <p:txBody>
          <a:bodyPr/>
          <a:lstStyle>
            <a:lvl1pPr>
              <a:defRPr/>
            </a:lvl1pPr>
          </a:lstStyle>
          <a:p>
            <a:pPr>
              <a:defRPr/>
            </a:pPr>
            <a:fld id="{46E81209-073D-4689-B110-4E5DB93A113A}" type="slidenum">
              <a:rPr lang="en-GB" altLang="en-US"/>
              <a:pPr>
                <a:defRPr/>
              </a:pPr>
              <a:t>‹#›</a:t>
            </a:fld>
            <a:endParaRPr lang="en-GB" altLang="en-US"/>
          </a:p>
        </p:txBody>
      </p:sp>
    </p:spTree>
    <p:extLst>
      <p:ext uri="{BB962C8B-B14F-4D97-AF65-F5344CB8AC3E}">
        <p14:creationId xmlns:p14="http://schemas.microsoft.com/office/powerpoint/2010/main" val="3344512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blipFill dpi="0" rotWithShape="1">
            <a:blip r:embed="rId2">
              <a:alphaModFix amt="80000"/>
            </a:blip>
            <a:srcRect/>
            <a:tile tx="0" ty="0" sx="100000" sy="100000" flip="none" algn="tl"/>
          </a:blipFill>
        </p:spPr>
        <p:txBody>
          <a:bodyPr anchor="b"/>
          <a:lstStyle>
            <a:lvl1pPr>
              <a:defRPr sz="4500"/>
            </a:lvl1pPr>
          </a:lstStyle>
          <a:p>
            <a:r>
              <a:rPr lang="en-US"/>
              <a:t>Click to edit Master title style</a:t>
            </a:r>
            <a:endParaRPr lang="en-IE"/>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4EAC07-4EFA-460E-A867-B8C1A42A5216}"/>
              </a:ext>
            </a:extLst>
          </p:cNvPr>
          <p:cNvSpPr>
            <a:spLocks noGrp="1"/>
          </p:cNvSpPr>
          <p:nvPr>
            <p:ph type="dt" sz="half" idx="10"/>
          </p:nvPr>
        </p:nvSpPr>
        <p:spPr/>
        <p:txBody>
          <a:bodyPr/>
          <a:lstStyle>
            <a:lvl1pPr>
              <a:defRPr/>
            </a:lvl1pPr>
          </a:lstStyle>
          <a:p>
            <a:pPr>
              <a:defRPr/>
            </a:pPr>
            <a:fld id="{4A9F591A-12E8-41E7-8640-A1C324C158C4}" type="datetime1">
              <a:rPr lang="en-IE"/>
              <a:pPr>
                <a:defRPr/>
              </a:pPr>
              <a:t>02/10/2020</a:t>
            </a:fld>
            <a:endParaRPr lang="en-US" dirty="0"/>
          </a:p>
        </p:txBody>
      </p:sp>
      <p:sp>
        <p:nvSpPr>
          <p:cNvPr id="5" name="Footer Placeholder 4">
            <a:extLst>
              <a:ext uri="{FF2B5EF4-FFF2-40B4-BE49-F238E27FC236}">
                <a16:creationId xmlns:a16="http://schemas.microsoft.com/office/drawing/2014/main" id="{B8A328FF-33DD-4208-B551-0FFB1A60D45F}"/>
              </a:ext>
            </a:extLst>
          </p:cNvPr>
          <p:cNvSpPr>
            <a:spLocks noGrp="1"/>
          </p:cNvSpPr>
          <p:nvPr>
            <p:ph type="ftr" sz="quarter" idx="11"/>
          </p:nvPr>
        </p:nvSpPr>
        <p:spPr/>
        <p:txBody>
          <a:bodyPr/>
          <a:lstStyle>
            <a:lvl1pPr>
              <a:defRPr/>
            </a:lvl1pPr>
          </a:lstStyle>
          <a:p>
            <a:pPr>
              <a:defRPr/>
            </a:pPr>
            <a:r>
              <a:rPr lang="en-IE" dirty="0"/>
              <a:t>Server Side Web Development (2020)</a:t>
            </a:r>
            <a:endParaRPr lang="en-GB" dirty="0"/>
          </a:p>
        </p:txBody>
      </p:sp>
      <p:sp>
        <p:nvSpPr>
          <p:cNvPr id="6" name="Slide Number Placeholder 5">
            <a:extLst>
              <a:ext uri="{FF2B5EF4-FFF2-40B4-BE49-F238E27FC236}">
                <a16:creationId xmlns:a16="http://schemas.microsoft.com/office/drawing/2014/main" id="{BEA2FEB1-67A4-4CDC-8A4A-4791E85259E0}"/>
              </a:ext>
            </a:extLst>
          </p:cNvPr>
          <p:cNvSpPr>
            <a:spLocks noGrp="1"/>
          </p:cNvSpPr>
          <p:nvPr>
            <p:ph type="sldNum" sz="quarter" idx="12"/>
          </p:nvPr>
        </p:nvSpPr>
        <p:spPr/>
        <p:txBody>
          <a:bodyPr/>
          <a:lstStyle>
            <a:lvl1pPr>
              <a:defRPr/>
            </a:lvl1pPr>
          </a:lstStyle>
          <a:p>
            <a:pPr>
              <a:defRPr/>
            </a:pPr>
            <a:fld id="{B0B5EFEA-F238-428C-94FE-4A972451E92B}" type="slidenum">
              <a:rPr lang="en-GB" altLang="en-US"/>
              <a:pPr>
                <a:defRPr/>
              </a:pPr>
              <a:t>‹#›</a:t>
            </a:fld>
            <a:endParaRPr lang="en-GB" altLang="en-US"/>
          </a:p>
        </p:txBody>
      </p:sp>
    </p:spTree>
    <p:extLst>
      <p:ext uri="{BB962C8B-B14F-4D97-AF65-F5344CB8AC3E}">
        <p14:creationId xmlns:p14="http://schemas.microsoft.com/office/powerpoint/2010/main" val="4127530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5" name="Picture 6">
            <a:extLst>
              <a:ext uri="{FF2B5EF4-FFF2-40B4-BE49-F238E27FC236}">
                <a16:creationId xmlns:a16="http://schemas.microsoft.com/office/drawing/2014/main" id="{FDBE5AA8-4D06-43C7-8E37-CA53C4E85B10}"/>
              </a:ext>
            </a:extLst>
          </p:cNvPr>
          <p:cNvPicPr>
            <a:picLocks noChangeAspect="1"/>
          </p:cNvPicPr>
          <p:nvPr userDrawn="1"/>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15275" y="-34925"/>
            <a:ext cx="1116013" cy="731838"/>
          </a:xfrm>
          <a:prstGeom prst="rect">
            <a:avLst/>
          </a:prstGeom>
          <a:noFill/>
          <a:ln>
            <a:noFill/>
          </a:ln>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blipFill dpi="0" rotWithShape="1">
            <a:blip r:embed="rId3">
              <a:alphaModFix amt="80000"/>
            </a:blip>
            <a:srcRect/>
            <a:tile tx="0" ty="0" sx="100000" sy="100000" flip="none" algn="tl"/>
          </a:blipFill>
        </p:spPr>
        <p:txBody>
          <a:bodyPr/>
          <a:lstStyle/>
          <a:p>
            <a:r>
              <a:rPr lang="en-US" dirty="0"/>
              <a:t>Click to edit Master title style</a:t>
            </a:r>
            <a:endParaRPr lang="en-IE"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Date Placeholder 4">
            <a:extLst>
              <a:ext uri="{FF2B5EF4-FFF2-40B4-BE49-F238E27FC236}">
                <a16:creationId xmlns:a16="http://schemas.microsoft.com/office/drawing/2014/main" id="{7E01E006-D690-42BA-B2DF-DA4AE5DF8D62}"/>
              </a:ext>
            </a:extLst>
          </p:cNvPr>
          <p:cNvSpPr>
            <a:spLocks noGrp="1"/>
          </p:cNvSpPr>
          <p:nvPr>
            <p:ph type="dt" sz="half" idx="10"/>
          </p:nvPr>
        </p:nvSpPr>
        <p:spPr/>
        <p:txBody>
          <a:bodyPr/>
          <a:lstStyle>
            <a:lvl1pPr>
              <a:defRPr/>
            </a:lvl1pPr>
          </a:lstStyle>
          <a:p>
            <a:pPr>
              <a:defRPr/>
            </a:pPr>
            <a:fld id="{BBEE0B98-F5E7-4153-9CC3-DF1EC6C1B9CA}" type="datetime1">
              <a:rPr lang="en-IE"/>
              <a:pPr>
                <a:defRPr/>
              </a:pPr>
              <a:t>02/10/2020</a:t>
            </a:fld>
            <a:endParaRPr lang="en-US" dirty="0"/>
          </a:p>
        </p:txBody>
      </p:sp>
      <p:sp>
        <p:nvSpPr>
          <p:cNvPr id="7" name="Footer Placeholder 5">
            <a:extLst>
              <a:ext uri="{FF2B5EF4-FFF2-40B4-BE49-F238E27FC236}">
                <a16:creationId xmlns:a16="http://schemas.microsoft.com/office/drawing/2014/main" id="{153E0311-923C-4E70-8E0F-68704656358C}"/>
              </a:ext>
            </a:extLst>
          </p:cNvPr>
          <p:cNvSpPr>
            <a:spLocks noGrp="1"/>
          </p:cNvSpPr>
          <p:nvPr>
            <p:ph type="ftr" sz="quarter" idx="11"/>
          </p:nvPr>
        </p:nvSpPr>
        <p:spPr/>
        <p:txBody>
          <a:bodyPr/>
          <a:lstStyle>
            <a:lvl1pPr>
              <a:defRPr/>
            </a:lvl1pPr>
          </a:lstStyle>
          <a:p>
            <a:pPr>
              <a:defRPr/>
            </a:pPr>
            <a:r>
              <a:rPr lang="en-IE" dirty="0"/>
              <a:t>Server Side Web Development (2020)</a:t>
            </a:r>
            <a:endParaRPr lang="en-GB" dirty="0"/>
          </a:p>
        </p:txBody>
      </p:sp>
      <p:sp>
        <p:nvSpPr>
          <p:cNvPr id="8" name="Slide Number Placeholder 6">
            <a:extLst>
              <a:ext uri="{FF2B5EF4-FFF2-40B4-BE49-F238E27FC236}">
                <a16:creationId xmlns:a16="http://schemas.microsoft.com/office/drawing/2014/main" id="{6E6DDF4B-18D6-47C5-A3A9-3C1A385D222D}"/>
              </a:ext>
            </a:extLst>
          </p:cNvPr>
          <p:cNvSpPr>
            <a:spLocks noGrp="1"/>
          </p:cNvSpPr>
          <p:nvPr>
            <p:ph type="sldNum" sz="quarter" idx="12"/>
          </p:nvPr>
        </p:nvSpPr>
        <p:spPr/>
        <p:txBody>
          <a:bodyPr/>
          <a:lstStyle>
            <a:lvl1pPr>
              <a:defRPr/>
            </a:lvl1pPr>
          </a:lstStyle>
          <a:p>
            <a:pPr>
              <a:defRPr/>
            </a:pPr>
            <a:fld id="{DF9F93E1-79F6-4369-B338-8A40D7AE21CD}" type="slidenum">
              <a:rPr lang="en-GB" altLang="en-US"/>
              <a:pPr>
                <a:defRPr/>
              </a:pPr>
              <a:t>‹#›</a:t>
            </a:fld>
            <a:endParaRPr lang="en-GB" altLang="en-US" dirty="0"/>
          </a:p>
        </p:txBody>
      </p:sp>
    </p:spTree>
    <p:extLst>
      <p:ext uri="{BB962C8B-B14F-4D97-AF65-F5344CB8AC3E}">
        <p14:creationId xmlns:p14="http://schemas.microsoft.com/office/powerpoint/2010/main" val="3833815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6011A48-AAE1-4C02-B074-0F4A7334485C}"/>
              </a:ext>
            </a:extLst>
          </p:cNvPr>
          <p:cNvPicPr>
            <a:picLocks noChangeAspect="1"/>
          </p:cNvPicPr>
          <p:nvPr userDrawn="1"/>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15275" y="-34925"/>
            <a:ext cx="1116013" cy="731838"/>
          </a:xfrm>
          <a:prstGeom prst="rect">
            <a:avLst/>
          </a:prstGeom>
          <a:noFill/>
          <a:ln>
            <a:noFill/>
          </a:ln>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itle 1">
            <a:extLst>
              <a:ext uri="{FF2B5EF4-FFF2-40B4-BE49-F238E27FC236}">
                <a16:creationId xmlns:a16="http://schemas.microsoft.com/office/drawing/2014/main" id="{06264004-4D96-7643-A8F8-366DDEBA7538}"/>
              </a:ext>
            </a:extLst>
          </p:cNvPr>
          <p:cNvSpPr>
            <a:spLocks noGrp="1"/>
          </p:cNvSpPr>
          <p:nvPr>
            <p:ph type="title"/>
          </p:nvPr>
        </p:nvSpPr>
        <p:spPr>
          <a:xfrm>
            <a:off x="0" y="0"/>
            <a:ext cx="9144000" cy="687387"/>
          </a:xfrm>
          <a:blipFill dpi="0" rotWithShape="1">
            <a:blip r:embed="rId3">
              <a:alphaModFix amt="80000"/>
            </a:blip>
            <a:srcRect/>
            <a:tile tx="0" ty="0" sx="100000" sy="100000" flip="none" algn="tl"/>
          </a:blipFill>
        </p:spPr>
        <p:txBody>
          <a:bodyPr/>
          <a:lstStyle/>
          <a:p>
            <a:r>
              <a:rPr lang="en-US" dirty="0"/>
              <a:t>Click to edit Master title style</a:t>
            </a:r>
            <a:endParaRPr lang="en-IE" dirty="0"/>
          </a:p>
        </p:txBody>
      </p:sp>
      <p:sp>
        <p:nvSpPr>
          <p:cNvPr id="3" name="Text Placeholder 2"/>
          <p:cNvSpPr>
            <a:spLocks noGrp="1"/>
          </p:cNvSpPr>
          <p:nvPr>
            <p:ph type="body" idx="1"/>
          </p:nvPr>
        </p:nvSpPr>
        <p:spPr>
          <a:xfrm>
            <a:off x="156942" y="1052735"/>
            <a:ext cx="4343050" cy="4320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56942" y="1556792"/>
            <a:ext cx="4343050" cy="4632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4629150" y="1052735"/>
            <a:ext cx="4406831" cy="4320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556792"/>
            <a:ext cx="4406831" cy="4632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8" name="Date Placeholder 6">
            <a:extLst>
              <a:ext uri="{FF2B5EF4-FFF2-40B4-BE49-F238E27FC236}">
                <a16:creationId xmlns:a16="http://schemas.microsoft.com/office/drawing/2014/main" id="{C39BE1FD-052F-4DDB-B637-EE362A874116}"/>
              </a:ext>
            </a:extLst>
          </p:cNvPr>
          <p:cNvSpPr>
            <a:spLocks noGrp="1"/>
          </p:cNvSpPr>
          <p:nvPr>
            <p:ph type="dt" sz="half" idx="10"/>
          </p:nvPr>
        </p:nvSpPr>
        <p:spPr/>
        <p:txBody>
          <a:bodyPr/>
          <a:lstStyle>
            <a:lvl1pPr>
              <a:defRPr/>
            </a:lvl1pPr>
          </a:lstStyle>
          <a:p>
            <a:pPr>
              <a:defRPr/>
            </a:pPr>
            <a:fld id="{C255C045-8CDF-4CF3-BEC5-E7FE4B5D29A2}" type="datetime1">
              <a:rPr lang="en-IE"/>
              <a:pPr>
                <a:defRPr/>
              </a:pPr>
              <a:t>02/10/2020</a:t>
            </a:fld>
            <a:endParaRPr lang="en-US" dirty="0"/>
          </a:p>
        </p:txBody>
      </p:sp>
      <p:sp>
        <p:nvSpPr>
          <p:cNvPr id="9" name="Footer Placeholder 7">
            <a:extLst>
              <a:ext uri="{FF2B5EF4-FFF2-40B4-BE49-F238E27FC236}">
                <a16:creationId xmlns:a16="http://schemas.microsoft.com/office/drawing/2014/main" id="{4733276E-9DFC-4C1E-AB0D-E34838518438}"/>
              </a:ext>
            </a:extLst>
          </p:cNvPr>
          <p:cNvSpPr>
            <a:spLocks noGrp="1"/>
          </p:cNvSpPr>
          <p:nvPr>
            <p:ph type="ftr" sz="quarter" idx="11"/>
          </p:nvPr>
        </p:nvSpPr>
        <p:spPr/>
        <p:txBody>
          <a:bodyPr/>
          <a:lstStyle>
            <a:lvl1pPr>
              <a:defRPr/>
            </a:lvl1pPr>
          </a:lstStyle>
          <a:p>
            <a:pPr>
              <a:defRPr/>
            </a:pPr>
            <a:r>
              <a:rPr lang="en-IE" dirty="0"/>
              <a:t>Server Side Web Development (2020)</a:t>
            </a:r>
            <a:endParaRPr lang="en-GB" dirty="0"/>
          </a:p>
        </p:txBody>
      </p:sp>
      <p:sp>
        <p:nvSpPr>
          <p:cNvPr id="10" name="Slide Number Placeholder 8">
            <a:extLst>
              <a:ext uri="{FF2B5EF4-FFF2-40B4-BE49-F238E27FC236}">
                <a16:creationId xmlns:a16="http://schemas.microsoft.com/office/drawing/2014/main" id="{B46AC7E5-0AF5-4737-B9B3-BE7162B79E99}"/>
              </a:ext>
            </a:extLst>
          </p:cNvPr>
          <p:cNvSpPr>
            <a:spLocks noGrp="1"/>
          </p:cNvSpPr>
          <p:nvPr>
            <p:ph type="sldNum" sz="quarter" idx="12"/>
          </p:nvPr>
        </p:nvSpPr>
        <p:spPr/>
        <p:txBody>
          <a:bodyPr/>
          <a:lstStyle>
            <a:lvl1pPr>
              <a:defRPr/>
            </a:lvl1pPr>
          </a:lstStyle>
          <a:p>
            <a:pPr>
              <a:defRPr/>
            </a:pPr>
            <a:fld id="{179661C4-9D60-42F6-8004-993E53173279}" type="slidenum">
              <a:rPr lang="en-GB" altLang="en-US"/>
              <a:pPr>
                <a:defRPr/>
              </a:pPr>
              <a:t>‹#›</a:t>
            </a:fld>
            <a:endParaRPr lang="en-GB" altLang="en-US"/>
          </a:p>
        </p:txBody>
      </p:sp>
    </p:spTree>
    <p:extLst>
      <p:ext uri="{BB962C8B-B14F-4D97-AF65-F5344CB8AC3E}">
        <p14:creationId xmlns:p14="http://schemas.microsoft.com/office/powerpoint/2010/main" val="3446510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331E26-1B17-4314-B178-B994B88E7659}"/>
              </a:ext>
            </a:extLst>
          </p:cNvPr>
          <p:cNvPicPr>
            <a:picLocks noChangeAspect="1"/>
          </p:cNvPicPr>
          <p:nvPr userDrawn="1"/>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15275" y="-34925"/>
            <a:ext cx="1116013" cy="731838"/>
          </a:xfrm>
          <a:prstGeom prst="rect">
            <a:avLst/>
          </a:prstGeom>
          <a:noFill/>
          <a:ln>
            <a:noFill/>
          </a:ln>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blipFill dpi="0" rotWithShape="1">
            <a:blip r:embed="rId3">
              <a:alphaModFix amt="80000"/>
            </a:blip>
            <a:srcRect/>
            <a:tile tx="0" ty="0" sx="100000" sy="100000" flip="none" algn="tl"/>
          </a:blipFill>
        </p:spPr>
        <p:txBody>
          <a:bodyPr/>
          <a:lstStyle/>
          <a:p>
            <a:r>
              <a:rPr lang="en-US"/>
              <a:t>Click to edit Master title style</a:t>
            </a:r>
            <a:endParaRPr lang="en-IE"/>
          </a:p>
        </p:txBody>
      </p:sp>
      <p:sp>
        <p:nvSpPr>
          <p:cNvPr id="4" name="Date Placeholder 2">
            <a:extLst>
              <a:ext uri="{FF2B5EF4-FFF2-40B4-BE49-F238E27FC236}">
                <a16:creationId xmlns:a16="http://schemas.microsoft.com/office/drawing/2014/main" id="{03F4E79E-5EF8-4B70-B739-BF5EB4163E5F}"/>
              </a:ext>
            </a:extLst>
          </p:cNvPr>
          <p:cNvSpPr>
            <a:spLocks noGrp="1"/>
          </p:cNvSpPr>
          <p:nvPr>
            <p:ph type="dt" sz="half" idx="10"/>
          </p:nvPr>
        </p:nvSpPr>
        <p:spPr/>
        <p:txBody>
          <a:bodyPr/>
          <a:lstStyle>
            <a:lvl1pPr>
              <a:defRPr/>
            </a:lvl1pPr>
          </a:lstStyle>
          <a:p>
            <a:pPr>
              <a:defRPr/>
            </a:pPr>
            <a:fld id="{7456D5BE-00EF-4DA6-BDF1-9660FC5AC2C1}" type="datetime1">
              <a:rPr lang="en-IE"/>
              <a:pPr>
                <a:defRPr/>
              </a:pPr>
              <a:t>02/10/2020</a:t>
            </a:fld>
            <a:endParaRPr lang="en-US" dirty="0"/>
          </a:p>
        </p:txBody>
      </p:sp>
      <p:sp>
        <p:nvSpPr>
          <p:cNvPr id="5" name="Footer Placeholder 3">
            <a:extLst>
              <a:ext uri="{FF2B5EF4-FFF2-40B4-BE49-F238E27FC236}">
                <a16:creationId xmlns:a16="http://schemas.microsoft.com/office/drawing/2014/main" id="{D9162251-1FE0-49F0-9666-3AB9A71F8FC2}"/>
              </a:ext>
            </a:extLst>
          </p:cNvPr>
          <p:cNvSpPr>
            <a:spLocks noGrp="1"/>
          </p:cNvSpPr>
          <p:nvPr>
            <p:ph type="ftr" sz="quarter" idx="11"/>
          </p:nvPr>
        </p:nvSpPr>
        <p:spPr/>
        <p:txBody>
          <a:bodyPr/>
          <a:lstStyle>
            <a:lvl1pPr>
              <a:defRPr/>
            </a:lvl1pPr>
          </a:lstStyle>
          <a:p>
            <a:pPr>
              <a:defRPr/>
            </a:pPr>
            <a:r>
              <a:rPr lang="en-IE" dirty="0"/>
              <a:t>Server Side Web Development (2020)</a:t>
            </a:r>
            <a:endParaRPr lang="en-GB" dirty="0"/>
          </a:p>
        </p:txBody>
      </p:sp>
      <p:sp>
        <p:nvSpPr>
          <p:cNvPr id="6" name="Slide Number Placeholder 4">
            <a:extLst>
              <a:ext uri="{FF2B5EF4-FFF2-40B4-BE49-F238E27FC236}">
                <a16:creationId xmlns:a16="http://schemas.microsoft.com/office/drawing/2014/main" id="{BD2076ED-E9D8-48EB-9581-D01CD246136A}"/>
              </a:ext>
            </a:extLst>
          </p:cNvPr>
          <p:cNvSpPr>
            <a:spLocks noGrp="1"/>
          </p:cNvSpPr>
          <p:nvPr>
            <p:ph type="sldNum" sz="quarter" idx="12"/>
          </p:nvPr>
        </p:nvSpPr>
        <p:spPr/>
        <p:txBody>
          <a:bodyPr/>
          <a:lstStyle>
            <a:lvl1pPr>
              <a:defRPr/>
            </a:lvl1pPr>
          </a:lstStyle>
          <a:p>
            <a:pPr>
              <a:defRPr/>
            </a:pPr>
            <a:fld id="{60BE8356-06F4-4914-9EE0-C1C85A4E4C49}" type="slidenum">
              <a:rPr lang="en-GB" altLang="en-US"/>
              <a:pPr>
                <a:defRPr/>
              </a:pPr>
              <a:t>‹#›</a:t>
            </a:fld>
            <a:endParaRPr lang="en-GB" altLang="en-US"/>
          </a:p>
        </p:txBody>
      </p:sp>
    </p:spTree>
    <p:extLst>
      <p:ext uri="{BB962C8B-B14F-4D97-AF65-F5344CB8AC3E}">
        <p14:creationId xmlns:p14="http://schemas.microsoft.com/office/powerpoint/2010/main" val="190073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DBB43EE-401F-4997-8A00-EC220282D8C7}"/>
              </a:ext>
            </a:extLst>
          </p:cNvPr>
          <p:cNvSpPr>
            <a:spLocks noGrp="1"/>
          </p:cNvSpPr>
          <p:nvPr>
            <p:ph type="dt" sz="half" idx="10"/>
          </p:nvPr>
        </p:nvSpPr>
        <p:spPr/>
        <p:txBody>
          <a:bodyPr/>
          <a:lstStyle>
            <a:lvl1pPr>
              <a:defRPr/>
            </a:lvl1pPr>
          </a:lstStyle>
          <a:p>
            <a:pPr>
              <a:defRPr/>
            </a:pPr>
            <a:fld id="{F8DD4549-5028-45F3-80C3-6EFF94473669}" type="datetime1">
              <a:rPr lang="en-IE"/>
              <a:pPr>
                <a:defRPr/>
              </a:pPr>
              <a:t>02/10/2020</a:t>
            </a:fld>
            <a:endParaRPr lang="en-US" dirty="0"/>
          </a:p>
        </p:txBody>
      </p:sp>
      <p:sp>
        <p:nvSpPr>
          <p:cNvPr id="3" name="Footer Placeholder 4">
            <a:extLst>
              <a:ext uri="{FF2B5EF4-FFF2-40B4-BE49-F238E27FC236}">
                <a16:creationId xmlns:a16="http://schemas.microsoft.com/office/drawing/2014/main" id="{5908F779-DC35-4CCC-8BCC-105E1D323973}"/>
              </a:ext>
            </a:extLst>
          </p:cNvPr>
          <p:cNvSpPr>
            <a:spLocks noGrp="1"/>
          </p:cNvSpPr>
          <p:nvPr>
            <p:ph type="ftr" sz="quarter" idx="11"/>
          </p:nvPr>
        </p:nvSpPr>
        <p:spPr/>
        <p:txBody>
          <a:bodyPr/>
          <a:lstStyle>
            <a:lvl1pPr>
              <a:defRPr/>
            </a:lvl1pPr>
          </a:lstStyle>
          <a:p>
            <a:pPr>
              <a:defRPr/>
            </a:pPr>
            <a:r>
              <a:rPr lang="en-IE" dirty="0"/>
              <a:t>Server Side Web Development (2020)</a:t>
            </a:r>
            <a:endParaRPr lang="en-GB" dirty="0"/>
          </a:p>
        </p:txBody>
      </p:sp>
      <p:sp>
        <p:nvSpPr>
          <p:cNvPr id="4" name="Slide Number Placeholder 5">
            <a:extLst>
              <a:ext uri="{FF2B5EF4-FFF2-40B4-BE49-F238E27FC236}">
                <a16:creationId xmlns:a16="http://schemas.microsoft.com/office/drawing/2014/main" id="{97C42CC5-6EC4-4D82-80F1-67CA2C77CD73}"/>
              </a:ext>
            </a:extLst>
          </p:cNvPr>
          <p:cNvSpPr>
            <a:spLocks noGrp="1"/>
          </p:cNvSpPr>
          <p:nvPr>
            <p:ph type="sldNum" sz="quarter" idx="12"/>
          </p:nvPr>
        </p:nvSpPr>
        <p:spPr/>
        <p:txBody>
          <a:bodyPr/>
          <a:lstStyle>
            <a:lvl1pPr>
              <a:defRPr/>
            </a:lvl1pPr>
          </a:lstStyle>
          <a:p>
            <a:pPr>
              <a:defRPr/>
            </a:pPr>
            <a:fld id="{15EBE323-FD99-4637-9E5C-E251CC96587A}" type="slidenum">
              <a:rPr lang="en-GB" altLang="en-US"/>
              <a:pPr>
                <a:defRPr/>
              </a:pPr>
              <a:t>‹#›</a:t>
            </a:fld>
            <a:endParaRPr lang="en-GB" altLang="en-US"/>
          </a:p>
        </p:txBody>
      </p:sp>
    </p:spTree>
    <p:extLst>
      <p:ext uri="{BB962C8B-B14F-4D97-AF65-F5344CB8AC3E}">
        <p14:creationId xmlns:p14="http://schemas.microsoft.com/office/powerpoint/2010/main" val="1812517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3.png"/><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9"/>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78A384-C10F-4206-8490-403DBD1CA602}"/>
              </a:ext>
            </a:extLst>
          </p:cNvPr>
          <p:cNvSpPr>
            <a:spLocks noGrp="1"/>
          </p:cNvSpPr>
          <p:nvPr>
            <p:ph type="title"/>
          </p:nvPr>
        </p:nvSpPr>
        <p:spPr bwMode="auto">
          <a:xfrm>
            <a:off x="0" y="0"/>
            <a:ext cx="9144000" cy="687388"/>
          </a:xfrm>
          <a:prstGeom prst="rect">
            <a:avLst/>
          </a:prstGeom>
          <a:blipFill dpi="0" rotWithShape="1">
            <a:blip r:embed="rId10"/>
            <a:srcRect/>
            <a:tile tx="0" ty="0" sx="100000" sy="100000" flip="none" algn="tl"/>
          </a:blipFill>
          <a:ln w="9525">
            <a:solidFill>
              <a:srgbClr val="AFABAB"/>
            </a:solidFill>
            <a:miter lim="800000"/>
            <a:headEnd/>
            <a:tailEnd/>
          </a:ln>
          <a:effectLst>
            <a:outerShdw blurRad="50800" dist="38100" dir="5400000" algn="t" rotWithShape="0">
              <a:srgbClr val="000000">
                <a:alpha val="39999"/>
              </a:srgbClr>
            </a:outerShdw>
          </a:effectLst>
        </p:spPr>
        <p:txBody>
          <a:bodyPr vert="horz" wrap="square" lIns="288000" tIns="45720" rIns="91440" bIns="45720" numCol="1" anchor="ctr" anchorCtr="0" compatLnSpc="1">
            <a:prstTxWarp prst="textNoShape">
              <a:avLst/>
            </a:prstTxWarp>
          </a:bodyPr>
          <a:lstStyle/>
          <a:p>
            <a:r>
              <a:rPr lang="en-US" dirty="0"/>
              <a:t>Click to edit Master title style</a:t>
            </a:r>
            <a:endParaRPr lang="en-IE" dirty="0"/>
          </a:p>
        </p:txBody>
      </p:sp>
      <p:sp>
        <p:nvSpPr>
          <p:cNvPr id="1027" name="Text Placeholder 2">
            <a:extLst>
              <a:ext uri="{FF2B5EF4-FFF2-40B4-BE49-F238E27FC236}">
                <a16:creationId xmlns:a16="http://schemas.microsoft.com/office/drawing/2014/main" id="{8B61DA3E-4A7C-400D-B66B-D79AF28DC5C6}"/>
              </a:ext>
            </a:extLst>
          </p:cNvPr>
          <p:cNvSpPr>
            <a:spLocks noGrp="1" noChangeArrowheads="1"/>
          </p:cNvSpPr>
          <p:nvPr>
            <p:ph type="body" idx="1"/>
          </p:nvPr>
        </p:nvSpPr>
        <p:spPr bwMode="auto">
          <a:xfrm>
            <a:off x="157163" y="1052513"/>
            <a:ext cx="8878887" cy="512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E" altLang="en-US"/>
          </a:p>
        </p:txBody>
      </p:sp>
      <p:sp>
        <p:nvSpPr>
          <p:cNvPr id="4" name="Date Placeholder 3">
            <a:extLst>
              <a:ext uri="{FF2B5EF4-FFF2-40B4-BE49-F238E27FC236}">
                <a16:creationId xmlns:a16="http://schemas.microsoft.com/office/drawing/2014/main" id="{BE7CCB33-285F-E84B-97F9-7BB7BCD33273}"/>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900">
                <a:solidFill>
                  <a:schemeClr val="tx1">
                    <a:tint val="75000"/>
                  </a:schemeClr>
                </a:solidFill>
                <a:latin typeface="Arial" charset="0"/>
                <a:ea typeface="MS Gothic" charset="-128"/>
              </a:defRPr>
            </a:lvl1pPr>
          </a:lstStyle>
          <a:p>
            <a:pPr>
              <a:defRPr/>
            </a:pPr>
            <a:fld id="{5F148E09-385B-48C2-97FB-CA2B0D53EF73}" type="datetime1">
              <a:rPr lang="en-IE"/>
              <a:pPr>
                <a:defRPr/>
              </a:pPr>
              <a:t>02/10/2020</a:t>
            </a:fld>
            <a:endParaRPr lang="en-US" dirty="0"/>
          </a:p>
        </p:txBody>
      </p:sp>
      <p:sp>
        <p:nvSpPr>
          <p:cNvPr id="5" name="Footer Placeholder 4">
            <a:extLst>
              <a:ext uri="{FF2B5EF4-FFF2-40B4-BE49-F238E27FC236}">
                <a16:creationId xmlns:a16="http://schemas.microsoft.com/office/drawing/2014/main" id="{A2B6BB1D-C82C-C94C-B2F2-22BDD35AD292}"/>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900">
                <a:solidFill>
                  <a:schemeClr val="tx1">
                    <a:tint val="75000"/>
                  </a:schemeClr>
                </a:solidFill>
                <a:latin typeface="Arial" charset="0"/>
                <a:ea typeface="MS Gothic" charset="-128"/>
              </a:defRPr>
            </a:lvl1pPr>
          </a:lstStyle>
          <a:p>
            <a:pPr>
              <a:defRPr/>
            </a:pPr>
            <a:r>
              <a:rPr lang="en-IE" dirty="0"/>
              <a:t>Server Side Web Development (2020)</a:t>
            </a:r>
            <a:endParaRPr lang="en-GB" dirty="0"/>
          </a:p>
        </p:txBody>
      </p:sp>
      <p:sp>
        <p:nvSpPr>
          <p:cNvPr id="6" name="Slide Number Placeholder 5">
            <a:extLst>
              <a:ext uri="{FF2B5EF4-FFF2-40B4-BE49-F238E27FC236}">
                <a16:creationId xmlns:a16="http://schemas.microsoft.com/office/drawing/2014/main" id="{E928F332-87F1-B245-A240-A0B724C7A9AE}"/>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900">
                <a:solidFill>
                  <a:schemeClr val="tx1">
                    <a:tint val="75000"/>
                  </a:schemeClr>
                </a:solidFill>
                <a:latin typeface="Arial" charset="0"/>
                <a:ea typeface="MS Gothic" charset="-128"/>
              </a:defRPr>
            </a:lvl1pPr>
          </a:lstStyle>
          <a:p>
            <a:pPr>
              <a:defRPr/>
            </a:pPr>
            <a:fld id="{1994E047-73EE-4C43-AFDB-EB51EFD3E381}" type="slidenum">
              <a:rPr lang="en-GB" altLang="en-US"/>
              <a:pPr>
                <a:defRPr/>
              </a:pPr>
              <a:t>‹#›</a:t>
            </a:fld>
            <a:endParaRPr lang="en-GB" altLang="en-US"/>
          </a:p>
        </p:txBody>
      </p:sp>
      <p:pic>
        <p:nvPicPr>
          <p:cNvPr id="1031" name="Picture 6">
            <a:extLst>
              <a:ext uri="{FF2B5EF4-FFF2-40B4-BE49-F238E27FC236}">
                <a16:creationId xmlns:a16="http://schemas.microsoft.com/office/drawing/2014/main" id="{CA570336-7E57-A04A-A08B-77B3EC1EE9F2}"/>
              </a:ext>
            </a:extLst>
          </p:cNvPr>
          <p:cNvPicPr>
            <a:picLocks noChangeAspect="1"/>
          </p:cNvPicPr>
          <p:nvPr userDrawn="1"/>
        </p:nvPicPr>
        <p:blipFill>
          <a:blip r:embed="rId11"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15275" y="-34925"/>
            <a:ext cx="1116013" cy="731838"/>
          </a:xfrm>
          <a:prstGeom prst="rect">
            <a:avLst/>
          </a:prstGeom>
          <a:noFill/>
          <a:ln>
            <a:noFill/>
          </a:ln>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83" r:id="rId1"/>
    <p:sldLayoutId id="2147483884" r:id="rId2"/>
    <p:sldLayoutId id="2147483881" r:id="rId3"/>
    <p:sldLayoutId id="2147483885" r:id="rId4"/>
    <p:sldLayoutId id="2147483886" r:id="rId5"/>
    <p:sldLayoutId id="2147483887" r:id="rId6"/>
    <p:sldLayoutId id="2147483882" r:id="rId7"/>
  </p:sldLayoutIdLst>
  <p:hf hdr="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2.gif"/><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2.gif"/><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gif"/></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www.json.org/json-en.html"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7A0A-F963-4969-97D8-B0617C71A1A3}"/>
              </a:ext>
            </a:extLst>
          </p:cNvPr>
          <p:cNvSpPr>
            <a:spLocks noGrp="1"/>
          </p:cNvSpPr>
          <p:nvPr>
            <p:ph type="ctrTitle"/>
          </p:nvPr>
        </p:nvSpPr>
        <p:spPr>
          <a:effectLst>
            <a:outerShdw blurRad="50800" dist="38100" dir="2700000" algn="tl" rotWithShape="0">
              <a:srgbClr val="000000">
                <a:alpha val="39999"/>
              </a:srgbClr>
            </a:outerShdw>
          </a:effectLst>
        </p:spPr>
        <p:txBody>
          <a:bodyPr anchor="ctr"/>
          <a:lstStyle/>
          <a:p>
            <a:pPr eaLnBrk="1" fontAlgn="auto" hangingPunct="1">
              <a:spcAft>
                <a:spcPts val="0"/>
              </a:spcAft>
              <a:defRPr/>
            </a:pPr>
            <a:br>
              <a:rPr lang="en-IE" dirty="0"/>
            </a:br>
            <a:r>
              <a:rPr lang="en-IE" dirty="0"/>
              <a:t>Web Development 3</a:t>
            </a:r>
          </a:p>
        </p:txBody>
      </p:sp>
      <p:sp>
        <p:nvSpPr>
          <p:cNvPr id="11266" name="Subtitle 2">
            <a:extLst>
              <a:ext uri="{FF2B5EF4-FFF2-40B4-BE49-F238E27FC236}">
                <a16:creationId xmlns:a16="http://schemas.microsoft.com/office/drawing/2014/main" id="{5D0CD500-5482-4057-B8E4-82A3788CAD78}"/>
              </a:ext>
            </a:extLst>
          </p:cNvPr>
          <p:cNvSpPr>
            <a:spLocks noGrp="1" noChangeArrowheads="1"/>
          </p:cNvSpPr>
          <p:nvPr>
            <p:ph type="subTitle" idx="1"/>
          </p:nvPr>
        </p:nvSpPr>
        <p:spPr/>
        <p:txBody>
          <a:bodyPr/>
          <a:lstStyle/>
          <a:p>
            <a:pPr eaLnBrk="1" hangingPunct="1"/>
            <a:endParaRPr lang="en-IE" altLang="en-US" sz="2400" dirty="0"/>
          </a:p>
          <a:p>
            <a:pPr eaLnBrk="1" hangingPunct="1"/>
            <a:r>
              <a:rPr lang="en-IE" altLang="en-US" sz="2400" dirty="0"/>
              <a:t>Lecture 7 – AJAX</a:t>
            </a:r>
          </a:p>
          <a:p>
            <a:pPr eaLnBrk="1" hangingPunct="1"/>
            <a:r>
              <a:rPr lang="en-IE" altLang="en-US" sz="2400" dirty="0"/>
              <a:t>Asynchronous JavaScript and XML</a:t>
            </a:r>
          </a:p>
          <a:p>
            <a:pPr eaLnBrk="1" hangingPunct="1"/>
            <a:endParaRPr lang="en-IE" altLang="en-US" dirty="0"/>
          </a:p>
          <a:p>
            <a:pPr eaLnBrk="1" hangingPunct="1"/>
            <a:r>
              <a:rPr lang="en-IE" altLang="en-US" dirty="0"/>
              <a:t>Lecturer: James Byrne (</a:t>
            </a:r>
            <a:r>
              <a:rPr lang="en-IE" altLang="en-US" dirty="0">
                <a:solidFill>
                  <a:schemeClr val="accent1"/>
                </a:solidFill>
              </a:rPr>
              <a:t>jamesbyrne@ait.ie</a:t>
            </a:r>
            <a:r>
              <a:rPr lang="en-IE" altLang="en-US" dirty="0"/>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Topics</a:t>
            </a:r>
          </a:p>
        </p:txBody>
      </p:sp>
      <p:sp>
        <p:nvSpPr>
          <p:cNvPr id="12290" name="Content Placeholder 2">
            <a:extLst>
              <a:ext uri="{FF2B5EF4-FFF2-40B4-BE49-F238E27FC236}">
                <a16:creationId xmlns:a16="http://schemas.microsoft.com/office/drawing/2014/main" id="{1AE05403-95A6-4618-9B22-48782B535B05}"/>
              </a:ext>
            </a:extLst>
          </p:cNvPr>
          <p:cNvSpPr>
            <a:spLocks noGrp="1" noChangeArrowheads="1"/>
          </p:cNvSpPr>
          <p:nvPr>
            <p:ph idx="1"/>
          </p:nvPr>
        </p:nvSpPr>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solidFill>
                  <a:srgbClr val="000000"/>
                </a:solidFill>
              </a:rPr>
              <a:t>What is Ajax?</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solidFill>
                  <a:srgbClr val="000000"/>
                </a:solidFill>
              </a:rPr>
              <a:t>History of development</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solidFill>
                  <a:srgbClr val="000000"/>
                </a:solidFill>
              </a:rPr>
              <a:t>Defining Ajax</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solidFill>
                  <a:srgbClr val="000000"/>
                </a:solidFill>
              </a:rPr>
              <a:t>Ajax Ingredients</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solidFill>
                  <a:srgbClr val="000000"/>
                </a:solidFill>
              </a:rPr>
              <a:t>Data Formats</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solidFill>
                  <a:srgbClr val="000000"/>
                </a:solidFill>
              </a:rPr>
              <a:t>JSON parsing</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solidFill>
                  <a:srgbClr val="000000"/>
                </a:solidFill>
              </a:rPr>
              <a:t>REST APIs</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solidFill>
                  <a:srgbClr val="000000"/>
                </a:solidFill>
              </a:rPr>
              <a:t>Ajax Toolkits vs Fetch API</a:t>
            </a: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2</a:t>
            </a:fld>
            <a:endParaRPr lang="en-GB"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What is AJAX?</a:t>
            </a:r>
          </a:p>
        </p:txBody>
      </p:sp>
      <p:sp>
        <p:nvSpPr>
          <p:cNvPr id="12290" name="Content Placeholder 2">
            <a:extLst>
              <a:ext uri="{FF2B5EF4-FFF2-40B4-BE49-F238E27FC236}">
                <a16:creationId xmlns:a16="http://schemas.microsoft.com/office/drawing/2014/main" id="{1AE05403-95A6-4618-9B22-48782B535B05}"/>
              </a:ext>
            </a:extLst>
          </p:cNvPr>
          <p:cNvSpPr>
            <a:spLocks noGrp="1" noChangeArrowheads="1"/>
          </p:cNvSpPr>
          <p:nvPr>
            <p:ph idx="1"/>
          </p:nvPr>
        </p:nvSpPr>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solidFill>
                  <a:srgbClr val="000000"/>
                </a:solidFill>
              </a:rPr>
              <a:t>Back then</a:t>
            </a:r>
          </a:p>
          <a:p>
            <a:pPr marL="0" indent="0" eaLnBrk="1" hangingPunct="1">
              <a:lnSpc>
                <a:spcPct val="100000"/>
              </a:lnSpc>
              <a:spcBef>
                <a:spcPct val="20000"/>
              </a:spcBef>
              <a:buClr>
                <a:srgbClr val="000000"/>
              </a:buClr>
              <a:buNone/>
            </a:pPr>
            <a:endParaRPr lang="en-US" altLang="en-US" sz="3200" dirty="0">
              <a:solidFill>
                <a:srgbClr val="000000"/>
              </a:solidFill>
            </a:endParaRP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3</a:t>
            </a:fld>
            <a:endParaRPr lang="en-GB" altLang="en-US"/>
          </a:p>
        </p:txBody>
      </p:sp>
      <p:pic>
        <p:nvPicPr>
          <p:cNvPr id="8" name="Picture 2">
            <a:extLst>
              <a:ext uri="{FF2B5EF4-FFF2-40B4-BE49-F238E27FC236}">
                <a16:creationId xmlns:a16="http://schemas.microsoft.com/office/drawing/2014/main" id="{47F953CD-08F0-5541-B2CC-4CF1A198ABE5}"/>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837654" y="1700808"/>
            <a:ext cx="7468691" cy="4371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96636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What is AJAX?</a:t>
            </a: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4</a:t>
            </a:fld>
            <a:endParaRPr lang="en-GB" altLang="en-US"/>
          </a:p>
        </p:txBody>
      </p:sp>
      <p:pic>
        <p:nvPicPr>
          <p:cNvPr id="9" name="Picture 2">
            <a:extLst>
              <a:ext uri="{FF2B5EF4-FFF2-40B4-BE49-F238E27FC236}">
                <a16:creationId xmlns:a16="http://schemas.microsoft.com/office/drawing/2014/main" id="{CB0802C8-5EF2-A848-A061-25EEB7005AAD}"/>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28650" y="1052736"/>
            <a:ext cx="7704856" cy="498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03432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What is AJAX?</a:t>
            </a:r>
          </a:p>
        </p:txBody>
      </p:sp>
      <p:sp>
        <p:nvSpPr>
          <p:cNvPr id="12290" name="Content Placeholder 2">
            <a:extLst>
              <a:ext uri="{FF2B5EF4-FFF2-40B4-BE49-F238E27FC236}">
                <a16:creationId xmlns:a16="http://schemas.microsoft.com/office/drawing/2014/main" id="{1AE05403-95A6-4618-9B22-48782B535B05}"/>
              </a:ext>
            </a:extLst>
          </p:cNvPr>
          <p:cNvSpPr>
            <a:spLocks noGrp="1" noChangeArrowheads="1"/>
          </p:cNvSpPr>
          <p:nvPr>
            <p:ph idx="1"/>
          </p:nvPr>
        </p:nvSpPr>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solidFill>
                  <a:srgbClr val="000000"/>
                </a:solidFill>
              </a:rPr>
              <a:t>Nowadays</a:t>
            </a:r>
          </a:p>
          <a:p>
            <a:pPr marL="0" indent="0" eaLnBrk="1" hangingPunct="1">
              <a:lnSpc>
                <a:spcPct val="100000"/>
              </a:lnSpc>
              <a:spcBef>
                <a:spcPct val="20000"/>
              </a:spcBef>
              <a:buClr>
                <a:srgbClr val="000000"/>
              </a:buClr>
              <a:buNone/>
            </a:pPr>
            <a:endParaRPr lang="en-US" altLang="en-US" sz="3200" dirty="0">
              <a:solidFill>
                <a:srgbClr val="000000"/>
              </a:solidFill>
            </a:endParaRP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5</a:t>
            </a:fld>
            <a:endParaRPr lang="en-GB" altLang="en-US"/>
          </a:p>
        </p:txBody>
      </p:sp>
      <p:pic>
        <p:nvPicPr>
          <p:cNvPr id="9" name="Picture 2">
            <a:extLst>
              <a:ext uri="{FF2B5EF4-FFF2-40B4-BE49-F238E27FC236}">
                <a16:creationId xmlns:a16="http://schemas.microsoft.com/office/drawing/2014/main" id="{09983989-1AB7-4C40-AD13-B77CAB72EB8E}"/>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28650" y="1700808"/>
            <a:ext cx="8066405" cy="4476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7455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What is AJAX?</a:t>
            </a: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6</a:t>
            </a:fld>
            <a:endParaRPr lang="en-GB" altLang="en-US"/>
          </a:p>
        </p:txBody>
      </p:sp>
      <p:sp>
        <p:nvSpPr>
          <p:cNvPr id="11" name="Subtitle 2">
            <a:extLst>
              <a:ext uri="{FF2B5EF4-FFF2-40B4-BE49-F238E27FC236}">
                <a16:creationId xmlns:a16="http://schemas.microsoft.com/office/drawing/2014/main" id="{8D99A0B5-39D0-204D-9D50-4E65144B3C68}"/>
              </a:ext>
            </a:extLst>
          </p:cNvPr>
          <p:cNvSpPr txBox="1">
            <a:spLocks/>
          </p:cNvSpPr>
          <p:nvPr/>
        </p:nvSpPr>
        <p:spPr bwMode="auto">
          <a:xfrm>
            <a:off x="899592" y="1628800"/>
            <a:ext cx="7696200" cy="426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marL="0" indent="0" algn="ctr" defTabSz="449263" rtl="0" eaLnBrk="0" fontAlgn="base" hangingPunct="0">
              <a:lnSpc>
                <a:spcPct val="93000"/>
              </a:lnSpc>
              <a:spcBef>
                <a:spcPts val="700"/>
              </a:spcBef>
              <a:spcAft>
                <a:spcPct val="0"/>
              </a:spcAft>
              <a:buClr>
                <a:srgbClr val="003366"/>
              </a:buClr>
              <a:buSzPct val="75000"/>
              <a:buFont typeface="Wingdings" pitchFamily="2" charset="2"/>
              <a:buNone/>
              <a:defRPr sz="2800">
                <a:solidFill>
                  <a:srgbClr val="003366"/>
                </a:solidFill>
                <a:latin typeface="+mn-lt"/>
                <a:ea typeface="+mn-ea"/>
                <a:cs typeface="+mn-cs"/>
              </a:defRPr>
            </a:lvl1pPr>
            <a:lvl2pPr marL="457200" indent="0" algn="ctr" defTabSz="449263" rtl="0" eaLnBrk="0" fontAlgn="base" hangingPunct="0">
              <a:lnSpc>
                <a:spcPct val="93000"/>
              </a:lnSpc>
              <a:spcBef>
                <a:spcPts val="600"/>
              </a:spcBef>
              <a:spcAft>
                <a:spcPct val="0"/>
              </a:spcAft>
              <a:buClr>
                <a:srgbClr val="003366"/>
              </a:buClr>
              <a:buSzPct val="75000"/>
              <a:buFont typeface="Arial" panose="020B0604020202020204" pitchFamily="34" charset="0"/>
              <a:buNone/>
              <a:defRPr sz="2400">
                <a:solidFill>
                  <a:srgbClr val="003366"/>
                </a:solidFill>
                <a:latin typeface="+mn-lt"/>
                <a:ea typeface="+mn-ea"/>
              </a:defRPr>
            </a:lvl2pPr>
            <a:lvl3pPr marL="914400" indent="0" algn="ctr" defTabSz="449263" rtl="0" eaLnBrk="0" fontAlgn="base" hangingPunct="0">
              <a:lnSpc>
                <a:spcPct val="93000"/>
              </a:lnSpc>
              <a:spcBef>
                <a:spcPts val="500"/>
              </a:spcBef>
              <a:spcAft>
                <a:spcPct val="0"/>
              </a:spcAft>
              <a:buClr>
                <a:srgbClr val="003366"/>
              </a:buClr>
              <a:buSzPct val="75000"/>
              <a:buFont typeface="Wingdings" pitchFamily="2" charset="2"/>
              <a:buNone/>
              <a:defRPr sz="2000">
                <a:solidFill>
                  <a:srgbClr val="003366"/>
                </a:solidFill>
                <a:latin typeface="+mn-lt"/>
                <a:ea typeface="+mn-ea"/>
              </a:defRPr>
            </a:lvl3pPr>
            <a:lvl4pPr marL="1371600" indent="0" algn="ctr" defTabSz="449263" rtl="0" eaLnBrk="0" fontAlgn="base" hangingPunct="0">
              <a:lnSpc>
                <a:spcPct val="93000"/>
              </a:lnSpc>
              <a:spcBef>
                <a:spcPts val="450"/>
              </a:spcBef>
              <a:spcAft>
                <a:spcPct val="0"/>
              </a:spcAft>
              <a:buClr>
                <a:srgbClr val="003366"/>
              </a:buClr>
              <a:buSzPct val="80000"/>
              <a:buFont typeface="Arial" panose="020B0604020202020204" pitchFamily="34" charset="0"/>
              <a:buNone/>
              <a:defRPr>
                <a:solidFill>
                  <a:srgbClr val="003366"/>
                </a:solidFill>
                <a:latin typeface="+mn-lt"/>
                <a:ea typeface="+mn-ea"/>
              </a:defRPr>
            </a:lvl4pPr>
            <a:lvl5pPr marL="1828800" indent="0" algn="ctr" defTabSz="449263" rtl="0" eaLnBrk="0" fontAlgn="base" hangingPunct="0">
              <a:lnSpc>
                <a:spcPct val="93000"/>
              </a:lnSpc>
              <a:spcBef>
                <a:spcPts val="450"/>
              </a:spcBef>
              <a:spcAft>
                <a:spcPct val="0"/>
              </a:spcAft>
              <a:buClr>
                <a:srgbClr val="003366"/>
              </a:buClr>
              <a:buSzPct val="65000"/>
              <a:buFont typeface="Wingdings" pitchFamily="2" charset="2"/>
              <a:buNone/>
              <a:defRPr>
                <a:solidFill>
                  <a:srgbClr val="003366"/>
                </a:solidFill>
                <a:latin typeface="+mn-lt"/>
                <a:ea typeface="+mn-ea"/>
              </a:defRPr>
            </a:lvl5pPr>
            <a:lvl6pPr marL="2286000" indent="0" algn="ctr" defTabSz="449263" rtl="0" fontAlgn="base">
              <a:lnSpc>
                <a:spcPct val="93000"/>
              </a:lnSpc>
              <a:spcBef>
                <a:spcPts val="450"/>
              </a:spcBef>
              <a:spcAft>
                <a:spcPct val="0"/>
              </a:spcAft>
              <a:buClr>
                <a:srgbClr val="003366"/>
              </a:buClr>
              <a:buSzPct val="65000"/>
              <a:buFont typeface="Wingdings" pitchFamily="2" charset="2"/>
              <a:buNone/>
              <a:defRPr>
                <a:solidFill>
                  <a:srgbClr val="003366"/>
                </a:solidFill>
                <a:latin typeface="+mn-lt"/>
                <a:ea typeface="+mn-ea"/>
              </a:defRPr>
            </a:lvl6pPr>
            <a:lvl7pPr marL="2743200" indent="0" algn="ctr" defTabSz="449263" rtl="0" fontAlgn="base">
              <a:lnSpc>
                <a:spcPct val="93000"/>
              </a:lnSpc>
              <a:spcBef>
                <a:spcPts val="450"/>
              </a:spcBef>
              <a:spcAft>
                <a:spcPct val="0"/>
              </a:spcAft>
              <a:buClr>
                <a:srgbClr val="003366"/>
              </a:buClr>
              <a:buSzPct val="65000"/>
              <a:buFont typeface="Wingdings" pitchFamily="2" charset="2"/>
              <a:buNone/>
              <a:defRPr>
                <a:solidFill>
                  <a:srgbClr val="003366"/>
                </a:solidFill>
                <a:latin typeface="+mn-lt"/>
                <a:ea typeface="+mn-ea"/>
              </a:defRPr>
            </a:lvl7pPr>
            <a:lvl8pPr marL="3200400" indent="0" algn="ctr" defTabSz="449263" rtl="0" fontAlgn="base">
              <a:lnSpc>
                <a:spcPct val="93000"/>
              </a:lnSpc>
              <a:spcBef>
                <a:spcPts val="450"/>
              </a:spcBef>
              <a:spcAft>
                <a:spcPct val="0"/>
              </a:spcAft>
              <a:buClr>
                <a:srgbClr val="003366"/>
              </a:buClr>
              <a:buSzPct val="65000"/>
              <a:buFont typeface="Wingdings" pitchFamily="2" charset="2"/>
              <a:buNone/>
              <a:defRPr>
                <a:solidFill>
                  <a:srgbClr val="003366"/>
                </a:solidFill>
                <a:latin typeface="+mn-lt"/>
                <a:ea typeface="+mn-ea"/>
              </a:defRPr>
            </a:lvl8pPr>
            <a:lvl9pPr marL="3657600" indent="0" algn="ctr" defTabSz="449263" rtl="0" fontAlgn="base">
              <a:lnSpc>
                <a:spcPct val="93000"/>
              </a:lnSpc>
              <a:spcBef>
                <a:spcPts val="450"/>
              </a:spcBef>
              <a:spcAft>
                <a:spcPct val="0"/>
              </a:spcAft>
              <a:buClr>
                <a:srgbClr val="003366"/>
              </a:buClr>
              <a:buSzPct val="65000"/>
              <a:buFont typeface="Wingdings" pitchFamily="2" charset="2"/>
              <a:buNone/>
              <a:defRPr>
                <a:solidFill>
                  <a:srgbClr val="003366"/>
                </a:solidFill>
                <a:latin typeface="+mn-lt"/>
                <a:ea typeface="+mn-ea"/>
              </a:defRPr>
            </a:lvl9pPr>
          </a:lstStyle>
          <a:p>
            <a:pPr marL="26988" marR="0" lvl="0" indent="0" algn="ctr" defTabSz="449263" rtl="0" eaLnBrk="0" fontAlgn="base" latinLnBrk="0" hangingPunct="0">
              <a:lnSpc>
                <a:spcPct val="93000"/>
              </a:lnSpc>
              <a:spcBef>
                <a:spcPts val="700"/>
              </a:spcBef>
              <a:spcAft>
                <a:spcPct val="0"/>
              </a:spcAft>
              <a:buClr>
                <a:srgbClr val="003366"/>
              </a:buClr>
              <a:buSzPct val="75000"/>
              <a:buFont typeface="Arial" panose="020B0604020202020204" pitchFamily="34" charset="0"/>
              <a:buChar char="•"/>
              <a:tabLst/>
              <a:defRPr/>
            </a:pPr>
            <a:r>
              <a:rPr kumimoji="0" lang="en-US" altLang="en-US" sz="3200" b="0" i="0" u="none" strike="noStrike" kern="0" cap="none" spc="0" normalizeH="0" baseline="0" noProof="0" dirty="0">
                <a:ln>
                  <a:noFill/>
                </a:ln>
                <a:solidFill>
                  <a:srgbClr val="C00000"/>
                </a:solidFill>
                <a:effectLst/>
                <a:uLnTx/>
                <a:uFillTx/>
                <a:ea typeface="MS Gothic"/>
                <a:cs typeface="+mn-cs"/>
              </a:rPr>
              <a:t> A programming language – no…</a:t>
            </a:r>
          </a:p>
          <a:p>
            <a:pPr marL="26988" marR="0" lvl="0" indent="0" algn="ctr" defTabSz="449263" rtl="0" eaLnBrk="0" fontAlgn="base" latinLnBrk="0" hangingPunct="0">
              <a:lnSpc>
                <a:spcPct val="93000"/>
              </a:lnSpc>
              <a:spcBef>
                <a:spcPts val="700"/>
              </a:spcBef>
              <a:spcAft>
                <a:spcPct val="0"/>
              </a:spcAft>
              <a:buClr>
                <a:srgbClr val="003366"/>
              </a:buClr>
              <a:buSzPct val="75000"/>
              <a:buFont typeface="Arial" panose="020B0604020202020204" pitchFamily="34" charset="0"/>
              <a:buChar char="•"/>
              <a:tabLst/>
              <a:defRPr/>
            </a:pPr>
            <a:r>
              <a:rPr kumimoji="0" lang="en-US" altLang="en-US" sz="3200" b="0" i="0" u="none" strike="noStrike" kern="0" cap="none" spc="0" normalizeH="0" baseline="0" noProof="0" dirty="0">
                <a:ln>
                  <a:noFill/>
                </a:ln>
                <a:solidFill>
                  <a:srgbClr val="C00000"/>
                </a:solidFill>
                <a:effectLst/>
                <a:uLnTx/>
                <a:uFillTx/>
                <a:ea typeface="MS Gothic"/>
                <a:cs typeface="+mn-cs"/>
              </a:rPr>
              <a:t> A new technology – not exactly…</a:t>
            </a:r>
          </a:p>
          <a:p>
            <a:pPr marL="26988" marR="0" lvl="0" indent="0" algn="ctr" defTabSz="449263" rtl="0" eaLnBrk="0" fontAlgn="base" latinLnBrk="0" hangingPunct="0">
              <a:lnSpc>
                <a:spcPct val="93000"/>
              </a:lnSpc>
              <a:spcBef>
                <a:spcPts val="700"/>
              </a:spcBef>
              <a:spcAft>
                <a:spcPct val="0"/>
              </a:spcAft>
              <a:buClr>
                <a:srgbClr val="003366"/>
              </a:buClr>
              <a:buSzPct val="75000"/>
              <a:buFont typeface="Arial" panose="020B0604020202020204" pitchFamily="34" charset="0"/>
              <a:buChar char="•"/>
              <a:tabLst/>
              <a:defRPr/>
            </a:pPr>
            <a:r>
              <a:rPr kumimoji="0" lang="en-US" altLang="en-US" sz="3200" b="0" i="0" u="none" strike="noStrike" kern="0" cap="none" spc="0" normalizeH="0" baseline="0" noProof="0" dirty="0">
                <a:ln>
                  <a:noFill/>
                </a:ln>
                <a:solidFill>
                  <a:srgbClr val="C00000"/>
                </a:solidFill>
                <a:effectLst/>
                <a:uLnTx/>
                <a:uFillTx/>
                <a:ea typeface="MS Gothic"/>
                <a:cs typeface="+mn-cs"/>
              </a:rPr>
              <a:t> So what else ?</a:t>
            </a:r>
          </a:p>
          <a:p>
            <a:pPr marL="26988" marR="0" lvl="0" indent="0" algn="ctr" defTabSz="449263" rtl="0" eaLnBrk="0" fontAlgn="base" latinLnBrk="0" hangingPunct="0">
              <a:lnSpc>
                <a:spcPct val="93000"/>
              </a:lnSpc>
              <a:spcBef>
                <a:spcPts val="700"/>
              </a:spcBef>
              <a:spcAft>
                <a:spcPct val="0"/>
              </a:spcAft>
              <a:buClr>
                <a:srgbClr val="003366"/>
              </a:buClr>
              <a:buSzPct val="75000"/>
              <a:buFont typeface="Wingdings" pitchFamily="2" charset="2"/>
              <a:buNone/>
              <a:tabLst/>
              <a:defRPr/>
            </a:pPr>
            <a:r>
              <a:rPr kumimoji="0" lang="en-US" altLang="en-US" sz="3200" b="0" i="0" u="none" strike="noStrike" kern="0" cap="none" spc="0" normalizeH="0" baseline="0" noProof="0" dirty="0">
                <a:ln>
                  <a:noFill/>
                </a:ln>
                <a:solidFill>
                  <a:srgbClr val="00B050"/>
                </a:solidFill>
                <a:effectLst/>
                <a:uLnTx/>
                <a:uFillTx/>
                <a:ea typeface="MS Gothic"/>
                <a:cs typeface="+mn-cs"/>
                <a:sym typeface="Wingdings" pitchFamily="2" charset="2"/>
              </a:rPr>
              <a:t> </a:t>
            </a:r>
            <a:r>
              <a:rPr kumimoji="0" lang="en-US" altLang="en-US" sz="3200" b="0" i="0" u="none" strike="noStrike" kern="0" cap="none" spc="0" normalizeH="0" baseline="0" noProof="0" dirty="0">
                <a:ln>
                  <a:noFill/>
                </a:ln>
                <a:solidFill>
                  <a:srgbClr val="00B050"/>
                </a:solidFill>
                <a:effectLst/>
                <a:uLnTx/>
                <a:uFillTx/>
                <a:ea typeface="MS Gothic"/>
                <a:cs typeface="+mn-cs"/>
              </a:rPr>
              <a:t>It is a methodology on using several web technologies together, in an effort to close the gap between the usability and interactivity of a desktop application and the ever demanding web application </a:t>
            </a:r>
            <a:r>
              <a:rPr kumimoji="0" lang="en-US" altLang="en-US" sz="3200" b="0" i="0" u="none" strike="noStrike" kern="0" cap="none" spc="0" normalizeH="0" baseline="0" noProof="0" dirty="0">
                <a:ln>
                  <a:noFill/>
                </a:ln>
                <a:solidFill>
                  <a:srgbClr val="00B050"/>
                </a:solidFill>
                <a:effectLst/>
                <a:uLnTx/>
                <a:uFillTx/>
                <a:ea typeface="MS Gothic"/>
                <a:cs typeface="+mn-cs"/>
                <a:sym typeface="Wingdings" pitchFamily="2" charset="2"/>
              </a:rPr>
              <a:t></a:t>
            </a:r>
            <a:endParaRPr kumimoji="0" lang="en-US" altLang="en-US" sz="3200" b="0" i="0" u="none" strike="noStrike" kern="0" cap="none" spc="0" normalizeH="0" baseline="0" noProof="0" dirty="0">
              <a:ln>
                <a:noFill/>
              </a:ln>
              <a:solidFill>
                <a:srgbClr val="00B050"/>
              </a:solidFill>
              <a:effectLst/>
              <a:uLnTx/>
              <a:uFillTx/>
              <a:ea typeface="MS Gothic"/>
              <a:cs typeface="+mn-cs"/>
            </a:endParaRPr>
          </a:p>
        </p:txBody>
      </p:sp>
    </p:spTree>
    <p:extLst>
      <p:ext uri="{BB962C8B-B14F-4D97-AF65-F5344CB8AC3E}">
        <p14:creationId xmlns:p14="http://schemas.microsoft.com/office/powerpoint/2010/main" val="4212242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History</a:t>
            </a: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7</a:t>
            </a:fld>
            <a:endParaRPr lang="en-GB" altLang="en-US"/>
          </a:p>
        </p:txBody>
      </p:sp>
      <p:sp>
        <p:nvSpPr>
          <p:cNvPr id="9" name="Content Placeholder 2">
            <a:extLst>
              <a:ext uri="{FF2B5EF4-FFF2-40B4-BE49-F238E27FC236}">
                <a16:creationId xmlns:a16="http://schemas.microsoft.com/office/drawing/2014/main" id="{0087A33E-7BAC-B742-A7E8-6124E58C6A82}"/>
              </a:ext>
            </a:extLst>
          </p:cNvPr>
          <p:cNvSpPr>
            <a:spLocks noGrp="1"/>
          </p:cNvSpPr>
          <p:nvPr>
            <p:ph idx="1"/>
          </p:nvPr>
        </p:nvSpPr>
        <p:spPr>
          <a:xfrm>
            <a:off x="438150" y="961658"/>
            <a:ext cx="8077200" cy="5334000"/>
          </a:xfrm>
        </p:spPr>
        <p:txBody>
          <a:bodyPr/>
          <a:lstStyle/>
          <a:p>
            <a:pPr marL="0" indent="0">
              <a:buFont typeface="Wingdings" pitchFamily="2" charset="2"/>
              <a:buNone/>
              <a:defRPr/>
            </a:pPr>
            <a:r>
              <a:rPr lang="en-US" altLang="en-US" sz="3000" dirty="0"/>
              <a:t>In 1999, Microsoft introduced the </a:t>
            </a:r>
            <a:r>
              <a:rPr lang="en-US" altLang="en-US" sz="3000" dirty="0" err="1"/>
              <a:t>XMLHttpRequest</a:t>
            </a:r>
            <a:r>
              <a:rPr lang="en-US" altLang="en-US" sz="3000" dirty="0"/>
              <a:t> object, an ActiveX control, in IE 5. </a:t>
            </a:r>
          </a:p>
          <a:p>
            <a:pPr algn="just">
              <a:defRPr/>
            </a:pPr>
            <a:r>
              <a:rPr lang="en-US" altLang="en-US" sz="3000" dirty="0">
                <a:cs typeface="Arial" panose="020B0604020202020204" pitchFamily="34" charset="0"/>
              </a:rPr>
              <a:t>The term AJAX was coined on February 18, 2005, by </a:t>
            </a:r>
            <a:r>
              <a:rPr lang="en-US" altLang="en-US" sz="3000" b="1" dirty="0">
                <a:cs typeface="Arial" panose="020B0604020202020204" pitchFamily="34" charset="0"/>
              </a:rPr>
              <a:t>Jesse James Garret</a:t>
            </a:r>
            <a:r>
              <a:rPr lang="en-US" altLang="en-US" sz="3000" dirty="0">
                <a:cs typeface="Arial" panose="020B0604020202020204" pitchFamily="34" charset="0"/>
              </a:rPr>
              <a:t> in a short essay published a few days after Google released its Maps application.</a:t>
            </a:r>
            <a:endParaRPr lang="en-US" altLang="en-US" sz="3000" dirty="0"/>
          </a:p>
        </p:txBody>
      </p:sp>
      <p:pic>
        <p:nvPicPr>
          <p:cNvPr id="10" name="Picture 2" descr="map">
            <a:extLst>
              <a:ext uri="{FF2B5EF4-FFF2-40B4-BE49-F238E27FC236}">
                <a16:creationId xmlns:a16="http://schemas.microsoft.com/office/drawing/2014/main" id="{7FF3C5E0-7350-B049-B3F9-9DDD255FB1F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19150" y="4390658"/>
            <a:ext cx="4305300" cy="197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3">
            <a:extLst>
              <a:ext uri="{FF2B5EF4-FFF2-40B4-BE49-F238E27FC236}">
                <a16:creationId xmlns:a16="http://schemas.microsoft.com/office/drawing/2014/main" id="{761EC6E4-7EDC-8E4A-B0F9-805E00477560}"/>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5391150" y="4314458"/>
            <a:ext cx="2819400" cy="204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5971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edge">
                                      <p:cBhvr>
                                        <p:cTn id="7" dur="2000"/>
                                        <p:tgtEl>
                                          <p:spTgt spid="10"/>
                                        </p:tgtEl>
                                      </p:cBhvr>
                                    </p:animEffect>
                                  </p:childTnLst>
                                </p:cTn>
                              </p:par>
                            </p:childTnLst>
                          </p:cTn>
                        </p:par>
                        <p:par>
                          <p:cTn id="8" fill="hold">
                            <p:stCondLst>
                              <p:cond delay="2000"/>
                            </p:stCondLst>
                            <p:childTnLst>
                              <p:par>
                                <p:cTn id="9" presetID="29"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2000" fill="hold"/>
                                        <p:tgtEl>
                                          <p:spTgt spid="11"/>
                                        </p:tgtEl>
                                        <p:attrNameLst>
                                          <p:attrName>ppt_x</p:attrName>
                                        </p:attrNameLst>
                                      </p:cBhvr>
                                      <p:tavLst>
                                        <p:tav tm="0">
                                          <p:val>
                                            <p:strVal val="#ppt_x-.2"/>
                                          </p:val>
                                        </p:tav>
                                        <p:tav tm="100000">
                                          <p:val>
                                            <p:strVal val="#ppt_x"/>
                                          </p:val>
                                        </p:tav>
                                      </p:tavLst>
                                    </p:anim>
                                    <p:anim calcmode="lin" valueType="num">
                                      <p:cBhvr>
                                        <p:cTn id="12" dur="2000" fill="hold"/>
                                        <p:tgtEl>
                                          <p:spTgt spid="11"/>
                                        </p:tgtEl>
                                        <p:attrNameLst>
                                          <p:attrName>ppt_y</p:attrName>
                                        </p:attrNameLst>
                                      </p:cBhvr>
                                      <p:tavLst>
                                        <p:tav tm="0">
                                          <p:val>
                                            <p:strVal val="#ppt_y"/>
                                          </p:val>
                                        </p:tav>
                                        <p:tav tm="100000">
                                          <p:val>
                                            <p:strVal val="#ppt_y"/>
                                          </p:val>
                                        </p:tav>
                                      </p:tavLst>
                                    </p:anim>
                                    <p:animEffect transition="in" filter="wipe(right)" prLst="gradientSize: 0.1">
                                      <p:cBhvr>
                                        <p:cTn id="13"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History</a:t>
            </a: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8</a:t>
            </a:fld>
            <a:endParaRPr lang="en-GB" altLang="en-US"/>
          </a:p>
        </p:txBody>
      </p:sp>
      <p:sp>
        <p:nvSpPr>
          <p:cNvPr id="7" name="Content Placeholder 6">
            <a:extLst>
              <a:ext uri="{FF2B5EF4-FFF2-40B4-BE49-F238E27FC236}">
                <a16:creationId xmlns:a16="http://schemas.microsoft.com/office/drawing/2014/main" id="{1D1B9E1B-9498-484D-B4B2-5DFA4CE66E13}"/>
              </a:ext>
            </a:extLst>
          </p:cNvPr>
          <p:cNvSpPr>
            <a:spLocks noGrp="1"/>
          </p:cNvSpPr>
          <p:nvPr>
            <p:ph idx="1"/>
          </p:nvPr>
        </p:nvSpPr>
        <p:spPr>
          <a:xfrm>
            <a:off x="157163" y="1052513"/>
            <a:ext cx="8878887" cy="2520503"/>
          </a:xfrm>
        </p:spPr>
        <p:txBody>
          <a:bodyPr/>
          <a:lstStyle/>
          <a:p>
            <a:r>
              <a:rPr lang="en-GB" sz="3200" dirty="0"/>
              <a:t>Finally, in the year 2006, the W3C (World Wide Web Consortium) announces the release of the first draft which includes the specification for the object (</a:t>
            </a:r>
            <a:r>
              <a:rPr lang="en-GB" sz="3200" b="1" dirty="0"/>
              <a:t>XHR</a:t>
            </a:r>
            <a:r>
              <a:rPr lang="en-GB" sz="3200" dirty="0"/>
              <a:t>) and makes it an official web standard.</a:t>
            </a:r>
            <a:endParaRPr lang="en-GB" dirty="0"/>
          </a:p>
          <a:p>
            <a:pPr marL="398463" indent="-284163" defTabSz="449263" eaLnBrk="1" hangingPunct="1">
              <a:lnSpc>
                <a:spcPct val="93000"/>
              </a:lnSpc>
              <a:spcBef>
                <a:spcPts val="600"/>
              </a:spcBef>
              <a:buClr>
                <a:srgbClr val="003366"/>
              </a:buClr>
              <a:buSzPct val="75000"/>
              <a:buFont typeface="Arial" panose="020B0604020202020204" pitchFamily="34" charset="0"/>
              <a:buChar char="–"/>
            </a:pPr>
            <a:r>
              <a:rPr lang="en-IE" altLang="en-US" sz="2700" kern="0" dirty="0">
                <a:ea typeface="MS Gothic"/>
              </a:rPr>
              <a:t>Jesse James Garrett, later updated his article, making it clear that Ajax is not an acronym. </a:t>
            </a:r>
          </a:p>
          <a:p>
            <a:pPr marL="398463" indent="-284163" defTabSz="449263" eaLnBrk="1" hangingPunct="1">
              <a:lnSpc>
                <a:spcPct val="93000"/>
              </a:lnSpc>
              <a:spcBef>
                <a:spcPts val="600"/>
              </a:spcBef>
              <a:buClr>
                <a:srgbClr val="003366"/>
              </a:buClr>
              <a:buSzPct val="75000"/>
              <a:buFont typeface="Arial" panose="020B0604020202020204" pitchFamily="34" charset="0"/>
              <a:buChar char="–"/>
            </a:pPr>
            <a:r>
              <a:rPr lang="en-IE" altLang="en-US" sz="2700" kern="0" dirty="0">
                <a:ea typeface="MS Gothic"/>
              </a:rPr>
              <a:t>Ajax is not in itself a new technology, but a technique that combines several long-standing Web technologies.</a:t>
            </a:r>
          </a:p>
          <a:p>
            <a:pPr marL="800100" lvl="1" indent="-190500" defTabSz="449263" eaLnBrk="1" hangingPunct="1">
              <a:lnSpc>
                <a:spcPct val="93000"/>
              </a:lnSpc>
              <a:spcBef>
                <a:spcPts val="500"/>
              </a:spcBef>
              <a:buClr>
                <a:srgbClr val="003366"/>
              </a:buClr>
              <a:buSzPct val="75000"/>
              <a:buFont typeface="Wingdings" pitchFamily="2" charset="2"/>
              <a:buChar char=""/>
            </a:pPr>
            <a:r>
              <a:rPr lang="en-IE" altLang="en-US" sz="2300" kern="0" dirty="0">
                <a:ea typeface="MS Gothic"/>
              </a:rPr>
              <a:t>Using </a:t>
            </a:r>
            <a:r>
              <a:rPr lang="en-IE" altLang="en-US" sz="2300" b="1" kern="0" dirty="0">
                <a:ea typeface="ＭＳ 明朝" panose="02020609040205080304" pitchFamily="49" charset="-128"/>
              </a:rPr>
              <a:t>HTML</a:t>
            </a:r>
            <a:r>
              <a:rPr lang="en-IE" altLang="en-US" sz="2300" kern="0" dirty="0">
                <a:ea typeface="MS Gothic"/>
              </a:rPr>
              <a:t> and </a:t>
            </a:r>
            <a:r>
              <a:rPr lang="en-IE" altLang="en-US" sz="2300" b="1" kern="0" dirty="0">
                <a:ea typeface="ＭＳ 明朝" panose="02020609040205080304" pitchFamily="49" charset="-128"/>
              </a:rPr>
              <a:t>CSS</a:t>
            </a:r>
            <a:r>
              <a:rPr lang="en-IE" altLang="en-US" sz="2300" kern="0" dirty="0">
                <a:ea typeface="MS Gothic"/>
              </a:rPr>
              <a:t> for structure and presentation</a:t>
            </a:r>
          </a:p>
          <a:p>
            <a:pPr marL="800100" lvl="1" indent="-190500" defTabSz="449263" eaLnBrk="1" hangingPunct="1">
              <a:lnSpc>
                <a:spcPct val="93000"/>
              </a:lnSpc>
              <a:spcBef>
                <a:spcPts val="500"/>
              </a:spcBef>
              <a:buClr>
                <a:srgbClr val="003366"/>
              </a:buClr>
              <a:buSzPct val="75000"/>
              <a:buFont typeface="Wingdings" pitchFamily="2" charset="2"/>
              <a:buChar char=""/>
            </a:pPr>
            <a:r>
              <a:rPr lang="en-IE" altLang="en-US" sz="2300" kern="0" dirty="0">
                <a:ea typeface="MS Gothic"/>
              </a:rPr>
              <a:t>Display and manipulate pages using the </a:t>
            </a:r>
            <a:r>
              <a:rPr lang="en-IE" altLang="en-US" sz="2300" b="1" kern="0" dirty="0">
                <a:ea typeface="ＭＳ 明朝" panose="02020609040205080304" pitchFamily="49" charset="-128"/>
              </a:rPr>
              <a:t>Document Object Model (DOM)</a:t>
            </a:r>
            <a:r>
              <a:rPr lang="en-IE" altLang="en-US" sz="2300" kern="0" dirty="0">
                <a:ea typeface="MS Gothic"/>
              </a:rPr>
              <a:t> and </a:t>
            </a:r>
            <a:r>
              <a:rPr lang="en-IE" altLang="en-US" sz="2300" b="1" kern="0" dirty="0">
                <a:ea typeface="ＭＳ 明朝" panose="02020609040205080304" pitchFamily="49" charset="-128"/>
              </a:rPr>
              <a:t>JavaScript</a:t>
            </a:r>
          </a:p>
          <a:p>
            <a:pPr marL="800100" lvl="1" indent="-190500" defTabSz="449263" eaLnBrk="1" hangingPunct="1">
              <a:lnSpc>
                <a:spcPct val="93000"/>
              </a:lnSpc>
              <a:spcBef>
                <a:spcPts val="500"/>
              </a:spcBef>
              <a:buClr>
                <a:srgbClr val="003366"/>
              </a:buClr>
              <a:buSzPct val="75000"/>
              <a:buFont typeface="Wingdings" pitchFamily="2" charset="2"/>
              <a:buChar char=""/>
            </a:pPr>
            <a:r>
              <a:rPr lang="en-IE" altLang="en-US" sz="2300" kern="0" dirty="0">
                <a:ea typeface="MS Gothic"/>
              </a:rPr>
              <a:t>Using the browsers </a:t>
            </a:r>
            <a:r>
              <a:rPr lang="en-IE" altLang="en-US" sz="2300" b="1" kern="0" dirty="0" err="1">
                <a:ea typeface="ＭＳ 明朝" panose="02020609040205080304" pitchFamily="49" charset="-128"/>
              </a:rPr>
              <a:t>XMLHttpRequest</a:t>
            </a:r>
            <a:r>
              <a:rPr lang="en-IE" altLang="en-US" sz="2300" kern="0" dirty="0">
                <a:ea typeface="ＭＳ 明朝" panose="02020609040205080304" pitchFamily="49" charset="-128"/>
              </a:rPr>
              <a:t> object to transfer </a:t>
            </a:r>
            <a:r>
              <a:rPr lang="en-IE" altLang="en-US" sz="2300" b="1" kern="0" dirty="0">
                <a:ea typeface="ＭＳ 明朝" panose="02020609040205080304" pitchFamily="49" charset="-128"/>
              </a:rPr>
              <a:t>data</a:t>
            </a:r>
            <a:r>
              <a:rPr lang="en-IE" altLang="en-US" sz="2300" kern="0" dirty="0">
                <a:ea typeface="ＭＳ 明朝" panose="02020609040205080304" pitchFamily="49" charset="-128"/>
              </a:rPr>
              <a:t> between the client and the server.</a:t>
            </a:r>
          </a:p>
          <a:p>
            <a:endParaRPr lang="en-GB" dirty="0"/>
          </a:p>
        </p:txBody>
      </p:sp>
    </p:spTree>
    <p:extLst>
      <p:ext uri="{BB962C8B-B14F-4D97-AF65-F5344CB8AC3E}">
        <p14:creationId xmlns:p14="http://schemas.microsoft.com/office/powerpoint/2010/main" val="3954986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Defining AJAX</a:t>
            </a: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9</a:t>
            </a:fld>
            <a:endParaRPr lang="en-GB" altLang="en-US"/>
          </a:p>
        </p:txBody>
      </p:sp>
      <p:sp>
        <p:nvSpPr>
          <p:cNvPr id="9" name="Rectangle 3">
            <a:extLst>
              <a:ext uri="{FF2B5EF4-FFF2-40B4-BE49-F238E27FC236}">
                <a16:creationId xmlns:a16="http://schemas.microsoft.com/office/drawing/2014/main" id="{875BCC2C-DC4A-044A-8ED6-B797DF2A23E8}"/>
              </a:ext>
            </a:extLst>
          </p:cNvPr>
          <p:cNvSpPr txBox="1">
            <a:spLocks noChangeArrowheads="1"/>
          </p:cNvSpPr>
          <p:nvPr/>
        </p:nvSpPr>
        <p:spPr bwMode="auto">
          <a:xfrm>
            <a:off x="457200" y="1052513"/>
            <a:ext cx="8147050" cy="507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342900" indent="-342900" eaLnBrk="1" hangingPunct="1">
              <a:spcBef>
                <a:spcPct val="20000"/>
              </a:spcBef>
              <a:buClr>
                <a:srgbClr val="000000"/>
              </a:buClr>
              <a:buSzPct val="100000"/>
              <a:buFont typeface="Times New Roman" panose="02020603050405020304" pitchFamily="18" charset="0"/>
              <a:buNone/>
            </a:pPr>
            <a:endParaRPr lang="en-IE" altLang="en-US">
              <a:solidFill>
                <a:srgbClr val="000000"/>
              </a:solidFill>
              <a:latin typeface="Times New Roman" panose="02020603050405020304" pitchFamily="18" charset="0"/>
            </a:endParaRPr>
          </a:p>
          <a:p>
            <a:pPr marL="342900" indent="-342900" eaLnBrk="1" hangingPunct="1">
              <a:spcBef>
                <a:spcPct val="20000"/>
              </a:spcBef>
              <a:buClr>
                <a:srgbClr val="000000"/>
              </a:buClr>
              <a:buSzPct val="100000"/>
              <a:buFont typeface="Times New Roman" panose="02020603050405020304" pitchFamily="18" charset="0"/>
              <a:buChar char="•"/>
            </a:pPr>
            <a:endParaRPr lang="en-IE" altLang="en-US">
              <a:solidFill>
                <a:srgbClr val="000000"/>
              </a:solidFill>
              <a:latin typeface="ＭＳ 明朝" panose="02020609040205080304" pitchFamily="49" charset="-128"/>
              <a:ea typeface="ＭＳ 明朝" panose="02020609040205080304" pitchFamily="49" charset="-128"/>
            </a:endParaRPr>
          </a:p>
        </p:txBody>
      </p:sp>
      <p:sp>
        <p:nvSpPr>
          <p:cNvPr id="10" name="Text Box 16">
            <a:extLst>
              <a:ext uri="{FF2B5EF4-FFF2-40B4-BE49-F238E27FC236}">
                <a16:creationId xmlns:a16="http://schemas.microsoft.com/office/drawing/2014/main" id="{5963B909-4F6D-C245-80FC-AE739DACD516}"/>
              </a:ext>
            </a:extLst>
          </p:cNvPr>
          <p:cNvSpPr txBox="1">
            <a:spLocks noChangeArrowheads="1"/>
          </p:cNvSpPr>
          <p:nvPr/>
        </p:nvSpPr>
        <p:spPr bwMode="auto">
          <a:xfrm>
            <a:off x="296862" y="5373216"/>
            <a:ext cx="8467725"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Bef>
                <a:spcPts val="700"/>
              </a:spcBef>
              <a:buClr>
                <a:srgbClr val="003366"/>
              </a:buClr>
              <a:buSzPct val="75000"/>
              <a:buFont typeface="Wingdings" pitchFamily="2" charset="2"/>
              <a:buChar char=""/>
              <a:defRPr sz="2800">
                <a:solidFill>
                  <a:srgbClr val="003366"/>
                </a:solidFill>
                <a:latin typeface="Arial" panose="020B0604020202020204" pitchFamily="34" charset="0"/>
                <a:ea typeface="MS Gothic" panose="020B0609070205080204" pitchFamily="49" charset="-128"/>
              </a:defRPr>
            </a:lvl1pPr>
            <a:lvl2pPr marL="742950" indent="-285750">
              <a:lnSpc>
                <a:spcPct val="93000"/>
              </a:lnSpc>
              <a:spcBef>
                <a:spcPts val="600"/>
              </a:spcBef>
              <a:buClr>
                <a:srgbClr val="003366"/>
              </a:buClr>
              <a:buSzPct val="75000"/>
              <a:buFont typeface="Arial" panose="020B0604020202020204" pitchFamily="34" charset="0"/>
              <a:buChar char="–"/>
              <a:defRPr sz="2400">
                <a:solidFill>
                  <a:srgbClr val="003366"/>
                </a:solidFill>
                <a:latin typeface="Arial" panose="020B0604020202020204" pitchFamily="34" charset="0"/>
                <a:ea typeface="MS Gothic" panose="020B0609070205080204" pitchFamily="49" charset="-128"/>
              </a:defRPr>
            </a:lvl2pPr>
            <a:lvl3pPr marL="1143000" indent="-228600">
              <a:lnSpc>
                <a:spcPct val="93000"/>
              </a:lnSpc>
              <a:spcBef>
                <a:spcPts val="500"/>
              </a:spcBef>
              <a:buClr>
                <a:srgbClr val="003366"/>
              </a:buClr>
              <a:buSzPct val="75000"/>
              <a:buFont typeface="Wingdings" pitchFamily="2" charset="2"/>
              <a:buChar char=""/>
              <a:defRPr sz="2000">
                <a:solidFill>
                  <a:srgbClr val="003366"/>
                </a:solidFill>
                <a:latin typeface="Arial" panose="020B0604020202020204" pitchFamily="34" charset="0"/>
                <a:ea typeface="MS Gothic" panose="020B0609070205080204" pitchFamily="49" charset="-128"/>
              </a:defRPr>
            </a:lvl3pPr>
            <a:lvl4pPr marL="1600200" indent="-228600">
              <a:lnSpc>
                <a:spcPct val="93000"/>
              </a:lnSpc>
              <a:spcBef>
                <a:spcPts val="450"/>
              </a:spcBef>
              <a:buClr>
                <a:srgbClr val="003366"/>
              </a:buClr>
              <a:buSzPct val="80000"/>
              <a:buFont typeface="Arial" panose="020B0604020202020204" pitchFamily="34" charset="0"/>
              <a:buChar char="–"/>
              <a:defRPr>
                <a:solidFill>
                  <a:srgbClr val="003366"/>
                </a:solidFill>
                <a:latin typeface="Arial" panose="020B0604020202020204" pitchFamily="34" charset="0"/>
                <a:ea typeface="MS Gothic" panose="020B0609070205080204" pitchFamily="49" charset="-128"/>
              </a:defRPr>
            </a:lvl4pPr>
            <a:lvl5pPr marL="2057400" indent="-228600">
              <a:lnSpc>
                <a:spcPct val="93000"/>
              </a:lnSpc>
              <a:spcBef>
                <a:spcPts val="450"/>
              </a:spcBef>
              <a:buClr>
                <a:srgbClr val="003366"/>
              </a:buClr>
              <a:buSzPct val="65000"/>
              <a:buFont typeface="Wingdings" pitchFamily="2" charset="2"/>
              <a:buChar char=""/>
              <a:defRPr>
                <a:solidFill>
                  <a:srgbClr val="003366"/>
                </a:solidFill>
                <a:latin typeface="Arial" panose="020B0604020202020204" pitchFamily="34" charset="0"/>
                <a:ea typeface="MS Gothic" panose="020B0609070205080204" pitchFamily="49" charset="-128"/>
              </a:defRPr>
            </a:lvl5pPr>
            <a:lvl6pPr marL="2514600" indent="-228600" defTabSz="449263" eaLnBrk="0" fontAlgn="base" hangingPunct="0">
              <a:lnSpc>
                <a:spcPct val="93000"/>
              </a:lnSpc>
              <a:spcBef>
                <a:spcPts val="450"/>
              </a:spcBef>
              <a:spcAft>
                <a:spcPct val="0"/>
              </a:spcAft>
              <a:buClr>
                <a:srgbClr val="003366"/>
              </a:buClr>
              <a:buSzPct val="65000"/>
              <a:buFont typeface="Wingdings" pitchFamily="2" charset="2"/>
              <a:buChar char=""/>
              <a:defRPr>
                <a:solidFill>
                  <a:srgbClr val="003366"/>
                </a:solidFill>
                <a:latin typeface="Arial" panose="020B0604020202020204" pitchFamily="34" charset="0"/>
                <a:ea typeface="MS Gothic" panose="020B0609070205080204" pitchFamily="49" charset="-128"/>
              </a:defRPr>
            </a:lvl6pPr>
            <a:lvl7pPr marL="2971800" indent="-228600" defTabSz="449263" eaLnBrk="0" fontAlgn="base" hangingPunct="0">
              <a:lnSpc>
                <a:spcPct val="93000"/>
              </a:lnSpc>
              <a:spcBef>
                <a:spcPts val="450"/>
              </a:spcBef>
              <a:spcAft>
                <a:spcPct val="0"/>
              </a:spcAft>
              <a:buClr>
                <a:srgbClr val="003366"/>
              </a:buClr>
              <a:buSzPct val="65000"/>
              <a:buFont typeface="Wingdings" pitchFamily="2" charset="2"/>
              <a:buChar char=""/>
              <a:defRPr>
                <a:solidFill>
                  <a:srgbClr val="003366"/>
                </a:solidFill>
                <a:latin typeface="Arial" panose="020B0604020202020204" pitchFamily="34" charset="0"/>
                <a:ea typeface="MS Gothic" panose="020B0609070205080204" pitchFamily="49" charset="-128"/>
              </a:defRPr>
            </a:lvl7pPr>
            <a:lvl8pPr marL="3429000" indent="-228600" defTabSz="449263" eaLnBrk="0" fontAlgn="base" hangingPunct="0">
              <a:lnSpc>
                <a:spcPct val="93000"/>
              </a:lnSpc>
              <a:spcBef>
                <a:spcPts val="450"/>
              </a:spcBef>
              <a:spcAft>
                <a:spcPct val="0"/>
              </a:spcAft>
              <a:buClr>
                <a:srgbClr val="003366"/>
              </a:buClr>
              <a:buSzPct val="65000"/>
              <a:buFont typeface="Wingdings" pitchFamily="2" charset="2"/>
              <a:buChar char=""/>
              <a:defRPr>
                <a:solidFill>
                  <a:srgbClr val="003366"/>
                </a:solidFill>
                <a:latin typeface="Arial" panose="020B0604020202020204" pitchFamily="34" charset="0"/>
                <a:ea typeface="MS Gothic" panose="020B0609070205080204" pitchFamily="49" charset="-128"/>
              </a:defRPr>
            </a:lvl8pPr>
            <a:lvl9pPr marL="3886200" indent="-228600" defTabSz="449263" eaLnBrk="0" fontAlgn="base" hangingPunct="0">
              <a:lnSpc>
                <a:spcPct val="93000"/>
              </a:lnSpc>
              <a:spcBef>
                <a:spcPts val="450"/>
              </a:spcBef>
              <a:spcAft>
                <a:spcPct val="0"/>
              </a:spcAft>
              <a:buClr>
                <a:srgbClr val="003366"/>
              </a:buClr>
              <a:buSzPct val="65000"/>
              <a:buFont typeface="Wingdings" pitchFamily="2" charset="2"/>
              <a:buChar char=""/>
              <a:defRPr>
                <a:solidFill>
                  <a:srgbClr val="003366"/>
                </a:solidFill>
                <a:latin typeface="Arial" panose="020B0604020202020204" pitchFamily="34" charset="0"/>
                <a:ea typeface="MS Gothic" panose="020B0609070205080204" pitchFamily="49" charset="-128"/>
              </a:defRPr>
            </a:lvl9pPr>
          </a:lstStyle>
          <a:p>
            <a:pPr algn="ctr" eaLnBrk="1" hangingPunct="1">
              <a:spcBef>
                <a:spcPct val="0"/>
              </a:spcBef>
              <a:buSzPct val="100000"/>
              <a:buFont typeface="Arial" panose="020B0604020202020204" pitchFamily="34" charset="0"/>
              <a:buNone/>
            </a:pPr>
            <a:r>
              <a:rPr lang="en-IE" altLang="en-US" sz="2400" dirty="0">
                <a:solidFill>
                  <a:schemeClr val="tx1"/>
                </a:solidFill>
              </a:rPr>
              <a:t>Traditional Web site: Client machine sends request to server.</a:t>
            </a:r>
          </a:p>
          <a:p>
            <a:pPr algn="ctr" eaLnBrk="1" hangingPunct="1">
              <a:spcBef>
                <a:spcPct val="0"/>
              </a:spcBef>
              <a:buSzPct val="100000"/>
              <a:buFont typeface="Arial" panose="020B0604020202020204" pitchFamily="34" charset="0"/>
              <a:buNone/>
            </a:pPr>
            <a:r>
              <a:rPr lang="en-IE" altLang="en-US" sz="2400" dirty="0">
                <a:solidFill>
                  <a:schemeClr val="tx1"/>
                </a:solidFill>
              </a:rPr>
              <a:t>The server sends back an entire </a:t>
            </a:r>
            <a:r>
              <a:rPr lang="en-IE" altLang="en-US" sz="2400" b="1" dirty="0">
                <a:solidFill>
                  <a:srgbClr val="0070C0"/>
                </a:solidFill>
              </a:rPr>
              <a:t>page</a:t>
            </a:r>
            <a:r>
              <a:rPr lang="en-IE" altLang="en-US" sz="2400" dirty="0">
                <a:solidFill>
                  <a:schemeClr val="tx1"/>
                </a:solidFill>
              </a:rPr>
              <a:t>.</a:t>
            </a:r>
          </a:p>
        </p:txBody>
      </p:sp>
      <p:sp>
        <p:nvSpPr>
          <p:cNvPr id="13" name="Line 6">
            <a:extLst>
              <a:ext uri="{FF2B5EF4-FFF2-40B4-BE49-F238E27FC236}">
                <a16:creationId xmlns:a16="http://schemas.microsoft.com/office/drawing/2014/main" id="{02A2EECF-97FA-0A4F-A8CC-9DA88E041613}"/>
              </a:ext>
            </a:extLst>
          </p:cNvPr>
          <p:cNvSpPr>
            <a:spLocks noChangeShapeType="1"/>
          </p:cNvSpPr>
          <p:nvPr/>
        </p:nvSpPr>
        <p:spPr bwMode="auto">
          <a:xfrm>
            <a:off x="2881181" y="2003823"/>
            <a:ext cx="3452023" cy="4339"/>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 name="Line 15">
            <a:extLst>
              <a:ext uri="{FF2B5EF4-FFF2-40B4-BE49-F238E27FC236}">
                <a16:creationId xmlns:a16="http://schemas.microsoft.com/office/drawing/2014/main" id="{0B23367E-2F56-F841-A13F-12D7C6A7924D}"/>
              </a:ext>
            </a:extLst>
          </p:cNvPr>
          <p:cNvSpPr>
            <a:spLocks noChangeShapeType="1"/>
          </p:cNvSpPr>
          <p:nvPr/>
        </p:nvSpPr>
        <p:spPr bwMode="auto">
          <a:xfrm flipH="1" flipV="1">
            <a:off x="2686049" y="4052441"/>
            <a:ext cx="3575717" cy="43283"/>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pic>
        <p:nvPicPr>
          <p:cNvPr id="28" name="Picture 27">
            <a:extLst>
              <a:ext uri="{FF2B5EF4-FFF2-40B4-BE49-F238E27FC236}">
                <a16:creationId xmlns:a16="http://schemas.microsoft.com/office/drawing/2014/main" id="{9BC38950-6771-B347-AECF-AE2CA1946B14}"/>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6551492" y="1030908"/>
            <a:ext cx="1455684" cy="1981200"/>
          </a:xfrm>
          <a:prstGeom prst="rect">
            <a:avLst/>
          </a:prstGeom>
        </p:spPr>
      </p:pic>
      <p:pic>
        <p:nvPicPr>
          <p:cNvPr id="29" name="Picture 28">
            <a:extLst>
              <a:ext uri="{FF2B5EF4-FFF2-40B4-BE49-F238E27FC236}">
                <a16:creationId xmlns:a16="http://schemas.microsoft.com/office/drawing/2014/main" id="{0BA8CC9F-885C-664E-ACBF-992F00BDC7D9}"/>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6572700" y="3248000"/>
            <a:ext cx="1455684" cy="1981200"/>
          </a:xfrm>
          <a:prstGeom prst="rect">
            <a:avLst/>
          </a:prstGeom>
        </p:spPr>
      </p:pic>
      <p:pic>
        <p:nvPicPr>
          <p:cNvPr id="31" name="Graphic 30" descr="Internet">
            <a:extLst>
              <a:ext uri="{FF2B5EF4-FFF2-40B4-BE49-F238E27FC236}">
                <a16:creationId xmlns:a16="http://schemas.microsoft.com/office/drawing/2014/main" id="{43201309-F2AE-F840-AAE9-4A30F8AB15D1}"/>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48367" y="706813"/>
            <a:ext cx="2072476" cy="2072476"/>
          </a:xfrm>
          <a:prstGeom prst="rect">
            <a:avLst/>
          </a:prstGeom>
        </p:spPr>
      </p:pic>
      <p:pic>
        <p:nvPicPr>
          <p:cNvPr id="32" name="Graphic 31" descr="Internet">
            <a:extLst>
              <a:ext uri="{FF2B5EF4-FFF2-40B4-BE49-F238E27FC236}">
                <a16:creationId xmlns:a16="http://schemas.microsoft.com/office/drawing/2014/main" id="{6B20F8E5-DE11-514D-9B73-A8CE46C9BCB2}"/>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33291" y="3051052"/>
            <a:ext cx="2072476" cy="2072476"/>
          </a:xfrm>
          <a:prstGeom prst="rect">
            <a:avLst/>
          </a:prstGeom>
        </p:spPr>
      </p:pic>
      <p:pic>
        <p:nvPicPr>
          <p:cNvPr id="37" name="Graphic 36" descr="Web design">
            <a:extLst>
              <a:ext uri="{FF2B5EF4-FFF2-40B4-BE49-F238E27FC236}">
                <a16:creationId xmlns:a16="http://schemas.microsoft.com/office/drawing/2014/main" id="{D04DC4DF-209F-3648-B55D-09DDD0E726BA}"/>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3802882" y="2391547"/>
            <a:ext cx="1455683" cy="1455683"/>
          </a:xfrm>
          <a:prstGeom prst="rect">
            <a:avLst/>
          </a:prstGeom>
        </p:spPr>
      </p:pic>
      <p:sp>
        <p:nvSpPr>
          <p:cNvPr id="38" name="TextBox 37">
            <a:extLst>
              <a:ext uri="{FF2B5EF4-FFF2-40B4-BE49-F238E27FC236}">
                <a16:creationId xmlns:a16="http://schemas.microsoft.com/office/drawing/2014/main" id="{E3B16D75-82FF-C54B-952A-489A2C788A50}"/>
              </a:ext>
            </a:extLst>
          </p:cNvPr>
          <p:cNvSpPr txBox="1"/>
          <p:nvPr/>
        </p:nvSpPr>
        <p:spPr>
          <a:xfrm>
            <a:off x="3701836" y="3591136"/>
            <a:ext cx="1544141" cy="400110"/>
          </a:xfrm>
          <a:prstGeom prst="rect">
            <a:avLst/>
          </a:prstGeom>
          <a:noFill/>
        </p:spPr>
        <p:txBody>
          <a:bodyPr wrap="none" rtlCol="0">
            <a:spAutoFit/>
          </a:bodyPr>
          <a:lstStyle/>
          <a:p>
            <a:r>
              <a:rPr lang="en-GB" sz="2000" dirty="0">
                <a:solidFill>
                  <a:srgbClr val="0070C0"/>
                </a:solidFill>
              </a:rPr>
              <a:t>HTML Page</a:t>
            </a:r>
          </a:p>
        </p:txBody>
      </p:sp>
    </p:spTree>
    <p:extLst>
      <p:ext uri="{BB962C8B-B14F-4D97-AF65-F5344CB8AC3E}">
        <p14:creationId xmlns:p14="http://schemas.microsoft.com/office/powerpoint/2010/main" val="878264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499"/>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Defining AJAX</a:t>
            </a: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10</a:t>
            </a:fld>
            <a:endParaRPr lang="en-GB" altLang="en-US"/>
          </a:p>
        </p:txBody>
      </p:sp>
      <p:sp>
        <p:nvSpPr>
          <p:cNvPr id="9" name="Rectangle 3">
            <a:extLst>
              <a:ext uri="{FF2B5EF4-FFF2-40B4-BE49-F238E27FC236}">
                <a16:creationId xmlns:a16="http://schemas.microsoft.com/office/drawing/2014/main" id="{875BCC2C-DC4A-044A-8ED6-B797DF2A23E8}"/>
              </a:ext>
            </a:extLst>
          </p:cNvPr>
          <p:cNvSpPr txBox="1">
            <a:spLocks noChangeArrowheads="1"/>
          </p:cNvSpPr>
          <p:nvPr/>
        </p:nvSpPr>
        <p:spPr bwMode="auto">
          <a:xfrm>
            <a:off x="457200" y="1052513"/>
            <a:ext cx="8147050" cy="507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342900" indent="-342900" eaLnBrk="1" hangingPunct="1">
              <a:spcBef>
                <a:spcPct val="20000"/>
              </a:spcBef>
              <a:buClr>
                <a:srgbClr val="000000"/>
              </a:buClr>
              <a:buSzPct val="100000"/>
              <a:buFont typeface="Times New Roman" panose="02020603050405020304" pitchFamily="18" charset="0"/>
              <a:buNone/>
            </a:pPr>
            <a:endParaRPr lang="en-IE" altLang="en-US">
              <a:solidFill>
                <a:srgbClr val="000000"/>
              </a:solidFill>
              <a:latin typeface="Times New Roman" panose="02020603050405020304" pitchFamily="18" charset="0"/>
            </a:endParaRPr>
          </a:p>
          <a:p>
            <a:pPr marL="342900" indent="-342900" eaLnBrk="1" hangingPunct="1">
              <a:spcBef>
                <a:spcPct val="20000"/>
              </a:spcBef>
              <a:buClr>
                <a:srgbClr val="000000"/>
              </a:buClr>
              <a:buSzPct val="100000"/>
              <a:buFont typeface="Times New Roman" panose="02020603050405020304" pitchFamily="18" charset="0"/>
              <a:buChar char="•"/>
            </a:pPr>
            <a:endParaRPr lang="en-IE" altLang="en-US">
              <a:solidFill>
                <a:srgbClr val="000000"/>
              </a:solidFill>
              <a:latin typeface="ＭＳ 明朝" panose="02020609040205080304" pitchFamily="49" charset="-128"/>
              <a:ea typeface="ＭＳ 明朝" panose="02020609040205080304" pitchFamily="49" charset="-128"/>
            </a:endParaRPr>
          </a:p>
        </p:txBody>
      </p:sp>
      <p:sp>
        <p:nvSpPr>
          <p:cNvPr id="13" name="Line 6">
            <a:extLst>
              <a:ext uri="{FF2B5EF4-FFF2-40B4-BE49-F238E27FC236}">
                <a16:creationId xmlns:a16="http://schemas.microsoft.com/office/drawing/2014/main" id="{02A2EECF-97FA-0A4F-A8CC-9DA88E041613}"/>
              </a:ext>
            </a:extLst>
          </p:cNvPr>
          <p:cNvSpPr>
            <a:spLocks noChangeShapeType="1"/>
          </p:cNvSpPr>
          <p:nvPr/>
        </p:nvSpPr>
        <p:spPr bwMode="auto">
          <a:xfrm>
            <a:off x="3093117" y="2008162"/>
            <a:ext cx="3240087" cy="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 name="Line 15">
            <a:extLst>
              <a:ext uri="{FF2B5EF4-FFF2-40B4-BE49-F238E27FC236}">
                <a16:creationId xmlns:a16="http://schemas.microsoft.com/office/drawing/2014/main" id="{0B23367E-2F56-F841-A13F-12D7C6A7924D}"/>
              </a:ext>
            </a:extLst>
          </p:cNvPr>
          <p:cNvSpPr>
            <a:spLocks noChangeShapeType="1"/>
          </p:cNvSpPr>
          <p:nvPr/>
        </p:nvSpPr>
        <p:spPr bwMode="auto">
          <a:xfrm flipH="1">
            <a:off x="3093117" y="3582962"/>
            <a:ext cx="3240088" cy="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pic>
        <p:nvPicPr>
          <p:cNvPr id="28" name="Picture 27">
            <a:extLst>
              <a:ext uri="{FF2B5EF4-FFF2-40B4-BE49-F238E27FC236}">
                <a16:creationId xmlns:a16="http://schemas.microsoft.com/office/drawing/2014/main" id="{9BC38950-6771-B347-AECF-AE2CA1946B14}"/>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6734236" y="1793810"/>
            <a:ext cx="1455684" cy="1981200"/>
          </a:xfrm>
          <a:prstGeom prst="rect">
            <a:avLst/>
          </a:prstGeom>
        </p:spPr>
      </p:pic>
      <p:pic>
        <p:nvPicPr>
          <p:cNvPr id="32" name="Graphic 31" descr="Internet">
            <a:extLst>
              <a:ext uri="{FF2B5EF4-FFF2-40B4-BE49-F238E27FC236}">
                <a16:creationId xmlns:a16="http://schemas.microsoft.com/office/drawing/2014/main" id="{6B20F8E5-DE11-514D-9B73-A8CE46C9BCB2}"/>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72852" y="1691109"/>
            <a:ext cx="2333030" cy="2333030"/>
          </a:xfrm>
          <a:prstGeom prst="rect">
            <a:avLst/>
          </a:prstGeom>
        </p:spPr>
      </p:pic>
      <p:pic>
        <p:nvPicPr>
          <p:cNvPr id="34" name="Graphic 33" descr="Document">
            <a:extLst>
              <a:ext uri="{FF2B5EF4-FFF2-40B4-BE49-F238E27FC236}">
                <a16:creationId xmlns:a16="http://schemas.microsoft.com/office/drawing/2014/main" id="{3526C853-F406-2444-8CCA-F51665651B37}"/>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3974875" y="2085899"/>
            <a:ext cx="1111697" cy="1111697"/>
          </a:xfrm>
          <a:prstGeom prst="rect">
            <a:avLst/>
          </a:prstGeom>
        </p:spPr>
      </p:pic>
      <p:sp>
        <p:nvSpPr>
          <p:cNvPr id="18" name="TextBox 17">
            <a:extLst>
              <a:ext uri="{FF2B5EF4-FFF2-40B4-BE49-F238E27FC236}">
                <a16:creationId xmlns:a16="http://schemas.microsoft.com/office/drawing/2014/main" id="{3495FED7-DCB1-7440-874D-D31066DD5E67}"/>
              </a:ext>
            </a:extLst>
          </p:cNvPr>
          <p:cNvSpPr txBox="1"/>
          <p:nvPr/>
        </p:nvSpPr>
        <p:spPr>
          <a:xfrm>
            <a:off x="4167482" y="3157185"/>
            <a:ext cx="726481" cy="400110"/>
          </a:xfrm>
          <a:prstGeom prst="rect">
            <a:avLst/>
          </a:prstGeom>
          <a:noFill/>
        </p:spPr>
        <p:txBody>
          <a:bodyPr wrap="none" rtlCol="0">
            <a:spAutoFit/>
          </a:bodyPr>
          <a:lstStyle/>
          <a:p>
            <a:r>
              <a:rPr lang="en-GB" sz="2000" dirty="0">
                <a:solidFill>
                  <a:srgbClr val="0070C0"/>
                </a:solidFill>
              </a:rPr>
              <a:t>Data</a:t>
            </a:r>
          </a:p>
        </p:txBody>
      </p:sp>
      <p:sp>
        <p:nvSpPr>
          <p:cNvPr id="19" name="Text Box 14">
            <a:extLst>
              <a:ext uri="{FF2B5EF4-FFF2-40B4-BE49-F238E27FC236}">
                <a16:creationId xmlns:a16="http://schemas.microsoft.com/office/drawing/2014/main" id="{43F3FACB-C8C3-D744-8F64-9B632507D5EF}"/>
              </a:ext>
            </a:extLst>
          </p:cNvPr>
          <p:cNvSpPr txBox="1">
            <a:spLocks noChangeArrowheads="1"/>
          </p:cNvSpPr>
          <p:nvPr/>
        </p:nvSpPr>
        <p:spPr bwMode="auto">
          <a:xfrm>
            <a:off x="628650" y="4777953"/>
            <a:ext cx="7624763" cy="7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Bef>
                <a:spcPts val="700"/>
              </a:spcBef>
              <a:buClr>
                <a:srgbClr val="003366"/>
              </a:buClr>
              <a:buSzPct val="75000"/>
              <a:buFont typeface="Wingdings" pitchFamily="2" charset="2"/>
              <a:buChar char=""/>
              <a:defRPr sz="2800">
                <a:solidFill>
                  <a:srgbClr val="003366"/>
                </a:solidFill>
                <a:latin typeface="Arial" panose="020B0604020202020204" pitchFamily="34" charset="0"/>
                <a:ea typeface="MS Gothic" panose="020B0609070205080204" pitchFamily="49" charset="-128"/>
              </a:defRPr>
            </a:lvl1pPr>
            <a:lvl2pPr marL="742950" indent="-285750">
              <a:lnSpc>
                <a:spcPct val="93000"/>
              </a:lnSpc>
              <a:spcBef>
                <a:spcPts val="600"/>
              </a:spcBef>
              <a:buClr>
                <a:srgbClr val="003366"/>
              </a:buClr>
              <a:buSzPct val="75000"/>
              <a:buFont typeface="Arial" panose="020B0604020202020204" pitchFamily="34" charset="0"/>
              <a:buChar char="–"/>
              <a:defRPr sz="2400">
                <a:solidFill>
                  <a:srgbClr val="003366"/>
                </a:solidFill>
                <a:latin typeface="Arial" panose="020B0604020202020204" pitchFamily="34" charset="0"/>
                <a:ea typeface="MS Gothic" panose="020B0609070205080204" pitchFamily="49" charset="-128"/>
              </a:defRPr>
            </a:lvl2pPr>
            <a:lvl3pPr marL="1143000" indent="-228600">
              <a:lnSpc>
                <a:spcPct val="93000"/>
              </a:lnSpc>
              <a:spcBef>
                <a:spcPts val="500"/>
              </a:spcBef>
              <a:buClr>
                <a:srgbClr val="003366"/>
              </a:buClr>
              <a:buSzPct val="75000"/>
              <a:buFont typeface="Wingdings" pitchFamily="2" charset="2"/>
              <a:buChar char=""/>
              <a:defRPr sz="2000">
                <a:solidFill>
                  <a:srgbClr val="003366"/>
                </a:solidFill>
                <a:latin typeface="Arial" panose="020B0604020202020204" pitchFamily="34" charset="0"/>
                <a:ea typeface="MS Gothic" panose="020B0609070205080204" pitchFamily="49" charset="-128"/>
              </a:defRPr>
            </a:lvl3pPr>
            <a:lvl4pPr marL="1600200" indent="-228600">
              <a:lnSpc>
                <a:spcPct val="93000"/>
              </a:lnSpc>
              <a:spcBef>
                <a:spcPts val="450"/>
              </a:spcBef>
              <a:buClr>
                <a:srgbClr val="003366"/>
              </a:buClr>
              <a:buSzPct val="80000"/>
              <a:buFont typeface="Arial" panose="020B0604020202020204" pitchFamily="34" charset="0"/>
              <a:buChar char="–"/>
              <a:defRPr>
                <a:solidFill>
                  <a:srgbClr val="003366"/>
                </a:solidFill>
                <a:latin typeface="Arial" panose="020B0604020202020204" pitchFamily="34" charset="0"/>
                <a:ea typeface="MS Gothic" panose="020B0609070205080204" pitchFamily="49" charset="-128"/>
              </a:defRPr>
            </a:lvl4pPr>
            <a:lvl5pPr marL="2057400" indent="-228600">
              <a:lnSpc>
                <a:spcPct val="93000"/>
              </a:lnSpc>
              <a:spcBef>
                <a:spcPts val="450"/>
              </a:spcBef>
              <a:buClr>
                <a:srgbClr val="003366"/>
              </a:buClr>
              <a:buSzPct val="65000"/>
              <a:buFont typeface="Wingdings" pitchFamily="2" charset="2"/>
              <a:buChar char=""/>
              <a:defRPr>
                <a:solidFill>
                  <a:srgbClr val="003366"/>
                </a:solidFill>
                <a:latin typeface="Arial" panose="020B0604020202020204" pitchFamily="34" charset="0"/>
                <a:ea typeface="MS Gothic" panose="020B0609070205080204" pitchFamily="49" charset="-128"/>
              </a:defRPr>
            </a:lvl5pPr>
            <a:lvl6pPr marL="2514600" indent="-228600" defTabSz="449263" eaLnBrk="0" fontAlgn="base" hangingPunct="0">
              <a:lnSpc>
                <a:spcPct val="93000"/>
              </a:lnSpc>
              <a:spcBef>
                <a:spcPts val="450"/>
              </a:spcBef>
              <a:spcAft>
                <a:spcPct val="0"/>
              </a:spcAft>
              <a:buClr>
                <a:srgbClr val="003366"/>
              </a:buClr>
              <a:buSzPct val="65000"/>
              <a:buFont typeface="Wingdings" pitchFamily="2" charset="2"/>
              <a:buChar char=""/>
              <a:defRPr>
                <a:solidFill>
                  <a:srgbClr val="003366"/>
                </a:solidFill>
                <a:latin typeface="Arial" panose="020B0604020202020204" pitchFamily="34" charset="0"/>
                <a:ea typeface="MS Gothic" panose="020B0609070205080204" pitchFamily="49" charset="-128"/>
              </a:defRPr>
            </a:lvl6pPr>
            <a:lvl7pPr marL="2971800" indent="-228600" defTabSz="449263" eaLnBrk="0" fontAlgn="base" hangingPunct="0">
              <a:lnSpc>
                <a:spcPct val="93000"/>
              </a:lnSpc>
              <a:spcBef>
                <a:spcPts val="450"/>
              </a:spcBef>
              <a:spcAft>
                <a:spcPct val="0"/>
              </a:spcAft>
              <a:buClr>
                <a:srgbClr val="003366"/>
              </a:buClr>
              <a:buSzPct val="65000"/>
              <a:buFont typeface="Wingdings" pitchFamily="2" charset="2"/>
              <a:buChar char=""/>
              <a:defRPr>
                <a:solidFill>
                  <a:srgbClr val="003366"/>
                </a:solidFill>
                <a:latin typeface="Arial" panose="020B0604020202020204" pitchFamily="34" charset="0"/>
                <a:ea typeface="MS Gothic" panose="020B0609070205080204" pitchFamily="49" charset="-128"/>
              </a:defRPr>
            </a:lvl7pPr>
            <a:lvl8pPr marL="3429000" indent="-228600" defTabSz="449263" eaLnBrk="0" fontAlgn="base" hangingPunct="0">
              <a:lnSpc>
                <a:spcPct val="93000"/>
              </a:lnSpc>
              <a:spcBef>
                <a:spcPts val="450"/>
              </a:spcBef>
              <a:spcAft>
                <a:spcPct val="0"/>
              </a:spcAft>
              <a:buClr>
                <a:srgbClr val="003366"/>
              </a:buClr>
              <a:buSzPct val="65000"/>
              <a:buFont typeface="Wingdings" pitchFamily="2" charset="2"/>
              <a:buChar char=""/>
              <a:defRPr>
                <a:solidFill>
                  <a:srgbClr val="003366"/>
                </a:solidFill>
                <a:latin typeface="Arial" panose="020B0604020202020204" pitchFamily="34" charset="0"/>
                <a:ea typeface="MS Gothic" panose="020B0609070205080204" pitchFamily="49" charset="-128"/>
              </a:defRPr>
            </a:lvl8pPr>
            <a:lvl9pPr marL="3886200" indent="-228600" defTabSz="449263" eaLnBrk="0" fontAlgn="base" hangingPunct="0">
              <a:lnSpc>
                <a:spcPct val="93000"/>
              </a:lnSpc>
              <a:spcBef>
                <a:spcPts val="450"/>
              </a:spcBef>
              <a:spcAft>
                <a:spcPct val="0"/>
              </a:spcAft>
              <a:buClr>
                <a:srgbClr val="003366"/>
              </a:buClr>
              <a:buSzPct val="65000"/>
              <a:buFont typeface="Wingdings" pitchFamily="2" charset="2"/>
              <a:buChar char=""/>
              <a:defRPr>
                <a:solidFill>
                  <a:srgbClr val="003366"/>
                </a:solidFill>
                <a:latin typeface="Arial" panose="020B0604020202020204" pitchFamily="34" charset="0"/>
                <a:ea typeface="MS Gothic" panose="020B0609070205080204" pitchFamily="49" charset="-128"/>
              </a:defRPr>
            </a:lvl9pPr>
          </a:lstStyle>
          <a:p>
            <a:pPr algn="ctr" eaLnBrk="1" hangingPunct="1">
              <a:spcBef>
                <a:spcPct val="0"/>
              </a:spcBef>
              <a:buSzPct val="100000"/>
              <a:buFont typeface="Arial" panose="020B0604020202020204" pitchFamily="34" charset="0"/>
              <a:buNone/>
            </a:pPr>
            <a:r>
              <a:rPr lang="en-IE" altLang="en-US" sz="2400" dirty="0">
                <a:solidFill>
                  <a:schemeClr val="tx1"/>
                </a:solidFill>
              </a:rPr>
              <a:t>Ajax model: </a:t>
            </a:r>
            <a:r>
              <a:rPr lang="en-IE" altLang="en-US" sz="2400" b="1" dirty="0">
                <a:solidFill>
                  <a:srgbClr val="0070C0"/>
                </a:solidFill>
              </a:rPr>
              <a:t>data</a:t>
            </a:r>
            <a:r>
              <a:rPr lang="en-IE" altLang="en-US" sz="2400" dirty="0">
                <a:solidFill>
                  <a:schemeClr val="tx1"/>
                </a:solidFill>
              </a:rPr>
              <a:t> is transferred between the client and </a:t>
            </a:r>
          </a:p>
          <a:p>
            <a:pPr algn="ctr" eaLnBrk="1" hangingPunct="1">
              <a:spcBef>
                <a:spcPct val="0"/>
              </a:spcBef>
              <a:buSzPct val="100000"/>
              <a:buFont typeface="Arial" panose="020B0604020202020204" pitchFamily="34" charset="0"/>
              <a:buNone/>
            </a:pPr>
            <a:r>
              <a:rPr lang="en-IE" altLang="en-US" sz="2400" dirty="0">
                <a:solidFill>
                  <a:schemeClr val="tx1"/>
                </a:solidFill>
              </a:rPr>
              <a:t>Server. The server no longer has to send entire pages.</a:t>
            </a:r>
          </a:p>
        </p:txBody>
      </p:sp>
    </p:spTree>
    <p:extLst>
      <p:ext uri="{BB962C8B-B14F-4D97-AF65-F5344CB8AC3E}">
        <p14:creationId xmlns:p14="http://schemas.microsoft.com/office/powerpoint/2010/main" val="2109092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499"/>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Defining AJAX</a:t>
            </a: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11</a:t>
            </a:fld>
            <a:endParaRPr lang="en-GB" altLang="en-US"/>
          </a:p>
        </p:txBody>
      </p:sp>
      <p:pic>
        <p:nvPicPr>
          <p:cNvPr id="15" name="Picture 2">
            <a:extLst>
              <a:ext uri="{FF2B5EF4-FFF2-40B4-BE49-F238E27FC236}">
                <a16:creationId xmlns:a16="http://schemas.microsoft.com/office/drawing/2014/main" id="{7C6C32D0-CEE7-EB42-846C-59E724D986AA}"/>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34677" y="1060276"/>
            <a:ext cx="29718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2">
            <a:extLst>
              <a:ext uri="{FF2B5EF4-FFF2-40B4-BE49-F238E27FC236}">
                <a16:creationId xmlns:a16="http://schemas.microsoft.com/office/drawing/2014/main" id="{773B2689-6212-BD4E-897A-96CF317BE18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966517" y="2355676"/>
            <a:ext cx="990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
            <a:extLst>
              <a:ext uri="{FF2B5EF4-FFF2-40B4-BE49-F238E27FC236}">
                <a16:creationId xmlns:a16="http://schemas.microsoft.com/office/drawing/2014/main" id="{6F174CD4-83D8-5348-BB96-C535D5B2375E}"/>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695950" y="1121482"/>
            <a:ext cx="28194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2">
            <a:extLst>
              <a:ext uri="{FF2B5EF4-FFF2-40B4-BE49-F238E27FC236}">
                <a16:creationId xmlns:a16="http://schemas.microsoft.com/office/drawing/2014/main" id="{8B26EC39-A2E1-A642-AA7B-701C1C192C06}"/>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2861617" y="4100164"/>
            <a:ext cx="32004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1" name="Straight Arrow Connector 6">
            <a:extLst>
              <a:ext uri="{FF2B5EF4-FFF2-40B4-BE49-F238E27FC236}">
                <a16:creationId xmlns:a16="http://schemas.microsoft.com/office/drawing/2014/main" id="{24C2645B-16FF-DB41-9C29-82CBAD0B29A8}"/>
              </a:ext>
            </a:extLst>
          </p:cNvPr>
          <p:cNvCxnSpPr>
            <a:cxnSpLocks noChangeShapeType="1"/>
            <a:endCxn id="16" idx="1"/>
          </p:cNvCxnSpPr>
          <p:nvPr/>
        </p:nvCxnSpPr>
        <p:spPr bwMode="auto">
          <a:xfrm>
            <a:off x="3280717" y="2584276"/>
            <a:ext cx="685800" cy="342900"/>
          </a:xfrm>
          <a:prstGeom prst="straightConnector1">
            <a:avLst/>
          </a:prstGeom>
          <a:ln>
            <a:headEnd type="none" w="med" len="med"/>
            <a:tailEnd type="triangle" w="lg" len="lg"/>
          </a:ln>
          <a:extLst>
            <a:ext uri="{909E8E84-426E-40DD-AFC4-6F175D3DCCD1}">
              <a14:hiddenFill xmlns:a14="http://schemas.microsoft.com/office/drawing/2010/main">
                <a:noFill/>
              </a14:hiddenFill>
            </a:ext>
          </a:extLst>
        </p:spPr>
        <p:style>
          <a:lnRef idx="3">
            <a:schemeClr val="accent5"/>
          </a:lnRef>
          <a:fillRef idx="0">
            <a:schemeClr val="accent5"/>
          </a:fillRef>
          <a:effectRef idx="2">
            <a:schemeClr val="accent5"/>
          </a:effectRef>
          <a:fontRef idx="minor">
            <a:schemeClr val="tx1"/>
          </a:fontRef>
        </p:style>
      </p:cxnSp>
      <p:cxnSp>
        <p:nvCxnSpPr>
          <p:cNvPr id="23" name="Straight Arrow Connector 7">
            <a:extLst>
              <a:ext uri="{FF2B5EF4-FFF2-40B4-BE49-F238E27FC236}">
                <a16:creationId xmlns:a16="http://schemas.microsoft.com/office/drawing/2014/main" id="{9F742A5D-7FD0-464E-8137-69476CA37E51}"/>
              </a:ext>
            </a:extLst>
          </p:cNvPr>
          <p:cNvCxnSpPr>
            <a:cxnSpLocks noChangeShapeType="1"/>
          </p:cNvCxnSpPr>
          <p:nvPr/>
        </p:nvCxnSpPr>
        <p:spPr bwMode="auto">
          <a:xfrm rot="5400000" flipH="1" flipV="1">
            <a:off x="4385617" y="3689176"/>
            <a:ext cx="533400" cy="152400"/>
          </a:xfrm>
          <a:prstGeom prst="straightConnector1">
            <a:avLst/>
          </a:prstGeom>
          <a:ln>
            <a:headEnd type="none" w="med" len="med"/>
            <a:tailEnd type="triangle" w="lg" len="lg"/>
          </a:ln>
          <a:extLst>
            <a:ext uri="{909E8E84-426E-40DD-AFC4-6F175D3DCCD1}">
              <a14:hiddenFill xmlns:a14="http://schemas.microsoft.com/office/drawing/2010/main">
                <a:noFill/>
              </a14:hiddenFill>
            </a:ext>
          </a:extLst>
        </p:spPr>
        <p:style>
          <a:lnRef idx="3">
            <a:schemeClr val="accent5"/>
          </a:lnRef>
          <a:fillRef idx="0">
            <a:schemeClr val="accent5"/>
          </a:fillRef>
          <a:effectRef idx="2">
            <a:schemeClr val="accent5"/>
          </a:effectRef>
          <a:fontRef idx="minor">
            <a:schemeClr val="tx1"/>
          </a:fontRef>
        </p:style>
      </p:cxnSp>
      <p:cxnSp>
        <p:nvCxnSpPr>
          <p:cNvPr id="24" name="Straight Arrow Connector 8">
            <a:extLst>
              <a:ext uri="{FF2B5EF4-FFF2-40B4-BE49-F238E27FC236}">
                <a16:creationId xmlns:a16="http://schemas.microsoft.com/office/drawing/2014/main" id="{50A3D7F5-19FA-E74C-89CD-C097E48F08F7}"/>
              </a:ext>
            </a:extLst>
          </p:cNvPr>
          <p:cNvCxnSpPr>
            <a:cxnSpLocks noChangeShapeType="1"/>
          </p:cNvCxnSpPr>
          <p:nvPr/>
        </p:nvCxnSpPr>
        <p:spPr bwMode="auto">
          <a:xfrm flipV="1">
            <a:off x="4957117" y="2660476"/>
            <a:ext cx="609600" cy="228600"/>
          </a:xfrm>
          <a:prstGeom prst="straightConnector1">
            <a:avLst/>
          </a:prstGeom>
          <a:ln>
            <a:headEnd type="none" w="med" len="med"/>
            <a:tailEnd type="triangle" w="lg" len="lg"/>
          </a:ln>
          <a:extLst>
            <a:ext uri="{909E8E84-426E-40DD-AFC4-6F175D3DCCD1}">
              <a14:hiddenFill xmlns:a14="http://schemas.microsoft.com/office/drawing/2010/main">
                <a:noFill/>
              </a14:hiddenFill>
            </a:ext>
          </a:extLst>
        </p:spPr>
        <p:style>
          <a:lnRef idx="3">
            <a:schemeClr val="accent5"/>
          </a:lnRef>
          <a:fillRef idx="0">
            <a:schemeClr val="accent5"/>
          </a:fillRef>
          <a:effectRef idx="2">
            <a:schemeClr val="accent5"/>
          </a:effectRef>
          <a:fontRef idx="minor">
            <a:schemeClr val="tx1"/>
          </a:fontRef>
        </p:style>
      </p:cxnSp>
      <p:cxnSp>
        <p:nvCxnSpPr>
          <p:cNvPr id="25" name="Straight Arrow Connector 9">
            <a:extLst>
              <a:ext uri="{FF2B5EF4-FFF2-40B4-BE49-F238E27FC236}">
                <a16:creationId xmlns:a16="http://schemas.microsoft.com/office/drawing/2014/main" id="{258F56C4-F109-0F4D-BDAB-F03B75F20230}"/>
              </a:ext>
            </a:extLst>
          </p:cNvPr>
          <p:cNvCxnSpPr>
            <a:cxnSpLocks noChangeShapeType="1"/>
          </p:cNvCxnSpPr>
          <p:nvPr/>
        </p:nvCxnSpPr>
        <p:spPr bwMode="auto">
          <a:xfrm rot="16200000" flipH="1">
            <a:off x="3928417" y="3689176"/>
            <a:ext cx="533400" cy="152400"/>
          </a:xfrm>
          <a:prstGeom prst="straightConnector1">
            <a:avLst/>
          </a:prstGeom>
          <a:ln>
            <a:headEnd type="none" w="med" len="med"/>
            <a:tailEnd type="triangle" w="lg" len="lg"/>
          </a:ln>
          <a:extLst>
            <a:ext uri="{909E8E84-426E-40DD-AFC4-6F175D3DCCD1}">
              <a14:hiddenFill xmlns:a14="http://schemas.microsoft.com/office/drawing/2010/main">
                <a:noFill/>
              </a14:hiddenFill>
            </a:ext>
          </a:extLst>
        </p:spPr>
        <p:style>
          <a:lnRef idx="3">
            <a:schemeClr val="accent5"/>
          </a:lnRef>
          <a:fillRef idx="0">
            <a:schemeClr val="accent5"/>
          </a:fillRef>
          <a:effectRef idx="2">
            <a:schemeClr val="accent5"/>
          </a:effectRef>
          <a:fontRef idx="minor">
            <a:schemeClr val="tx1"/>
          </a:fontRef>
        </p:style>
      </p:cxnSp>
      <p:sp>
        <p:nvSpPr>
          <p:cNvPr id="26" name="TextBox 1">
            <a:extLst>
              <a:ext uri="{FF2B5EF4-FFF2-40B4-BE49-F238E27FC236}">
                <a16:creationId xmlns:a16="http://schemas.microsoft.com/office/drawing/2014/main" id="{C5BBA01A-D6E8-1F48-81AD-097FF27E2036}"/>
              </a:ext>
            </a:extLst>
          </p:cNvPr>
          <p:cNvSpPr txBox="1">
            <a:spLocks noChangeArrowheads="1"/>
          </p:cNvSpPr>
          <p:nvPr/>
        </p:nvSpPr>
        <p:spPr bwMode="auto">
          <a:xfrm>
            <a:off x="5645422" y="4375545"/>
            <a:ext cx="3392488"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Bef>
                <a:spcPts val="700"/>
              </a:spcBef>
              <a:buClr>
                <a:srgbClr val="003366"/>
              </a:buClr>
              <a:buSzPct val="75000"/>
              <a:buFont typeface="Wingdings" pitchFamily="2" charset="2"/>
              <a:buChar char=""/>
              <a:defRPr sz="2800">
                <a:solidFill>
                  <a:srgbClr val="003366"/>
                </a:solidFill>
                <a:latin typeface="Arial" panose="020B0604020202020204" pitchFamily="34" charset="0"/>
                <a:ea typeface="MS Gothic" panose="020B0609070205080204" pitchFamily="49" charset="-128"/>
              </a:defRPr>
            </a:lvl1pPr>
            <a:lvl2pPr marL="742950" indent="-285750">
              <a:lnSpc>
                <a:spcPct val="93000"/>
              </a:lnSpc>
              <a:spcBef>
                <a:spcPts val="600"/>
              </a:spcBef>
              <a:buClr>
                <a:srgbClr val="003366"/>
              </a:buClr>
              <a:buSzPct val="75000"/>
              <a:buFont typeface="Arial" panose="020B0604020202020204" pitchFamily="34" charset="0"/>
              <a:buChar char="–"/>
              <a:defRPr sz="2400">
                <a:solidFill>
                  <a:srgbClr val="003366"/>
                </a:solidFill>
                <a:latin typeface="Arial" panose="020B0604020202020204" pitchFamily="34" charset="0"/>
                <a:ea typeface="MS Gothic" panose="020B0609070205080204" pitchFamily="49" charset="-128"/>
              </a:defRPr>
            </a:lvl2pPr>
            <a:lvl3pPr marL="1143000" indent="-228600">
              <a:lnSpc>
                <a:spcPct val="93000"/>
              </a:lnSpc>
              <a:spcBef>
                <a:spcPts val="500"/>
              </a:spcBef>
              <a:buClr>
                <a:srgbClr val="003366"/>
              </a:buClr>
              <a:buSzPct val="75000"/>
              <a:buFont typeface="Wingdings" pitchFamily="2" charset="2"/>
              <a:buChar char=""/>
              <a:defRPr sz="2000">
                <a:solidFill>
                  <a:srgbClr val="003366"/>
                </a:solidFill>
                <a:latin typeface="Arial" panose="020B0604020202020204" pitchFamily="34" charset="0"/>
                <a:ea typeface="MS Gothic" panose="020B0609070205080204" pitchFamily="49" charset="-128"/>
              </a:defRPr>
            </a:lvl3pPr>
            <a:lvl4pPr marL="1600200" indent="-228600">
              <a:lnSpc>
                <a:spcPct val="93000"/>
              </a:lnSpc>
              <a:spcBef>
                <a:spcPts val="450"/>
              </a:spcBef>
              <a:buClr>
                <a:srgbClr val="003366"/>
              </a:buClr>
              <a:buSzPct val="80000"/>
              <a:buFont typeface="Arial" panose="020B0604020202020204" pitchFamily="34" charset="0"/>
              <a:buChar char="–"/>
              <a:defRPr>
                <a:solidFill>
                  <a:srgbClr val="003366"/>
                </a:solidFill>
                <a:latin typeface="Arial" panose="020B0604020202020204" pitchFamily="34" charset="0"/>
                <a:ea typeface="MS Gothic" panose="020B0609070205080204" pitchFamily="49" charset="-128"/>
              </a:defRPr>
            </a:lvl4pPr>
            <a:lvl5pPr marL="2057400" indent="-228600">
              <a:lnSpc>
                <a:spcPct val="93000"/>
              </a:lnSpc>
              <a:spcBef>
                <a:spcPts val="450"/>
              </a:spcBef>
              <a:buClr>
                <a:srgbClr val="003366"/>
              </a:buClr>
              <a:buSzPct val="65000"/>
              <a:buFont typeface="Wingdings" pitchFamily="2" charset="2"/>
              <a:buChar char=""/>
              <a:defRPr>
                <a:solidFill>
                  <a:srgbClr val="003366"/>
                </a:solidFill>
                <a:latin typeface="Arial" panose="020B0604020202020204" pitchFamily="34" charset="0"/>
                <a:ea typeface="MS Gothic" panose="020B0609070205080204" pitchFamily="49" charset="-128"/>
              </a:defRPr>
            </a:lvl5pPr>
            <a:lvl6pPr marL="2514600" indent="-228600" defTabSz="449263" eaLnBrk="0" fontAlgn="base" hangingPunct="0">
              <a:lnSpc>
                <a:spcPct val="93000"/>
              </a:lnSpc>
              <a:spcBef>
                <a:spcPts val="450"/>
              </a:spcBef>
              <a:spcAft>
                <a:spcPct val="0"/>
              </a:spcAft>
              <a:buClr>
                <a:srgbClr val="003366"/>
              </a:buClr>
              <a:buSzPct val="65000"/>
              <a:buFont typeface="Wingdings" pitchFamily="2" charset="2"/>
              <a:buChar char=""/>
              <a:defRPr>
                <a:solidFill>
                  <a:srgbClr val="003366"/>
                </a:solidFill>
                <a:latin typeface="Arial" panose="020B0604020202020204" pitchFamily="34" charset="0"/>
                <a:ea typeface="MS Gothic" panose="020B0609070205080204" pitchFamily="49" charset="-128"/>
              </a:defRPr>
            </a:lvl6pPr>
            <a:lvl7pPr marL="2971800" indent="-228600" defTabSz="449263" eaLnBrk="0" fontAlgn="base" hangingPunct="0">
              <a:lnSpc>
                <a:spcPct val="93000"/>
              </a:lnSpc>
              <a:spcBef>
                <a:spcPts val="450"/>
              </a:spcBef>
              <a:spcAft>
                <a:spcPct val="0"/>
              </a:spcAft>
              <a:buClr>
                <a:srgbClr val="003366"/>
              </a:buClr>
              <a:buSzPct val="65000"/>
              <a:buFont typeface="Wingdings" pitchFamily="2" charset="2"/>
              <a:buChar char=""/>
              <a:defRPr>
                <a:solidFill>
                  <a:srgbClr val="003366"/>
                </a:solidFill>
                <a:latin typeface="Arial" panose="020B0604020202020204" pitchFamily="34" charset="0"/>
                <a:ea typeface="MS Gothic" panose="020B0609070205080204" pitchFamily="49" charset="-128"/>
              </a:defRPr>
            </a:lvl7pPr>
            <a:lvl8pPr marL="3429000" indent="-228600" defTabSz="449263" eaLnBrk="0" fontAlgn="base" hangingPunct="0">
              <a:lnSpc>
                <a:spcPct val="93000"/>
              </a:lnSpc>
              <a:spcBef>
                <a:spcPts val="450"/>
              </a:spcBef>
              <a:spcAft>
                <a:spcPct val="0"/>
              </a:spcAft>
              <a:buClr>
                <a:srgbClr val="003366"/>
              </a:buClr>
              <a:buSzPct val="65000"/>
              <a:buFont typeface="Wingdings" pitchFamily="2" charset="2"/>
              <a:buChar char=""/>
              <a:defRPr>
                <a:solidFill>
                  <a:srgbClr val="003366"/>
                </a:solidFill>
                <a:latin typeface="Arial" panose="020B0604020202020204" pitchFamily="34" charset="0"/>
                <a:ea typeface="MS Gothic" panose="020B0609070205080204" pitchFamily="49" charset="-128"/>
              </a:defRPr>
            </a:lvl8pPr>
            <a:lvl9pPr marL="3886200" indent="-228600" defTabSz="449263" eaLnBrk="0" fontAlgn="base" hangingPunct="0">
              <a:lnSpc>
                <a:spcPct val="93000"/>
              </a:lnSpc>
              <a:spcBef>
                <a:spcPts val="450"/>
              </a:spcBef>
              <a:spcAft>
                <a:spcPct val="0"/>
              </a:spcAft>
              <a:buClr>
                <a:srgbClr val="003366"/>
              </a:buClr>
              <a:buSzPct val="65000"/>
              <a:buFont typeface="Wingdings" pitchFamily="2" charset="2"/>
              <a:buChar char=""/>
              <a:defRPr>
                <a:solidFill>
                  <a:srgbClr val="003366"/>
                </a:solidFill>
                <a:latin typeface="Arial" panose="020B0604020202020204" pitchFamily="34" charset="0"/>
                <a:ea typeface="MS Gothic" panose="020B0609070205080204" pitchFamily="49" charset="-128"/>
              </a:defRPr>
            </a:lvl9pPr>
          </a:lstStyle>
          <a:p>
            <a:pPr algn="ctr" eaLnBrk="1" hangingPunct="1">
              <a:spcBef>
                <a:spcPct val="0"/>
              </a:spcBef>
              <a:buSzPct val="100000"/>
              <a:buFont typeface="Arial" panose="020B0604020202020204" pitchFamily="34" charset="0"/>
              <a:buNone/>
            </a:pPr>
            <a:r>
              <a:rPr lang="en-IE" altLang="en-US" sz="2400" dirty="0">
                <a:solidFill>
                  <a:srgbClr val="0070C0"/>
                </a:solidFill>
                <a:latin typeface="Times" pitchFamily="2" charset="0"/>
              </a:rPr>
              <a:t>Alternatives to XML are:</a:t>
            </a:r>
          </a:p>
          <a:p>
            <a:pPr algn="ctr" eaLnBrk="1" hangingPunct="1">
              <a:spcBef>
                <a:spcPct val="0"/>
              </a:spcBef>
              <a:buSzPct val="100000"/>
              <a:buFont typeface="Arial" panose="020B0604020202020204" pitchFamily="34" charset="0"/>
              <a:buNone/>
            </a:pPr>
            <a:r>
              <a:rPr lang="en-IE" altLang="en-US" sz="2400" dirty="0">
                <a:solidFill>
                  <a:srgbClr val="0070C0"/>
                </a:solidFill>
                <a:latin typeface="Times" pitchFamily="2" charset="0"/>
              </a:rPr>
              <a:t>JSON and HTML</a:t>
            </a:r>
          </a:p>
        </p:txBody>
      </p:sp>
      <p:cxnSp>
        <p:nvCxnSpPr>
          <p:cNvPr id="27" name="Straight Arrow Connector 8">
            <a:extLst>
              <a:ext uri="{FF2B5EF4-FFF2-40B4-BE49-F238E27FC236}">
                <a16:creationId xmlns:a16="http://schemas.microsoft.com/office/drawing/2014/main" id="{65D0FCB8-2522-3245-9BCB-E9D47E553AAC}"/>
              </a:ext>
            </a:extLst>
          </p:cNvPr>
          <p:cNvCxnSpPr>
            <a:cxnSpLocks noChangeShapeType="1"/>
          </p:cNvCxnSpPr>
          <p:nvPr/>
        </p:nvCxnSpPr>
        <p:spPr bwMode="auto">
          <a:xfrm flipH="1">
            <a:off x="5868145" y="5166964"/>
            <a:ext cx="864095" cy="710308"/>
          </a:xfrm>
          <a:prstGeom prst="straightConnector1">
            <a:avLst/>
          </a:prstGeom>
          <a:ln>
            <a:headEnd type="none" w="med" len="med"/>
            <a:tailEnd type="triangle" w="lg" len="lg"/>
          </a:ln>
          <a:extLst>
            <a:ext uri="{909E8E84-426E-40DD-AFC4-6F175D3DCCD1}">
              <a14:hiddenFill xmlns:a14="http://schemas.microsoft.com/office/drawing/2010/main">
                <a:noFill/>
              </a14:hiddenFill>
            </a:ext>
          </a:extLst>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1715009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3000" fill="hold"/>
                                        <p:tgtEl>
                                          <p:spTgt spid="15"/>
                                        </p:tgtEl>
                                        <p:attrNameLst>
                                          <p:attrName>ppt_w</p:attrName>
                                        </p:attrNameLst>
                                      </p:cBhvr>
                                      <p:tavLst>
                                        <p:tav tm="0">
                                          <p:val>
                                            <p:strVal val="#ppt_w+.3"/>
                                          </p:val>
                                        </p:tav>
                                        <p:tav tm="100000">
                                          <p:val>
                                            <p:strVal val="#ppt_w"/>
                                          </p:val>
                                        </p:tav>
                                      </p:tavLst>
                                    </p:anim>
                                    <p:anim calcmode="lin" valueType="num">
                                      <p:cBhvr>
                                        <p:cTn id="8" dur="3000" fill="hold"/>
                                        <p:tgtEl>
                                          <p:spTgt spid="15"/>
                                        </p:tgtEl>
                                        <p:attrNameLst>
                                          <p:attrName>ppt_h</p:attrName>
                                        </p:attrNameLst>
                                      </p:cBhvr>
                                      <p:tavLst>
                                        <p:tav tm="0">
                                          <p:val>
                                            <p:strVal val="#ppt_h"/>
                                          </p:val>
                                        </p:tav>
                                        <p:tav tm="100000">
                                          <p:val>
                                            <p:strVal val="#ppt_h"/>
                                          </p:val>
                                        </p:tav>
                                      </p:tavLst>
                                    </p:anim>
                                    <p:animEffect transition="in" filter="fade">
                                      <p:cBhvr>
                                        <p:cTn id="9" dur="3000"/>
                                        <p:tgtEl>
                                          <p:spTgt spid="15"/>
                                        </p:tgtEl>
                                      </p:cBhvr>
                                    </p:animEffect>
                                  </p:childTnLst>
                                </p:cTn>
                              </p:par>
                            </p:childTnLst>
                          </p:cTn>
                        </p:par>
                        <p:par>
                          <p:cTn id="10" fill="hold">
                            <p:stCondLst>
                              <p:cond delay="3000"/>
                            </p:stCondLst>
                            <p:childTnLst>
                              <p:par>
                                <p:cTn id="11" presetID="22" presetClass="entr" presetSubtype="8" fill="hold" nodeType="after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wipe(left)">
                                      <p:cBhvr>
                                        <p:cTn id="13" dur="2000"/>
                                        <p:tgtEl>
                                          <p:spTgt spid="21"/>
                                        </p:tgtEl>
                                      </p:cBhvr>
                                    </p:animEffect>
                                  </p:childTnLst>
                                </p:cTn>
                              </p:par>
                            </p:childTnLst>
                          </p:cTn>
                        </p:par>
                        <p:par>
                          <p:cTn id="14" fill="hold">
                            <p:stCondLst>
                              <p:cond delay="5000"/>
                            </p:stCondLst>
                            <p:childTnLst>
                              <p:par>
                                <p:cTn id="15" presetID="50" presetClass="entr" presetSubtype="0" decel="100000" fill="hold" nodeType="after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p:cTn id="17" dur="2000" fill="hold"/>
                                        <p:tgtEl>
                                          <p:spTgt spid="16"/>
                                        </p:tgtEl>
                                        <p:attrNameLst>
                                          <p:attrName>ppt_w</p:attrName>
                                        </p:attrNameLst>
                                      </p:cBhvr>
                                      <p:tavLst>
                                        <p:tav tm="0">
                                          <p:val>
                                            <p:strVal val="#ppt_w+.3"/>
                                          </p:val>
                                        </p:tav>
                                        <p:tav tm="100000">
                                          <p:val>
                                            <p:strVal val="#ppt_w"/>
                                          </p:val>
                                        </p:tav>
                                      </p:tavLst>
                                    </p:anim>
                                    <p:anim calcmode="lin" valueType="num">
                                      <p:cBhvr>
                                        <p:cTn id="18" dur="2000" fill="hold"/>
                                        <p:tgtEl>
                                          <p:spTgt spid="16"/>
                                        </p:tgtEl>
                                        <p:attrNameLst>
                                          <p:attrName>ppt_h</p:attrName>
                                        </p:attrNameLst>
                                      </p:cBhvr>
                                      <p:tavLst>
                                        <p:tav tm="0">
                                          <p:val>
                                            <p:strVal val="#ppt_h"/>
                                          </p:val>
                                        </p:tav>
                                        <p:tav tm="100000">
                                          <p:val>
                                            <p:strVal val="#ppt_h"/>
                                          </p:val>
                                        </p:tav>
                                      </p:tavLst>
                                    </p:anim>
                                    <p:animEffect transition="in" filter="fade">
                                      <p:cBhvr>
                                        <p:cTn id="19" dur="2000"/>
                                        <p:tgtEl>
                                          <p:spTgt spid="16"/>
                                        </p:tgtEl>
                                      </p:cBhvr>
                                    </p:animEffect>
                                  </p:childTnLst>
                                </p:cTn>
                              </p:par>
                            </p:childTnLst>
                          </p:cTn>
                        </p:par>
                        <p:par>
                          <p:cTn id="20" fill="hold">
                            <p:stCondLst>
                              <p:cond delay="7000"/>
                            </p:stCondLst>
                            <p:childTnLst>
                              <p:par>
                                <p:cTn id="21" presetID="22" presetClass="entr" presetSubtype="8" fill="hold" nodeType="after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left)">
                                      <p:cBhvr>
                                        <p:cTn id="23" dur="2000"/>
                                        <p:tgtEl>
                                          <p:spTgt spid="25"/>
                                        </p:tgtEl>
                                      </p:cBhvr>
                                    </p:animEffect>
                                  </p:childTnLst>
                                </p:cTn>
                              </p:par>
                            </p:childTnLst>
                          </p:cTn>
                        </p:par>
                        <p:par>
                          <p:cTn id="24" fill="hold">
                            <p:stCondLst>
                              <p:cond delay="9000"/>
                            </p:stCondLst>
                            <p:childTnLst>
                              <p:par>
                                <p:cTn id="25" presetID="50" presetClass="entr" presetSubtype="0" decel="100000" fill="hold" nodeType="after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p:cTn id="27" dur="2000" fill="hold"/>
                                        <p:tgtEl>
                                          <p:spTgt spid="20"/>
                                        </p:tgtEl>
                                        <p:attrNameLst>
                                          <p:attrName>ppt_w</p:attrName>
                                        </p:attrNameLst>
                                      </p:cBhvr>
                                      <p:tavLst>
                                        <p:tav tm="0">
                                          <p:val>
                                            <p:strVal val="#ppt_w+.3"/>
                                          </p:val>
                                        </p:tav>
                                        <p:tav tm="100000">
                                          <p:val>
                                            <p:strVal val="#ppt_w"/>
                                          </p:val>
                                        </p:tav>
                                      </p:tavLst>
                                    </p:anim>
                                    <p:anim calcmode="lin" valueType="num">
                                      <p:cBhvr>
                                        <p:cTn id="28" dur="2000" fill="hold"/>
                                        <p:tgtEl>
                                          <p:spTgt spid="20"/>
                                        </p:tgtEl>
                                        <p:attrNameLst>
                                          <p:attrName>ppt_h</p:attrName>
                                        </p:attrNameLst>
                                      </p:cBhvr>
                                      <p:tavLst>
                                        <p:tav tm="0">
                                          <p:val>
                                            <p:strVal val="#ppt_h"/>
                                          </p:val>
                                        </p:tav>
                                        <p:tav tm="100000">
                                          <p:val>
                                            <p:strVal val="#ppt_h"/>
                                          </p:val>
                                        </p:tav>
                                      </p:tavLst>
                                    </p:anim>
                                    <p:animEffect transition="in" filter="fade">
                                      <p:cBhvr>
                                        <p:cTn id="29" dur="2000"/>
                                        <p:tgtEl>
                                          <p:spTgt spid="20"/>
                                        </p:tgtEl>
                                      </p:cBhvr>
                                    </p:animEffect>
                                  </p:childTnLst>
                                </p:cTn>
                              </p:par>
                            </p:childTnLst>
                          </p:cTn>
                        </p:par>
                        <p:par>
                          <p:cTn id="30" fill="hold">
                            <p:stCondLst>
                              <p:cond delay="11000"/>
                            </p:stCondLst>
                            <p:childTnLst>
                              <p:par>
                                <p:cTn id="31" presetID="22" presetClass="entr" presetSubtype="4" fill="hold" nodeType="after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wipe(down)">
                                      <p:cBhvr>
                                        <p:cTn id="33" dur="2000"/>
                                        <p:tgtEl>
                                          <p:spTgt spid="23"/>
                                        </p:tgtEl>
                                      </p:cBhvr>
                                    </p:animEffect>
                                  </p:childTnLst>
                                </p:cTn>
                              </p:par>
                            </p:childTnLst>
                          </p:cTn>
                        </p:par>
                        <p:par>
                          <p:cTn id="34" fill="hold">
                            <p:stCondLst>
                              <p:cond delay="13000"/>
                            </p:stCondLst>
                            <p:childTnLst>
                              <p:par>
                                <p:cTn id="35" presetID="22" presetClass="entr" presetSubtype="4" fill="hold" nodeType="after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down)">
                                      <p:cBhvr>
                                        <p:cTn id="37" dur="2000"/>
                                        <p:tgtEl>
                                          <p:spTgt spid="24"/>
                                        </p:tgtEl>
                                      </p:cBhvr>
                                    </p:animEffect>
                                  </p:childTnLst>
                                </p:cTn>
                              </p:par>
                            </p:childTnLst>
                          </p:cTn>
                        </p:par>
                        <p:par>
                          <p:cTn id="38" fill="hold">
                            <p:stCondLst>
                              <p:cond delay="15000"/>
                            </p:stCondLst>
                            <p:childTnLst>
                              <p:par>
                                <p:cTn id="39" presetID="50" presetClass="entr" presetSubtype="0" decel="100000" fill="hold" nodeType="afterEffect">
                                  <p:stCondLst>
                                    <p:cond delay="0"/>
                                  </p:stCondLst>
                                  <p:childTnLst>
                                    <p:set>
                                      <p:cBhvr>
                                        <p:cTn id="40" dur="1" fill="hold">
                                          <p:stCondLst>
                                            <p:cond delay="0"/>
                                          </p:stCondLst>
                                        </p:cTn>
                                        <p:tgtEl>
                                          <p:spTgt spid="17"/>
                                        </p:tgtEl>
                                        <p:attrNameLst>
                                          <p:attrName>style.visibility</p:attrName>
                                        </p:attrNameLst>
                                      </p:cBhvr>
                                      <p:to>
                                        <p:strVal val="visible"/>
                                      </p:to>
                                    </p:set>
                                    <p:anim calcmode="lin" valueType="num">
                                      <p:cBhvr>
                                        <p:cTn id="41" dur="2000" fill="hold"/>
                                        <p:tgtEl>
                                          <p:spTgt spid="17"/>
                                        </p:tgtEl>
                                        <p:attrNameLst>
                                          <p:attrName>ppt_w</p:attrName>
                                        </p:attrNameLst>
                                      </p:cBhvr>
                                      <p:tavLst>
                                        <p:tav tm="0">
                                          <p:val>
                                            <p:strVal val="#ppt_w+.3"/>
                                          </p:val>
                                        </p:tav>
                                        <p:tav tm="100000">
                                          <p:val>
                                            <p:strVal val="#ppt_w"/>
                                          </p:val>
                                        </p:tav>
                                      </p:tavLst>
                                    </p:anim>
                                    <p:anim calcmode="lin" valueType="num">
                                      <p:cBhvr>
                                        <p:cTn id="42" dur="2000" fill="hold"/>
                                        <p:tgtEl>
                                          <p:spTgt spid="17"/>
                                        </p:tgtEl>
                                        <p:attrNameLst>
                                          <p:attrName>ppt_h</p:attrName>
                                        </p:attrNameLst>
                                      </p:cBhvr>
                                      <p:tavLst>
                                        <p:tav tm="0">
                                          <p:val>
                                            <p:strVal val="#ppt_h"/>
                                          </p:val>
                                        </p:tav>
                                        <p:tav tm="100000">
                                          <p:val>
                                            <p:strVal val="#ppt_h"/>
                                          </p:val>
                                        </p:tav>
                                      </p:tavLst>
                                    </p:anim>
                                    <p:animEffect transition="in" filter="fade">
                                      <p:cBhvr>
                                        <p:cTn id="43" dur="2000"/>
                                        <p:tgtEl>
                                          <p:spTgt spid="17"/>
                                        </p:tgtEl>
                                      </p:cBhvr>
                                    </p:animEffect>
                                  </p:childTnLst>
                                </p:cTn>
                              </p:par>
                            </p:childTnLst>
                          </p:cTn>
                        </p:par>
                        <p:par>
                          <p:cTn id="44" fill="hold">
                            <p:stCondLst>
                              <p:cond delay="17000"/>
                            </p:stCondLst>
                            <p:childTnLst>
                              <p:par>
                                <p:cTn id="45" presetID="22" presetClass="entr" presetSubtype="4" fill="hold" nodeType="after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wipe(down)">
                                      <p:cBhvr>
                                        <p:cTn id="47"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AJAX Ingredients</a:t>
            </a:r>
          </a:p>
        </p:txBody>
      </p:sp>
      <p:sp>
        <p:nvSpPr>
          <p:cNvPr id="12290" name="Content Placeholder 2">
            <a:extLst>
              <a:ext uri="{FF2B5EF4-FFF2-40B4-BE49-F238E27FC236}">
                <a16:creationId xmlns:a16="http://schemas.microsoft.com/office/drawing/2014/main" id="{1AE05403-95A6-4618-9B22-48782B535B05}"/>
              </a:ext>
            </a:extLst>
          </p:cNvPr>
          <p:cNvSpPr>
            <a:spLocks noGrp="1" noChangeArrowheads="1"/>
          </p:cNvSpPr>
          <p:nvPr>
            <p:ph idx="1"/>
          </p:nvPr>
        </p:nvSpPr>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b="1" dirty="0" err="1">
                <a:solidFill>
                  <a:srgbClr val="0070C0"/>
                </a:solidFill>
              </a:rPr>
              <a:t>XMLHttpRequest</a:t>
            </a:r>
            <a:r>
              <a:rPr lang="en-US" altLang="en-US" sz="2800" dirty="0">
                <a:solidFill>
                  <a:srgbClr val="000000"/>
                </a:solidFill>
              </a:rPr>
              <a:t> object is the engine that drives AJAX. Or the Fetch API with Promises (recent)</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b="1" dirty="0">
                <a:solidFill>
                  <a:srgbClr val="0070C0"/>
                </a:solidFill>
              </a:rPr>
              <a:t>XML</a:t>
            </a:r>
            <a:r>
              <a:rPr lang="en-US" altLang="en-US" sz="2800" dirty="0">
                <a:solidFill>
                  <a:srgbClr val="000000"/>
                </a:solidFill>
              </a:rPr>
              <a:t> (</a:t>
            </a:r>
            <a:r>
              <a:rPr lang="en-US" altLang="en-US" sz="2800" dirty="0" err="1">
                <a:solidFill>
                  <a:srgbClr val="000000"/>
                </a:solidFill>
              </a:rPr>
              <a:t>eXtensible</a:t>
            </a:r>
            <a:r>
              <a:rPr lang="en-US" altLang="en-US" sz="2800" dirty="0">
                <a:solidFill>
                  <a:srgbClr val="000000"/>
                </a:solidFill>
              </a:rPr>
              <a:t> Markup Language). Ajax applications require some kind of structured format to deliver information from the server to the client. XML is just one option, so XML is not strictly required to build AJAX applications</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b="1" dirty="0">
                <a:solidFill>
                  <a:srgbClr val="0070C0"/>
                </a:solidFill>
              </a:rPr>
              <a:t>Server Side </a:t>
            </a:r>
            <a:r>
              <a:rPr lang="en-US" altLang="en-US" sz="2800" dirty="0">
                <a:solidFill>
                  <a:srgbClr val="000000"/>
                </a:solidFill>
              </a:rPr>
              <a:t>The Server makes decisions about what data needs to be sent to the browser, but Ajax is </a:t>
            </a:r>
            <a:r>
              <a:rPr lang="en-US" altLang="en-US" sz="2800" b="1" dirty="0">
                <a:solidFill>
                  <a:srgbClr val="000000"/>
                </a:solidFill>
              </a:rPr>
              <a:t>language agnostic on the server</a:t>
            </a:r>
            <a:r>
              <a:rPr lang="en-US" altLang="en-US" sz="2800" dirty="0">
                <a:solidFill>
                  <a:srgbClr val="000000"/>
                </a:solidFill>
              </a:rPr>
              <a:t>. Server side can be in PHP, JAVA, Perl etc. AJAX doesn’t care nor should the client</a:t>
            </a:r>
          </a:p>
          <a:p>
            <a:pPr marL="342900" indent="-342900" eaLnBrk="1" hangingPunct="1">
              <a:lnSpc>
                <a:spcPct val="100000"/>
              </a:lnSpc>
              <a:spcBef>
                <a:spcPct val="20000"/>
              </a:spcBef>
              <a:buClr>
                <a:srgbClr val="000000"/>
              </a:buClr>
              <a:buFont typeface="Times New Roman" panose="02020603050405020304" pitchFamily="18" charset="0"/>
              <a:buChar char="•"/>
            </a:pPr>
            <a:endParaRPr lang="en-US" altLang="en-US" sz="2800" dirty="0">
              <a:solidFill>
                <a:srgbClr val="000000"/>
              </a:solidFill>
            </a:endParaRP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12</a:t>
            </a:fld>
            <a:endParaRPr lang="en-GB" altLang="en-US"/>
          </a:p>
        </p:txBody>
      </p:sp>
    </p:spTree>
    <p:extLst>
      <p:ext uri="{BB962C8B-B14F-4D97-AF65-F5344CB8AC3E}">
        <p14:creationId xmlns:p14="http://schemas.microsoft.com/office/powerpoint/2010/main" val="2720518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AJAX Ingredients</a:t>
            </a:r>
          </a:p>
        </p:txBody>
      </p:sp>
      <p:sp>
        <p:nvSpPr>
          <p:cNvPr id="12290" name="Content Placeholder 2">
            <a:extLst>
              <a:ext uri="{FF2B5EF4-FFF2-40B4-BE49-F238E27FC236}">
                <a16:creationId xmlns:a16="http://schemas.microsoft.com/office/drawing/2014/main" id="{1AE05403-95A6-4618-9B22-48782B535B05}"/>
              </a:ext>
            </a:extLst>
          </p:cNvPr>
          <p:cNvSpPr>
            <a:spLocks noGrp="1" noChangeArrowheads="1"/>
          </p:cNvSpPr>
          <p:nvPr>
            <p:ph idx="1"/>
          </p:nvPr>
        </p:nvSpPr>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b="1" dirty="0">
                <a:solidFill>
                  <a:srgbClr val="0070C0"/>
                </a:solidFill>
              </a:rPr>
              <a:t>Valid Markup </a:t>
            </a:r>
            <a:r>
              <a:rPr lang="en-US" altLang="en-US" sz="2800" dirty="0"/>
              <a:t>Well formed markup (XHTML or HTML) is a requirement if you want to manipulate a document on the client side i.e. validates</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2500" dirty="0"/>
              <a:t>If the document isn’t well formed processing it becomes more complex and unpredictable </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b="1" dirty="0">
                <a:solidFill>
                  <a:srgbClr val="0070C0"/>
                </a:solidFill>
              </a:rPr>
              <a:t>CSS </a:t>
            </a:r>
            <a:r>
              <a:rPr lang="en-US" altLang="en-US" sz="2800" dirty="0"/>
              <a:t>(Cascading Style Sheets). Used to control presentation</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b="1" dirty="0">
                <a:solidFill>
                  <a:srgbClr val="0070C0"/>
                </a:solidFill>
              </a:rPr>
              <a:t>DOM Scripting </a:t>
            </a:r>
            <a:r>
              <a:rPr lang="en-US" altLang="en-US" sz="2800" dirty="0"/>
              <a:t>The DOM is a standard that describes the structure of a document </a:t>
            </a:r>
          </a:p>
          <a:p>
            <a:pPr marL="0" indent="0" eaLnBrk="1" hangingPunct="1">
              <a:lnSpc>
                <a:spcPct val="100000"/>
              </a:lnSpc>
              <a:spcBef>
                <a:spcPct val="20000"/>
              </a:spcBef>
              <a:buClr>
                <a:srgbClr val="000000"/>
              </a:buClr>
              <a:buNone/>
            </a:pPr>
            <a:endParaRPr lang="en-US" altLang="en-US" sz="2800" dirty="0">
              <a:solidFill>
                <a:srgbClr val="000000"/>
              </a:solidFill>
            </a:endParaRPr>
          </a:p>
          <a:p>
            <a:pPr marL="342900" indent="-342900" eaLnBrk="1" hangingPunct="1">
              <a:lnSpc>
                <a:spcPct val="100000"/>
              </a:lnSpc>
              <a:spcBef>
                <a:spcPct val="20000"/>
              </a:spcBef>
              <a:buClr>
                <a:srgbClr val="000000"/>
              </a:buClr>
              <a:buFont typeface="Times New Roman" panose="02020603050405020304" pitchFamily="18" charset="0"/>
              <a:buChar char="•"/>
            </a:pPr>
            <a:endParaRPr lang="en-US" altLang="en-US" sz="2800" dirty="0">
              <a:solidFill>
                <a:srgbClr val="000000"/>
              </a:solidFill>
            </a:endParaRP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13</a:t>
            </a:fld>
            <a:endParaRPr lang="en-GB" altLang="en-US"/>
          </a:p>
        </p:txBody>
      </p:sp>
    </p:spTree>
    <p:extLst>
      <p:ext uri="{BB962C8B-B14F-4D97-AF65-F5344CB8AC3E}">
        <p14:creationId xmlns:p14="http://schemas.microsoft.com/office/powerpoint/2010/main" val="1803041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err="1"/>
              <a:t>XMLHttpRequest</a:t>
            </a:r>
            <a:r>
              <a:rPr lang="en-IE" dirty="0"/>
              <a:t> – creating an instance</a:t>
            </a: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14</a:t>
            </a:fld>
            <a:endParaRPr lang="en-GB" altLang="en-US"/>
          </a:p>
        </p:txBody>
      </p:sp>
      <p:pic>
        <p:nvPicPr>
          <p:cNvPr id="8" name="Picture 7">
            <a:extLst>
              <a:ext uri="{FF2B5EF4-FFF2-40B4-BE49-F238E27FC236}">
                <a16:creationId xmlns:a16="http://schemas.microsoft.com/office/drawing/2014/main" id="{08245842-89DA-984E-82D8-CFEA726E979F}"/>
              </a:ext>
            </a:extLst>
          </p:cNvPr>
          <p:cNvPicPr>
            <a:picLocks noChangeAspect="1"/>
          </p:cNvPicPr>
          <p:nvPr/>
        </p:nvPicPr>
        <p:blipFill>
          <a:blip r:embed="rId4"/>
          <a:stretch>
            <a:fillRect/>
          </a:stretch>
        </p:blipFill>
        <p:spPr>
          <a:xfrm>
            <a:off x="467544" y="1124744"/>
            <a:ext cx="6320267" cy="1368152"/>
          </a:xfrm>
          <a:prstGeom prst="rect">
            <a:avLst/>
          </a:prstGeom>
        </p:spPr>
      </p:pic>
      <p:sp>
        <p:nvSpPr>
          <p:cNvPr id="11" name="Content Placeholder 2">
            <a:extLst>
              <a:ext uri="{FF2B5EF4-FFF2-40B4-BE49-F238E27FC236}">
                <a16:creationId xmlns:a16="http://schemas.microsoft.com/office/drawing/2014/main" id="{B59A6BA8-59BE-A246-8159-6A090C6AD637}"/>
              </a:ext>
            </a:extLst>
          </p:cNvPr>
          <p:cNvSpPr>
            <a:spLocks noGrp="1" noChangeArrowheads="1"/>
          </p:cNvSpPr>
          <p:nvPr>
            <p:ph idx="1"/>
          </p:nvPr>
        </p:nvSpPr>
        <p:spPr>
          <a:xfrm>
            <a:off x="323528" y="2636912"/>
            <a:ext cx="8712522" cy="3246711"/>
          </a:xfrm>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t>Once you have created an instance of </a:t>
            </a:r>
            <a:r>
              <a:rPr lang="en-US" altLang="en-US" sz="3200" dirty="0" err="1">
                <a:solidFill>
                  <a:srgbClr val="0070C0"/>
                </a:solidFill>
              </a:rPr>
              <a:t>XMLHttpRequest</a:t>
            </a:r>
            <a:r>
              <a:rPr lang="en-US" altLang="en-US" sz="3200" dirty="0"/>
              <a:t>, it needs to be prepared for communication with the server. There are three critical components for this:</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The </a:t>
            </a:r>
            <a:r>
              <a:rPr lang="en-US" altLang="en-US" sz="2800" dirty="0" err="1">
                <a:solidFill>
                  <a:srgbClr val="0070C0"/>
                </a:solidFill>
              </a:rPr>
              <a:t>onreadystatechange</a:t>
            </a:r>
            <a:r>
              <a:rPr lang="en-US" altLang="en-US" sz="2800" dirty="0"/>
              <a:t> event handler</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The </a:t>
            </a:r>
            <a:r>
              <a:rPr lang="en-US" altLang="en-US" sz="2800" dirty="0">
                <a:solidFill>
                  <a:srgbClr val="0070C0"/>
                </a:solidFill>
              </a:rPr>
              <a:t>open</a:t>
            </a:r>
            <a:r>
              <a:rPr lang="en-US" altLang="en-US" sz="2800" dirty="0"/>
              <a:t> method</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The </a:t>
            </a:r>
            <a:r>
              <a:rPr lang="en-US" altLang="en-US" sz="2800" dirty="0">
                <a:solidFill>
                  <a:srgbClr val="0070C0"/>
                </a:solidFill>
              </a:rPr>
              <a:t>send</a:t>
            </a:r>
            <a:r>
              <a:rPr lang="en-US" altLang="en-US" sz="2800" dirty="0"/>
              <a:t> method</a:t>
            </a:r>
          </a:p>
          <a:p>
            <a:pPr marL="342900" indent="-342900" eaLnBrk="1" hangingPunct="1">
              <a:lnSpc>
                <a:spcPct val="100000"/>
              </a:lnSpc>
              <a:spcBef>
                <a:spcPct val="20000"/>
              </a:spcBef>
              <a:buClr>
                <a:srgbClr val="000000"/>
              </a:buClr>
              <a:buFont typeface="Times New Roman" panose="02020603050405020304" pitchFamily="18" charset="0"/>
              <a:buChar char="•"/>
            </a:pPr>
            <a:endParaRPr lang="en-US" altLang="en-US" sz="3200" dirty="0">
              <a:solidFill>
                <a:srgbClr val="000000"/>
              </a:solidFill>
            </a:endParaRPr>
          </a:p>
        </p:txBody>
      </p:sp>
    </p:spTree>
    <p:extLst>
      <p:ext uri="{BB962C8B-B14F-4D97-AF65-F5344CB8AC3E}">
        <p14:creationId xmlns:p14="http://schemas.microsoft.com/office/powerpoint/2010/main" val="4017344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err="1"/>
              <a:t>XMLHttpRequest</a:t>
            </a:r>
            <a:r>
              <a:rPr lang="en-IE" dirty="0"/>
              <a:t> – (XHR) Object</a:t>
            </a: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15</a:t>
            </a:fld>
            <a:endParaRPr lang="en-GB" altLang="en-US"/>
          </a:p>
        </p:txBody>
      </p:sp>
      <p:pic>
        <p:nvPicPr>
          <p:cNvPr id="10" name="Picture 2">
            <a:extLst>
              <a:ext uri="{FF2B5EF4-FFF2-40B4-BE49-F238E27FC236}">
                <a16:creationId xmlns:a16="http://schemas.microsoft.com/office/drawing/2014/main" id="{84F4B1C1-75B8-A944-923F-59F5986B6316}"/>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043608" y="880107"/>
            <a:ext cx="7128792" cy="54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a:extLst>
              <a:ext uri="{FF2B5EF4-FFF2-40B4-BE49-F238E27FC236}">
                <a16:creationId xmlns:a16="http://schemas.microsoft.com/office/drawing/2014/main" id="{6C5EF274-B718-1941-833C-0C85059570B2}"/>
              </a:ext>
            </a:extLst>
          </p:cNvPr>
          <p:cNvPicPr>
            <a:picLocks noChangeAspect="1" noChangeArrowheads="1" noCrop="1"/>
          </p:cNvPicPr>
          <p:nvPr/>
        </p:nvPicPr>
        <p:blipFill>
          <a:blip r:embed="rId5">
            <a:extLst>
              <a:ext uri="{28A0092B-C50C-407E-A947-70E740481C1C}">
                <a14:useLocalDpi xmlns:a14="http://schemas.microsoft.com/office/drawing/2010/main"/>
              </a:ext>
            </a:extLst>
          </a:blip>
          <a:srcRect/>
          <a:stretch>
            <a:fillRect/>
          </a:stretch>
        </p:blipFill>
        <p:spPr bwMode="auto">
          <a:xfrm>
            <a:off x="566515" y="2781201"/>
            <a:ext cx="4159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3">
            <a:extLst>
              <a:ext uri="{FF2B5EF4-FFF2-40B4-BE49-F238E27FC236}">
                <a16:creationId xmlns:a16="http://schemas.microsoft.com/office/drawing/2014/main" id="{87A50745-F21E-2A42-B9F5-242B1709E206}"/>
              </a:ext>
            </a:extLst>
          </p:cNvPr>
          <p:cNvPicPr>
            <a:picLocks noChangeAspect="1" noChangeArrowheads="1" noCrop="1"/>
          </p:cNvPicPr>
          <p:nvPr/>
        </p:nvPicPr>
        <p:blipFill>
          <a:blip r:embed="rId5">
            <a:extLst>
              <a:ext uri="{28A0092B-C50C-407E-A947-70E740481C1C}">
                <a14:useLocalDpi xmlns:a14="http://schemas.microsoft.com/office/drawing/2010/main"/>
              </a:ext>
            </a:extLst>
          </a:blip>
          <a:srcRect/>
          <a:stretch>
            <a:fillRect/>
          </a:stretch>
        </p:blipFill>
        <p:spPr bwMode="auto">
          <a:xfrm>
            <a:off x="555674" y="5289550"/>
            <a:ext cx="4159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3">
            <a:extLst>
              <a:ext uri="{FF2B5EF4-FFF2-40B4-BE49-F238E27FC236}">
                <a16:creationId xmlns:a16="http://schemas.microsoft.com/office/drawing/2014/main" id="{FFC10B1B-EB39-C64C-9859-41DED94EBEEB}"/>
              </a:ext>
            </a:extLst>
          </p:cNvPr>
          <p:cNvPicPr>
            <a:picLocks noChangeAspect="1" noChangeArrowheads="1" noCrop="1"/>
          </p:cNvPicPr>
          <p:nvPr/>
        </p:nvPicPr>
        <p:blipFill>
          <a:blip r:embed="rId5">
            <a:extLst>
              <a:ext uri="{28A0092B-C50C-407E-A947-70E740481C1C}">
                <a14:useLocalDpi xmlns:a14="http://schemas.microsoft.com/office/drawing/2010/main"/>
              </a:ext>
            </a:extLst>
          </a:blip>
          <a:srcRect/>
          <a:stretch>
            <a:fillRect/>
          </a:stretch>
        </p:blipFill>
        <p:spPr bwMode="auto">
          <a:xfrm>
            <a:off x="566515" y="1714401"/>
            <a:ext cx="4159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3">
            <a:extLst>
              <a:ext uri="{FF2B5EF4-FFF2-40B4-BE49-F238E27FC236}">
                <a16:creationId xmlns:a16="http://schemas.microsoft.com/office/drawing/2014/main" id="{D65144B0-C461-BF43-A92E-2D63FCB0AE5D}"/>
              </a:ext>
            </a:extLst>
          </p:cNvPr>
          <p:cNvPicPr>
            <a:picLocks noChangeAspect="1" noChangeArrowheads="1" noCrop="1"/>
          </p:cNvPicPr>
          <p:nvPr/>
        </p:nvPicPr>
        <p:blipFill>
          <a:blip r:embed="rId5">
            <a:extLst>
              <a:ext uri="{28A0092B-C50C-407E-A947-70E740481C1C}">
                <a14:useLocalDpi xmlns:a14="http://schemas.microsoft.com/office/drawing/2010/main"/>
              </a:ext>
            </a:extLst>
          </a:blip>
          <a:srcRect/>
          <a:stretch>
            <a:fillRect/>
          </a:stretch>
        </p:blipFill>
        <p:spPr bwMode="auto">
          <a:xfrm>
            <a:off x="555675" y="4567337"/>
            <a:ext cx="4159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504781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err="1"/>
              <a:t>XMLHttpRequest</a:t>
            </a:r>
            <a:r>
              <a:rPr lang="en-IE" dirty="0"/>
              <a:t> – (XHR) Object</a:t>
            </a: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16</a:t>
            </a:fld>
            <a:endParaRPr lang="en-GB" altLang="en-US"/>
          </a:p>
        </p:txBody>
      </p:sp>
      <p:pic>
        <p:nvPicPr>
          <p:cNvPr id="16" name="Picture 2">
            <a:extLst>
              <a:ext uri="{FF2B5EF4-FFF2-40B4-BE49-F238E27FC236}">
                <a16:creationId xmlns:a16="http://schemas.microsoft.com/office/drawing/2014/main" id="{F47E8211-758A-5647-94FF-2DA732B15B6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32235" y="993887"/>
            <a:ext cx="8148263" cy="4870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a:extLst>
              <a:ext uri="{FF2B5EF4-FFF2-40B4-BE49-F238E27FC236}">
                <a16:creationId xmlns:a16="http://schemas.microsoft.com/office/drawing/2014/main" id="{6C5EF274-B718-1941-833C-0C85059570B2}"/>
              </a:ext>
            </a:extLst>
          </p:cNvPr>
          <p:cNvPicPr>
            <a:picLocks noChangeAspect="1" noChangeArrowheads="1" noCrop="1"/>
          </p:cNvPicPr>
          <p:nvPr/>
        </p:nvPicPr>
        <p:blipFill>
          <a:blip r:embed="rId5">
            <a:extLst>
              <a:ext uri="{28A0092B-C50C-407E-A947-70E740481C1C}">
                <a14:useLocalDpi xmlns:a14="http://schemas.microsoft.com/office/drawing/2010/main"/>
              </a:ext>
            </a:extLst>
          </a:blip>
          <a:srcRect/>
          <a:stretch>
            <a:fillRect/>
          </a:stretch>
        </p:blipFill>
        <p:spPr bwMode="auto">
          <a:xfrm>
            <a:off x="150590" y="4149080"/>
            <a:ext cx="4159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3">
            <a:extLst>
              <a:ext uri="{FF2B5EF4-FFF2-40B4-BE49-F238E27FC236}">
                <a16:creationId xmlns:a16="http://schemas.microsoft.com/office/drawing/2014/main" id="{FFC10B1B-EB39-C64C-9859-41DED94EBEEB}"/>
              </a:ext>
            </a:extLst>
          </p:cNvPr>
          <p:cNvPicPr>
            <a:picLocks noChangeAspect="1" noChangeArrowheads="1" noCrop="1"/>
          </p:cNvPicPr>
          <p:nvPr/>
        </p:nvPicPr>
        <p:blipFill>
          <a:blip r:embed="rId5">
            <a:extLst>
              <a:ext uri="{28A0092B-C50C-407E-A947-70E740481C1C}">
                <a14:useLocalDpi xmlns:a14="http://schemas.microsoft.com/office/drawing/2010/main"/>
              </a:ext>
            </a:extLst>
          </a:blip>
          <a:srcRect/>
          <a:stretch>
            <a:fillRect/>
          </a:stretch>
        </p:blipFill>
        <p:spPr bwMode="auto">
          <a:xfrm>
            <a:off x="166887" y="4809592"/>
            <a:ext cx="4159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60116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HTTP Status Codes</a:t>
            </a:r>
          </a:p>
        </p:txBody>
      </p:sp>
      <p:sp>
        <p:nvSpPr>
          <p:cNvPr id="22531" name="Content Placeholder 2">
            <a:extLst>
              <a:ext uri="{FF2B5EF4-FFF2-40B4-BE49-F238E27FC236}">
                <a16:creationId xmlns:a16="http://schemas.microsoft.com/office/drawing/2014/main" id="{1EBA7A2C-8E0C-5B40-9D7E-CE478DED6131}"/>
              </a:ext>
            </a:extLst>
          </p:cNvPr>
          <p:cNvSpPr>
            <a:spLocks noGrp="1" noChangeArrowheads="1"/>
          </p:cNvSpPr>
          <p:nvPr>
            <p:ph idx="1"/>
          </p:nvPr>
        </p:nvSpPr>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t>The first line of the HTTP response is called the </a:t>
            </a:r>
            <a:r>
              <a:rPr lang="en-US" altLang="en-US" sz="3200" i="1" dirty="0"/>
              <a:t>status line</a:t>
            </a:r>
            <a:endParaRPr lang="en-US" altLang="en-US" sz="3200" dirty="0"/>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t>The way the user agent handles the response primarily depends on the code and secondarily on the response headers.</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t>Success: 2xx</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t>Redirection: 3xx</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t>Client-Side Error: 4xx</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t>Server-Side Error: 5xx</a:t>
            </a: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800" dirty="0">
              <a:solidFill>
                <a:srgbClr val="000000"/>
              </a:solidFill>
            </a:endParaRP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800" dirty="0">
              <a:solidFill>
                <a:srgbClr val="000000"/>
              </a:solidFill>
            </a:endParaRP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17</a:t>
            </a:fld>
            <a:endParaRPr lang="en-GB" altLang="en-US"/>
          </a:p>
        </p:txBody>
      </p:sp>
    </p:spTree>
    <p:extLst>
      <p:ext uri="{BB962C8B-B14F-4D97-AF65-F5344CB8AC3E}">
        <p14:creationId xmlns:p14="http://schemas.microsoft.com/office/powerpoint/2010/main" val="25184579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err="1"/>
              <a:t>XMLHttpRequest</a:t>
            </a:r>
            <a:r>
              <a:rPr lang="en-IE" dirty="0"/>
              <a:t> - </a:t>
            </a:r>
            <a:r>
              <a:rPr lang="en-IE" dirty="0" err="1"/>
              <a:t>onreadystatechange</a:t>
            </a:r>
            <a:endParaRPr lang="en-IE" dirty="0"/>
          </a:p>
        </p:txBody>
      </p:sp>
      <p:sp>
        <p:nvSpPr>
          <p:cNvPr id="22531" name="Content Placeholder 2">
            <a:extLst>
              <a:ext uri="{FF2B5EF4-FFF2-40B4-BE49-F238E27FC236}">
                <a16:creationId xmlns:a16="http://schemas.microsoft.com/office/drawing/2014/main" id="{1EBA7A2C-8E0C-5B40-9D7E-CE478DED6131}"/>
              </a:ext>
            </a:extLst>
          </p:cNvPr>
          <p:cNvSpPr>
            <a:spLocks noGrp="1" noChangeArrowheads="1"/>
          </p:cNvSpPr>
          <p:nvPr>
            <p:ph idx="1"/>
          </p:nvPr>
        </p:nvSpPr>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During an Ajax operation, the server sends updates to the client about the current status of the communication</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This is done by updating a property of the </a:t>
            </a:r>
            <a:r>
              <a:rPr lang="en-US" altLang="en-US" sz="2800" b="1" dirty="0" err="1">
                <a:solidFill>
                  <a:srgbClr val="0070C0"/>
                </a:solidFill>
              </a:rPr>
              <a:t>XMLHttpRequest</a:t>
            </a:r>
            <a:r>
              <a:rPr lang="en-US" altLang="en-US" sz="2800" dirty="0"/>
              <a:t> object</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The property is called </a:t>
            </a:r>
            <a:r>
              <a:rPr lang="en-US" altLang="en-US" sz="2800" dirty="0" err="1">
                <a:solidFill>
                  <a:srgbClr val="0070C0"/>
                </a:solidFill>
              </a:rPr>
              <a:t>readyState</a:t>
            </a:r>
            <a:endParaRPr lang="en-US" altLang="en-US" sz="2800" dirty="0"/>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Therefore every time the </a:t>
            </a:r>
            <a:r>
              <a:rPr lang="en-US" altLang="en-US" sz="2800" dirty="0" err="1">
                <a:solidFill>
                  <a:srgbClr val="0070C0"/>
                </a:solidFill>
              </a:rPr>
              <a:t>readyState</a:t>
            </a:r>
            <a:r>
              <a:rPr lang="en-US" altLang="en-US" sz="2800" dirty="0"/>
              <a:t> property is changed, </a:t>
            </a:r>
            <a:r>
              <a:rPr lang="en-US" altLang="en-US" sz="2800" dirty="0" err="1">
                <a:solidFill>
                  <a:srgbClr val="0070C0"/>
                </a:solidFill>
              </a:rPr>
              <a:t>readystatechange</a:t>
            </a:r>
            <a:r>
              <a:rPr lang="en-US" altLang="en-US" sz="2800" dirty="0"/>
              <a:t> event is triggered</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If a function is attached to the </a:t>
            </a:r>
            <a:r>
              <a:rPr lang="en-US" altLang="en-US" sz="2800" dirty="0" err="1">
                <a:solidFill>
                  <a:srgbClr val="0070C0"/>
                </a:solidFill>
              </a:rPr>
              <a:t>onreadystatechange</a:t>
            </a:r>
            <a:r>
              <a:rPr lang="en-US" altLang="en-US" sz="2800" dirty="0"/>
              <a:t> event handler, the function will be executed </a:t>
            </a:r>
            <a:r>
              <a:rPr lang="en-US" altLang="en-US" sz="2800" u="sng" dirty="0"/>
              <a:t>every time </a:t>
            </a:r>
            <a:r>
              <a:rPr lang="en-US" altLang="en-US" sz="2800" dirty="0"/>
              <a:t>the </a:t>
            </a:r>
            <a:r>
              <a:rPr lang="en-US" altLang="en-US" sz="2800" b="1" dirty="0"/>
              <a:t>server</a:t>
            </a:r>
            <a:r>
              <a:rPr lang="en-US" altLang="en-US" sz="2800" dirty="0"/>
              <a:t> pings the </a:t>
            </a:r>
            <a:r>
              <a:rPr lang="en-US" altLang="en-US" sz="2800" b="1" dirty="0"/>
              <a:t>client</a:t>
            </a:r>
            <a:r>
              <a:rPr lang="en-US" altLang="en-US" sz="2800" dirty="0"/>
              <a:t> with an </a:t>
            </a:r>
            <a:r>
              <a:rPr lang="en-US" altLang="en-US" sz="2800" b="1" dirty="0"/>
              <a:t>update</a:t>
            </a:r>
            <a:endParaRPr lang="en-US" altLang="en-US" sz="2800" dirty="0"/>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400" dirty="0">
              <a:solidFill>
                <a:srgbClr val="000000"/>
              </a:solidFill>
            </a:endParaRP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400" dirty="0">
              <a:solidFill>
                <a:srgbClr val="000000"/>
              </a:solidFill>
            </a:endParaRP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18</a:t>
            </a:fld>
            <a:endParaRPr lang="en-GB" altLang="en-US" dirty="0"/>
          </a:p>
        </p:txBody>
      </p:sp>
    </p:spTree>
    <p:extLst>
      <p:ext uri="{BB962C8B-B14F-4D97-AF65-F5344CB8AC3E}">
        <p14:creationId xmlns:p14="http://schemas.microsoft.com/office/powerpoint/2010/main" val="18136873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err="1"/>
              <a:t>XMLHttpRequest</a:t>
            </a:r>
            <a:r>
              <a:rPr lang="en-IE" dirty="0"/>
              <a:t> – </a:t>
            </a:r>
            <a:r>
              <a:rPr lang="en-IE" dirty="0" err="1"/>
              <a:t>readyState</a:t>
            </a:r>
            <a:r>
              <a:rPr lang="en-IE" dirty="0"/>
              <a:t> values</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19</a:t>
            </a:fld>
            <a:endParaRPr lang="en-GB" altLang="en-US" dirty="0"/>
          </a:p>
        </p:txBody>
      </p:sp>
      <p:graphicFrame>
        <p:nvGraphicFramePr>
          <p:cNvPr id="9" name="Table 8">
            <a:extLst>
              <a:ext uri="{FF2B5EF4-FFF2-40B4-BE49-F238E27FC236}">
                <a16:creationId xmlns:a16="http://schemas.microsoft.com/office/drawing/2014/main" id="{BD9EC94E-CF2D-0346-94EE-747AF9A36FBB}"/>
              </a:ext>
            </a:extLst>
          </p:cNvPr>
          <p:cNvGraphicFramePr>
            <a:graphicFrameLocks noGrp="1"/>
          </p:cNvGraphicFramePr>
          <p:nvPr>
            <p:extLst>
              <p:ext uri="{D42A27DB-BD31-4B8C-83A1-F6EECF244321}">
                <p14:modId xmlns:p14="http://schemas.microsoft.com/office/powerpoint/2010/main" val="177915617"/>
              </p:ext>
            </p:extLst>
          </p:nvPr>
        </p:nvGraphicFramePr>
        <p:xfrm>
          <a:off x="628650" y="1015901"/>
          <a:ext cx="8047806" cy="5055960"/>
        </p:xfrm>
        <a:graphic>
          <a:graphicData uri="http://schemas.openxmlformats.org/drawingml/2006/table">
            <a:tbl>
              <a:tblPr firstRow="1" bandRow="1">
                <a:tableStyleId>{7DF18680-E054-41AD-8BC1-D1AEF772440D}</a:tableStyleId>
              </a:tblPr>
              <a:tblGrid>
                <a:gridCol w="2545033">
                  <a:extLst>
                    <a:ext uri="{9D8B030D-6E8A-4147-A177-3AD203B41FA5}">
                      <a16:colId xmlns:a16="http://schemas.microsoft.com/office/drawing/2014/main" val="2056318150"/>
                    </a:ext>
                  </a:extLst>
                </a:gridCol>
                <a:gridCol w="5502773">
                  <a:extLst>
                    <a:ext uri="{9D8B030D-6E8A-4147-A177-3AD203B41FA5}">
                      <a16:colId xmlns:a16="http://schemas.microsoft.com/office/drawing/2014/main" val="3388638421"/>
                    </a:ext>
                  </a:extLst>
                </a:gridCol>
              </a:tblGrid>
              <a:tr h="842660">
                <a:tc>
                  <a:txBody>
                    <a:bodyPr/>
                    <a:lstStyle/>
                    <a:p>
                      <a:pPr algn="ctr"/>
                      <a:r>
                        <a:rPr lang="en-IE" sz="3200" dirty="0"/>
                        <a:t>State</a:t>
                      </a:r>
                    </a:p>
                  </a:txBody>
                  <a:tcPr anchor="ctr"/>
                </a:tc>
                <a:tc>
                  <a:txBody>
                    <a:bodyPr/>
                    <a:lstStyle/>
                    <a:p>
                      <a:pPr algn="ctr"/>
                      <a:r>
                        <a:rPr lang="en-IE" sz="3200" dirty="0"/>
                        <a:t>Description</a:t>
                      </a:r>
                    </a:p>
                  </a:txBody>
                  <a:tcPr anchor="ctr"/>
                </a:tc>
                <a:extLst>
                  <a:ext uri="{0D108BD9-81ED-4DB2-BD59-A6C34878D82A}">
                    <a16:rowId xmlns:a16="http://schemas.microsoft.com/office/drawing/2014/main" val="1569266498"/>
                  </a:ext>
                </a:extLst>
              </a:tr>
              <a:tr h="842660">
                <a:tc>
                  <a:txBody>
                    <a:bodyPr/>
                    <a:lstStyle/>
                    <a:p>
                      <a:pPr algn="ctr"/>
                      <a:r>
                        <a:rPr lang="en-IE" sz="3200" dirty="0"/>
                        <a:t>0</a:t>
                      </a:r>
                    </a:p>
                  </a:txBody>
                  <a:tcPr anchor="ctr"/>
                </a:tc>
                <a:tc>
                  <a:txBody>
                    <a:bodyPr/>
                    <a:lstStyle/>
                    <a:p>
                      <a:pPr algn="ctr"/>
                      <a:r>
                        <a:rPr lang="en-IE" sz="3200" dirty="0"/>
                        <a:t>Uninitialized</a:t>
                      </a:r>
                    </a:p>
                  </a:txBody>
                  <a:tcPr anchor="ctr"/>
                </a:tc>
                <a:extLst>
                  <a:ext uri="{0D108BD9-81ED-4DB2-BD59-A6C34878D82A}">
                    <a16:rowId xmlns:a16="http://schemas.microsoft.com/office/drawing/2014/main" val="2621703050"/>
                  </a:ext>
                </a:extLst>
              </a:tr>
              <a:tr h="842660">
                <a:tc>
                  <a:txBody>
                    <a:bodyPr/>
                    <a:lstStyle/>
                    <a:p>
                      <a:pPr algn="ctr"/>
                      <a:r>
                        <a:rPr lang="en-IE" sz="3200" dirty="0"/>
                        <a:t>1</a:t>
                      </a:r>
                    </a:p>
                  </a:txBody>
                  <a:tcPr anchor="ctr"/>
                </a:tc>
                <a:tc>
                  <a:txBody>
                    <a:bodyPr/>
                    <a:lstStyle/>
                    <a:p>
                      <a:pPr algn="ctr"/>
                      <a:r>
                        <a:rPr lang="en-IE" sz="3200" dirty="0"/>
                        <a:t>Loading</a:t>
                      </a:r>
                    </a:p>
                  </a:txBody>
                  <a:tcPr anchor="ctr"/>
                </a:tc>
                <a:extLst>
                  <a:ext uri="{0D108BD9-81ED-4DB2-BD59-A6C34878D82A}">
                    <a16:rowId xmlns:a16="http://schemas.microsoft.com/office/drawing/2014/main" val="253753948"/>
                  </a:ext>
                </a:extLst>
              </a:tr>
              <a:tr h="842660">
                <a:tc>
                  <a:txBody>
                    <a:bodyPr/>
                    <a:lstStyle/>
                    <a:p>
                      <a:pPr algn="ctr"/>
                      <a:r>
                        <a:rPr lang="en-IE" sz="3200" dirty="0"/>
                        <a:t>2</a:t>
                      </a:r>
                    </a:p>
                  </a:txBody>
                  <a:tcPr anchor="ctr"/>
                </a:tc>
                <a:tc>
                  <a:txBody>
                    <a:bodyPr/>
                    <a:lstStyle/>
                    <a:p>
                      <a:pPr algn="ctr"/>
                      <a:r>
                        <a:rPr lang="en-IE" sz="3200" dirty="0"/>
                        <a:t>Loaded</a:t>
                      </a:r>
                    </a:p>
                  </a:txBody>
                  <a:tcPr anchor="ctr"/>
                </a:tc>
                <a:extLst>
                  <a:ext uri="{0D108BD9-81ED-4DB2-BD59-A6C34878D82A}">
                    <a16:rowId xmlns:a16="http://schemas.microsoft.com/office/drawing/2014/main" val="2124107181"/>
                  </a:ext>
                </a:extLst>
              </a:tr>
              <a:tr h="842660">
                <a:tc>
                  <a:txBody>
                    <a:bodyPr/>
                    <a:lstStyle/>
                    <a:p>
                      <a:pPr algn="ctr"/>
                      <a:r>
                        <a:rPr lang="en-IE" sz="3200" dirty="0"/>
                        <a:t>3</a:t>
                      </a:r>
                    </a:p>
                  </a:txBody>
                  <a:tcPr anchor="ctr"/>
                </a:tc>
                <a:tc>
                  <a:txBody>
                    <a:bodyPr/>
                    <a:lstStyle/>
                    <a:p>
                      <a:pPr algn="ctr"/>
                      <a:r>
                        <a:rPr lang="en-IE" sz="3200" dirty="0"/>
                        <a:t>Interactive</a:t>
                      </a:r>
                    </a:p>
                  </a:txBody>
                  <a:tcPr anchor="ctr"/>
                </a:tc>
                <a:extLst>
                  <a:ext uri="{0D108BD9-81ED-4DB2-BD59-A6C34878D82A}">
                    <a16:rowId xmlns:a16="http://schemas.microsoft.com/office/drawing/2014/main" val="3839535212"/>
                  </a:ext>
                </a:extLst>
              </a:tr>
              <a:tr h="842660">
                <a:tc>
                  <a:txBody>
                    <a:bodyPr/>
                    <a:lstStyle/>
                    <a:p>
                      <a:pPr algn="ctr"/>
                      <a:r>
                        <a:rPr lang="en-IE" sz="3200" dirty="0"/>
                        <a:t>4</a:t>
                      </a:r>
                    </a:p>
                  </a:txBody>
                  <a:tcPr anchor="ctr"/>
                </a:tc>
                <a:tc>
                  <a:txBody>
                    <a:bodyPr/>
                    <a:lstStyle/>
                    <a:p>
                      <a:pPr algn="ctr"/>
                      <a:r>
                        <a:rPr lang="en-IE" sz="3200" dirty="0"/>
                        <a:t>Complete</a:t>
                      </a:r>
                    </a:p>
                  </a:txBody>
                  <a:tcPr anchor="ctr"/>
                </a:tc>
                <a:extLst>
                  <a:ext uri="{0D108BD9-81ED-4DB2-BD59-A6C34878D82A}">
                    <a16:rowId xmlns:a16="http://schemas.microsoft.com/office/drawing/2014/main" val="796792281"/>
                  </a:ext>
                </a:extLst>
              </a:tr>
            </a:tbl>
          </a:graphicData>
        </a:graphic>
      </p:graphicFrame>
      <p:pic>
        <p:nvPicPr>
          <p:cNvPr id="10" name="Picture 3">
            <a:extLst>
              <a:ext uri="{FF2B5EF4-FFF2-40B4-BE49-F238E27FC236}">
                <a16:creationId xmlns:a16="http://schemas.microsoft.com/office/drawing/2014/main" id="{5E3DBB60-79A5-2E45-A245-5BD4E9C9357C}"/>
              </a:ext>
            </a:extLst>
          </p:cNvPr>
          <p:cNvPicPr>
            <a:picLocks noChangeAspect="1" noChangeArrowheads="1" noCrop="1"/>
          </p:cNvPicPr>
          <p:nvPr/>
        </p:nvPicPr>
        <p:blipFill>
          <a:blip r:embed="rId4">
            <a:extLst>
              <a:ext uri="{28A0092B-C50C-407E-A947-70E740481C1C}">
                <a14:useLocalDpi xmlns:a14="http://schemas.microsoft.com/office/drawing/2010/main"/>
              </a:ext>
            </a:extLst>
          </a:blip>
          <a:srcRect/>
          <a:stretch>
            <a:fillRect/>
          </a:stretch>
        </p:blipFill>
        <p:spPr bwMode="auto">
          <a:xfrm>
            <a:off x="189533" y="5517232"/>
            <a:ext cx="4159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24131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err="1"/>
              <a:t>XMLHttpRequest</a:t>
            </a:r>
            <a:r>
              <a:rPr lang="en-IE" dirty="0"/>
              <a:t> - </a:t>
            </a:r>
            <a:r>
              <a:rPr lang="en-IE"/>
              <a:t>onreadystatechange</a:t>
            </a:r>
            <a:endParaRPr lang="en-IE" dirty="0"/>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20</a:t>
            </a:fld>
            <a:endParaRPr lang="en-GB" altLang="en-US" dirty="0"/>
          </a:p>
        </p:txBody>
      </p:sp>
      <p:pic>
        <p:nvPicPr>
          <p:cNvPr id="10" name="Picture 9">
            <a:extLst>
              <a:ext uri="{FF2B5EF4-FFF2-40B4-BE49-F238E27FC236}">
                <a16:creationId xmlns:a16="http://schemas.microsoft.com/office/drawing/2014/main" id="{1FDD0FB5-5F8E-5540-9380-E6B21393A702}"/>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23528" y="1268760"/>
            <a:ext cx="8258060" cy="1800200"/>
          </a:xfrm>
          <a:prstGeom prst="rect">
            <a:avLst/>
          </a:prstGeom>
        </p:spPr>
      </p:pic>
    </p:spTree>
    <p:extLst>
      <p:ext uri="{BB962C8B-B14F-4D97-AF65-F5344CB8AC3E}">
        <p14:creationId xmlns:p14="http://schemas.microsoft.com/office/powerpoint/2010/main" val="418365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err="1"/>
              <a:t>XMLHttpRequest</a:t>
            </a:r>
            <a:r>
              <a:rPr lang="en-IE" dirty="0"/>
              <a:t> - open</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21</a:t>
            </a:fld>
            <a:endParaRPr lang="en-GB" altLang="en-US" dirty="0"/>
          </a:p>
        </p:txBody>
      </p:sp>
      <p:sp>
        <p:nvSpPr>
          <p:cNvPr id="8" name="Content Placeholder 2">
            <a:extLst>
              <a:ext uri="{FF2B5EF4-FFF2-40B4-BE49-F238E27FC236}">
                <a16:creationId xmlns:a16="http://schemas.microsoft.com/office/drawing/2014/main" id="{2EB41EDE-0497-2349-81B6-4F83F0E12C9B}"/>
              </a:ext>
            </a:extLst>
          </p:cNvPr>
          <p:cNvSpPr>
            <a:spLocks noGrp="1" noChangeArrowheads="1"/>
          </p:cNvSpPr>
          <p:nvPr>
            <p:ph idx="1"/>
          </p:nvPr>
        </p:nvSpPr>
        <p:spPr>
          <a:xfrm>
            <a:off x="157163" y="1052513"/>
            <a:ext cx="8878887" cy="5124450"/>
          </a:xfrm>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When a Web browser asks for a resource (e.g. web page) from a Web server, it issues a request</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It specifies the location of the file on the server</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The request may also include more information, such as data inputted through a form</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The browser also specifies how the request is sent to the server. this is usually a </a:t>
            </a:r>
            <a:r>
              <a:rPr lang="en-US" altLang="en-US" sz="2800" b="1" dirty="0">
                <a:solidFill>
                  <a:srgbClr val="0070C0"/>
                </a:solidFill>
              </a:rPr>
              <a:t>GET</a:t>
            </a:r>
            <a:r>
              <a:rPr lang="en-US" altLang="en-US" sz="2800" dirty="0"/>
              <a:t> request or a </a:t>
            </a:r>
            <a:r>
              <a:rPr lang="en-US" altLang="en-US" sz="2800" b="1" dirty="0">
                <a:solidFill>
                  <a:srgbClr val="0070C0"/>
                </a:solidFill>
              </a:rPr>
              <a:t>POST</a:t>
            </a:r>
            <a:r>
              <a:rPr lang="en-US" altLang="en-US" sz="2800" dirty="0"/>
              <a:t> (when a lot of data is being sent)</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The </a:t>
            </a:r>
            <a:r>
              <a:rPr lang="en-US" altLang="en-US" sz="2800" b="1" dirty="0">
                <a:solidFill>
                  <a:srgbClr val="0070C0"/>
                </a:solidFill>
              </a:rPr>
              <a:t>open</a:t>
            </a:r>
            <a:r>
              <a:rPr lang="en-US" altLang="en-US" sz="2800" dirty="0"/>
              <a:t> method of the </a:t>
            </a:r>
            <a:r>
              <a:rPr lang="en-US" altLang="en-US" sz="2800" b="1" dirty="0" err="1">
                <a:solidFill>
                  <a:srgbClr val="0070C0"/>
                </a:solidFill>
              </a:rPr>
              <a:t>XMLHttpRequest</a:t>
            </a:r>
            <a:r>
              <a:rPr lang="en-US" altLang="en-US" sz="2800" dirty="0"/>
              <a:t> replicates this kind of transaction in an Ajax call</a:t>
            </a: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400" dirty="0">
              <a:solidFill>
                <a:srgbClr val="000000"/>
              </a:solidFill>
            </a:endParaRP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400" dirty="0">
              <a:solidFill>
                <a:srgbClr val="000000"/>
              </a:solidFill>
            </a:endParaRPr>
          </a:p>
        </p:txBody>
      </p:sp>
    </p:spTree>
    <p:extLst>
      <p:ext uri="{BB962C8B-B14F-4D97-AF65-F5344CB8AC3E}">
        <p14:creationId xmlns:p14="http://schemas.microsoft.com/office/powerpoint/2010/main" val="36777070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err="1"/>
              <a:t>XMLHttpRequest</a:t>
            </a:r>
            <a:r>
              <a:rPr lang="en-IE" dirty="0"/>
              <a:t> - open</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22</a:t>
            </a:fld>
            <a:endParaRPr lang="en-GB" altLang="en-US" dirty="0"/>
          </a:p>
        </p:txBody>
      </p:sp>
      <p:sp>
        <p:nvSpPr>
          <p:cNvPr id="8" name="Content Placeholder 2">
            <a:extLst>
              <a:ext uri="{FF2B5EF4-FFF2-40B4-BE49-F238E27FC236}">
                <a16:creationId xmlns:a16="http://schemas.microsoft.com/office/drawing/2014/main" id="{2EB41EDE-0497-2349-81B6-4F83F0E12C9B}"/>
              </a:ext>
            </a:extLst>
          </p:cNvPr>
          <p:cNvSpPr>
            <a:spLocks noGrp="1" noChangeArrowheads="1"/>
          </p:cNvSpPr>
          <p:nvPr>
            <p:ph idx="1"/>
          </p:nvPr>
        </p:nvSpPr>
        <p:spPr>
          <a:xfrm>
            <a:off x="157163" y="1052513"/>
            <a:ext cx="8878887" cy="5330824"/>
          </a:xfrm>
        </p:spPr>
        <p:txBody>
          <a:bodyPr/>
          <a:lstStyle/>
          <a:p>
            <a:pPr marL="0" indent="0" eaLnBrk="1" hangingPunct="1">
              <a:lnSpc>
                <a:spcPct val="100000"/>
              </a:lnSpc>
              <a:spcBef>
                <a:spcPct val="20000"/>
              </a:spcBef>
              <a:buClr>
                <a:srgbClr val="000000"/>
              </a:buClr>
              <a:buNone/>
            </a:pPr>
            <a:r>
              <a:rPr lang="en-US" altLang="en-US" sz="2800" b="1" dirty="0"/>
              <a:t>Method</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The first argument of the open method is a string such as “</a:t>
            </a:r>
            <a:r>
              <a:rPr lang="en-US" altLang="en-US" sz="2800" b="1" dirty="0">
                <a:solidFill>
                  <a:srgbClr val="0070C0"/>
                </a:solidFill>
              </a:rPr>
              <a:t>GET</a:t>
            </a:r>
            <a:r>
              <a:rPr lang="en-US" altLang="en-US" sz="2800" dirty="0"/>
              <a:t>” or “</a:t>
            </a:r>
            <a:r>
              <a:rPr lang="en-US" altLang="en-US" sz="2800" b="1" dirty="0">
                <a:solidFill>
                  <a:srgbClr val="0070C0"/>
                </a:solidFill>
              </a:rPr>
              <a:t>POST</a:t>
            </a:r>
            <a:r>
              <a:rPr lang="en-US" altLang="en-US" sz="2800" dirty="0"/>
              <a:t>”</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Other methods include </a:t>
            </a:r>
            <a:r>
              <a:rPr lang="en-US" altLang="en-US" sz="2800" b="1" dirty="0">
                <a:solidFill>
                  <a:srgbClr val="0070C0"/>
                </a:solidFill>
              </a:rPr>
              <a:t>PUT</a:t>
            </a:r>
            <a:r>
              <a:rPr lang="en-US" altLang="en-US" sz="2800" dirty="0"/>
              <a:t>, </a:t>
            </a:r>
            <a:r>
              <a:rPr lang="en-US" altLang="en-US" sz="2800" b="1" dirty="0">
                <a:solidFill>
                  <a:srgbClr val="0070C0"/>
                </a:solidFill>
              </a:rPr>
              <a:t>DELETE</a:t>
            </a:r>
            <a:r>
              <a:rPr lang="en-US" altLang="en-US" sz="2800" dirty="0"/>
              <a:t> and </a:t>
            </a:r>
            <a:r>
              <a:rPr lang="en-US" altLang="en-US" sz="2800" b="1" dirty="0">
                <a:solidFill>
                  <a:srgbClr val="0070C0"/>
                </a:solidFill>
              </a:rPr>
              <a:t>HEAD</a:t>
            </a:r>
            <a:endParaRPr lang="en-US" altLang="en-US" sz="2800" dirty="0"/>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If you want to send data to the server use </a:t>
            </a:r>
            <a:r>
              <a:rPr lang="en-US" altLang="en-US" sz="2800" b="1" dirty="0">
                <a:solidFill>
                  <a:srgbClr val="0070C0"/>
                </a:solidFill>
              </a:rPr>
              <a:t>POST</a:t>
            </a:r>
            <a:endParaRPr lang="en-US" altLang="en-US" sz="2800" dirty="0"/>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b="1" dirty="0">
                <a:solidFill>
                  <a:srgbClr val="0070C0"/>
                </a:solidFill>
              </a:rPr>
              <a:t>GET</a:t>
            </a:r>
            <a:r>
              <a:rPr lang="en-US" altLang="en-US" sz="2800" dirty="0"/>
              <a:t> should never be used to send requests that will update something on the server</a:t>
            </a:r>
          </a:p>
          <a:p>
            <a:pPr marL="0" indent="0" eaLnBrk="1" hangingPunct="1">
              <a:lnSpc>
                <a:spcPct val="100000"/>
              </a:lnSpc>
              <a:spcBef>
                <a:spcPct val="20000"/>
              </a:spcBef>
              <a:buClr>
                <a:srgbClr val="000000"/>
              </a:buClr>
              <a:buNone/>
            </a:pPr>
            <a:r>
              <a:rPr lang="en-US" altLang="en-US" sz="2800" b="1" dirty="0"/>
              <a:t>URL</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The second argument of the </a:t>
            </a:r>
            <a:r>
              <a:rPr lang="en-US" altLang="en-US" sz="2800" b="1" dirty="0">
                <a:solidFill>
                  <a:srgbClr val="0070C0"/>
                </a:solidFill>
              </a:rPr>
              <a:t>open</a:t>
            </a:r>
            <a:r>
              <a:rPr lang="en-US" altLang="en-US" sz="2800" dirty="0"/>
              <a:t> method is a string that contains a </a:t>
            </a:r>
            <a:r>
              <a:rPr lang="en-US" altLang="en-US" sz="2800" u="sng" dirty="0"/>
              <a:t>path to the file on the server </a:t>
            </a:r>
            <a:r>
              <a:rPr lang="en-US" altLang="en-US" sz="2800" dirty="0"/>
              <a:t>that you want to request</a:t>
            </a: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400" dirty="0">
              <a:solidFill>
                <a:srgbClr val="000000"/>
              </a:solidFill>
            </a:endParaRP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400" dirty="0">
              <a:solidFill>
                <a:srgbClr val="000000"/>
              </a:solidFill>
            </a:endParaRPr>
          </a:p>
        </p:txBody>
      </p:sp>
    </p:spTree>
    <p:extLst>
      <p:ext uri="{BB962C8B-B14F-4D97-AF65-F5344CB8AC3E}">
        <p14:creationId xmlns:p14="http://schemas.microsoft.com/office/powerpoint/2010/main" val="29358885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err="1"/>
              <a:t>XMLHttpRequest</a:t>
            </a:r>
            <a:r>
              <a:rPr lang="en-IE" dirty="0"/>
              <a:t> - open</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23</a:t>
            </a:fld>
            <a:endParaRPr lang="en-GB" altLang="en-US" dirty="0"/>
          </a:p>
        </p:txBody>
      </p:sp>
      <p:sp>
        <p:nvSpPr>
          <p:cNvPr id="8" name="Content Placeholder 2">
            <a:extLst>
              <a:ext uri="{FF2B5EF4-FFF2-40B4-BE49-F238E27FC236}">
                <a16:creationId xmlns:a16="http://schemas.microsoft.com/office/drawing/2014/main" id="{2EB41EDE-0497-2349-81B6-4F83F0E12C9B}"/>
              </a:ext>
            </a:extLst>
          </p:cNvPr>
          <p:cNvSpPr>
            <a:spLocks noGrp="1" noChangeArrowheads="1"/>
          </p:cNvSpPr>
          <p:nvPr>
            <p:ph idx="1"/>
          </p:nvPr>
        </p:nvSpPr>
        <p:spPr>
          <a:xfrm>
            <a:off x="157163" y="1052513"/>
            <a:ext cx="8878887" cy="5330824"/>
          </a:xfrm>
        </p:spPr>
        <p:txBody>
          <a:bodyPr/>
          <a:lstStyle/>
          <a:p>
            <a:pPr marL="0" indent="0" eaLnBrk="1" hangingPunct="1">
              <a:lnSpc>
                <a:spcPct val="100000"/>
              </a:lnSpc>
              <a:spcBef>
                <a:spcPct val="20000"/>
              </a:spcBef>
              <a:buClr>
                <a:srgbClr val="000000"/>
              </a:buClr>
              <a:buNone/>
            </a:pPr>
            <a:r>
              <a:rPr lang="en-US" altLang="en-US" sz="2800" b="1" dirty="0"/>
              <a:t>Asynchronous</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As well as the two required parameters, request method and URL, the </a:t>
            </a:r>
            <a:r>
              <a:rPr lang="en-US" altLang="en-US" sz="2800" b="1" dirty="0">
                <a:solidFill>
                  <a:srgbClr val="0070C0"/>
                </a:solidFill>
              </a:rPr>
              <a:t>open</a:t>
            </a:r>
            <a:r>
              <a:rPr lang="en-US" altLang="en-US" sz="2800" dirty="0"/>
              <a:t> method also accepts some optional arguments.</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A boolean value of </a:t>
            </a:r>
            <a:r>
              <a:rPr lang="en-US" altLang="en-US" sz="2800" b="1" dirty="0">
                <a:solidFill>
                  <a:srgbClr val="0070C0"/>
                </a:solidFill>
              </a:rPr>
              <a:t>true</a:t>
            </a:r>
            <a:r>
              <a:rPr lang="en-US" altLang="en-US" sz="2800" dirty="0"/>
              <a:t> or </a:t>
            </a:r>
            <a:r>
              <a:rPr lang="en-US" altLang="en-US" sz="2800" b="1" dirty="0">
                <a:solidFill>
                  <a:srgbClr val="0070C0"/>
                </a:solidFill>
              </a:rPr>
              <a:t>false</a:t>
            </a:r>
            <a:r>
              <a:rPr lang="en-US" altLang="en-US" sz="2800" dirty="0"/>
              <a:t> as a third argument specifies if the request should be sent </a:t>
            </a:r>
            <a:r>
              <a:rPr lang="en-US" altLang="en-US" sz="2800" b="1" i="1" u="sng" dirty="0"/>
              <a:t>asynchronously</a:t>
            </a:r>
            <a:r>
              <a:rPr lang="en-US" altLang="en-US" sz="2800" dirty="0"/>
              <a:t> or not. It the parameter is set to </a:t>
            </a:r>
            <a:r>
              <a:rPr lang="en-US" altLang="en-US" sz="2800" b="1" dirty="0">
                <a:solidFill>
                  <a:srgbClr val="0070C0"/>
                </a:solidFill>
              </a:rPr>
              <a:t>true</a:t>
            </a:r>
            <a:r>
              <a:rPr lang="en-US" altLang="en-US" sz="2800" dirty="0"/>
              <a:t>, then the processing of the script </a:t>
            </a:r>
            <a:r>
              <a:rPr lang="en-US" altLang="en-US" sz="2800" b="1" u="sng" dirty="0"/>
              <a:t>will not stop waiting </a:t>
            </a:r>
            <a:r>
              <a:rPr lang="en-US" altLang="en-US" sz="2800" dirty="0"/>
              <a:t>for a response from the server</a:t>
            </a: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400" dirty="0">
              <a:solidFill>
                <a:srgbClr val="000000"/>
              </a:solidFill>
            </a:endParaRP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400" dirty="0">
              <a:solidFill>
                <a:srgbClr val="000000"/>
              </a:solidFill>
            </a:endParaRPr>
          </a:p>
        </p:txBody>
      </p:sp>
      <p:pic>
        <p:nvPicPr>
          <p:cNvPr id="9" name="Picture 8">
            <a:extLst>
              <a:ext uri="{FF2B5EF4-FFF2-40B4-BE49-F238E27FC236}">
                <a16:creationId xmlns:a16="http://schemas.microsoft.com/office/drawing/2014/main" id="{70F05A3B-44B5-4E47-8449-BCE5EA06E5E4}"/>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539552" y="5301209"/>
            <a:ext cx="7170177" cy="587528"/>
          </a:xfrm>
          <a:prstGeom prst="rect">
            <a:avLst/>
          </a:prstGeom>
        </p:spPr>
      </p:pic>
    </p:spTree>
    <p:extLst>
      <p:ext uri="{BB962C8B-B14F-4D97-AF65-F5344CB8AC3E}">
        <p14:creationId xmlns:p14="http://schemas.microsoft.com/office/powerpoint/2010/main" val="42407379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err="1"/>
              <a:t>XMLHttpRequest</a:t>
            </a:r>
            <a:r>
              <a:rPr lang="en-IE" dirty="0"/>
              <a:t> - open</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24</a:t>
            </a:fld>
            <a:endParaRPr lang="en-GB" altLang="en-US" dirty="0"/>
          </a:p>
        </p:txBody>
      </p:sp>
      <p:sp>
        <p:nvSpPr>
          <p:cNvPr id="8" name="Content Placeholder 2">
            <a:extLst>
              <a:ext uri="{FF2B5EF4-FFF2-40B4-BE49-F238E27FC236}">
                <a16:creationId xmlns:a16="http://schemas.microsoft.com/office/drawing/2014/main" id="{2EB41EDE-0497-2349-81B6-4F83F0E12C9B}"/>
              </a:ext>
            </a:extLst>
          </p:cNvPr>
          <p:cNvSpPr>
            <a:spLocks noGrp="1" noChangeArrowheads="1"/>
          </p:cNvSpPr>
          <p:nvPr>
            <p:ph idx="1"/>
          </p:nvPr>
        </p:nvSpPr>
        <p:spPr>
          <a:xfrm>
            <a:off x="157163" y="1052513"/>
            <a:ext cx="8878887" cy="5330824"/>
          </a:xfrm>
        </p:spPr>
        <p:txBody>
          <a:bodyPr/>
          <a:lstStyle/>
          <a:p>
            <a:pPr marL="0" indent="0" eaLnBrk="1" hangingPunct="1">
              <a:lnSpc>
                <a:spcPct val="100000"/>
              </a:lnSpc>
              <a:spcBef>
                <a:spcPct val="20000"/>
              </a:spcBef>
              <a:buClr>
                <a:srgbClr val="000000"/>
              </a:buClr>
              <a:buNone/>
            </a:pPr>
            <a:r>
              <a:rPr lang="en-US" altLang="en-US" sz="2800" b="1" dirty="0"/>
              <a:t>Username and Password</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Two other optional arguments may be included in the </a:t>
            </a:r>
            <a:r>
              <a:rPr lang="en-US" altLang="en-US" sz="2800" b="1" dirty="0">
                <a:solidFill>
                  <a:srgbClr val="0070C0"/>
                </a:solidFill>
              </a:rPr>
              <a:t>open</a:t>
            </a:r>
            <a:r>
              <a:rPr lang="en-US" altLang="en-US" sz="2800" dirty="0"/>
              <a:t> method, which are user name and password</a:t>
            </a: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400" dirty="0">
              <a:solidFill>
                <a:srgbClr val="000000"/>
              </a:solidFill>
            </a:endParaRP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400" dirty="0">
              <a:solidFill>
                <a:srgbClr val="000000"/>
              </a:solidFill>
            </a:endParaRPr>
          </a:p>
        </p:txBody>
      </p:sp>
      <p:pic>
        <p:nvPicPr>
          <p:cNvPr id="9" name="Picture 8">
            <a:extLst>
              <a:ext uri="{FF2B5EF4-FFF2-40B4-BE49-F238E27FC236}">
                <a16:creationId xmlns:a16="http://schemas.microsoft.com/office/drawing/2014/main" id="{DBFED963-B891-7846-8C89-25468899F8C3}"/>
              </a:ext>
            </a:extLst>
          </p:cNvPr>
          <p:cNvPicPr>
            <a:picLocks noChangeAspect="1"/>
          </p:cNvPicPr>
          <p:nvPr/>
        </p:nvPicPr>
        <p:blipFill>
          <a:blip r:embed="rId4"/>
          <a:stretch>
            <a:fillRect/>
          </a:stretch>
        </p:blipFill>
        <p:spPr>
          <a:xfrm>
            <a:off x="488104" y="2799647"/>
            <a:ext cx="5647506" cy="911705"/>
          </a:xfrm>
          <a:prstGeom prst="rect">
            <a:avLst/>
          </a:prstGeom>
        </p:spPr>
      </p:pic>
    </p:spTree>
    <p:extLst>
      <p:ext uri="{BB962C8B-B14F-4D97-AF65-F5344CB8AC3E}">
        <p14:creationId xmlns:p14="http://schemas.microsoft.com/office/powerpoint/2010/main" val="23234710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err="1"/>
              <a:t>XMLHttpRequest</a:t>
            </a:r>
            <a:r>
              <a:rPr lang="en-IE" dirty="0"/>
              <a:t> - send</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25</a:t>
            </a:fld>
            <a:endParaRPr lang="en-GB" altLang="en-US" dirty="0"/>
          </a:p>
        </p:txBody>
      </p:sp>
      <p:sp>
        <p:nvSpPr>
          <p:cNvPr id="8" name="Content Placeholder 2">
            <a:extLst>
              <a:ext uri="{FF2B5EF4-FFF2-40B4-BE49-F238E27FC236}">
                <a16:creationId xmlns:a16="http://schemas.microsoft.com/office/drawing/2014/main" id="{2EB41EDE-0497-2349-81B6-4F83F0E12C9B}"/>
              </a:ext>
            </a:extLst>
          </p:cNvPr>
          <p:cNvSpPr>
            <a:spLocks noGrp="1" noChangeArrowheads="1"/>
          </p:cNvSpPr>
          <p:nvPr>
            <p:ph idx="1"/>
          </p:nvPr>
        </p:nvSpPr>
        <p:spPr>
          <a:xfrm>
            <a:off x="157163" y="1052513"/>
            <a:ext cx="8878887" cy="5330824"/>
          </a:xfrm>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The </a:t>
            </a:r>
            <a:r>
              <a:rPr lang="en-US" altLang="en-US" sz="2800" b="1" dirty="0">
                <a:solidFill>
                  <a:srgbClr val="0070C0"/>
                </a:solidFill>
              </a:rPr>
              <a:t>open</a:t>
            </a:r>
            <a:r>
              <a:rPr lang="en-US" altLang="en-US" sz="2800" dirty="0"/>
              <a:t> method specifies the details of an Ajax request, but it doesn’t initiate the request </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The </a:t>
            </a:r>
            <a:r>
              <a:rPr lang="en-US" altLang="en-US" sz="2800" b="1" dirty="0">
                <a:solidFill>
                  <a:srgbClr val="0070C0"/>
                </a:solidFill>
              </a:rPr>
              <a:t>send</a:t>
            </a:r>
            <a:r>
              <a:rPr lang="en-US" altLang="en-US" sz="2800" dirty="0"/>
              <a:t> method initiates the request</a:t>
            </a: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400" dirty="0">
              <a:solidFill>
                <a:srgbClr val="000000"/>
              </a:solidFill>
            </a:endParaRP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400" dirty="0">
              <a:solidFill>
                <a:srgbClr val="000000"/>
              </a:solidFill>
            </a:endParaRPr>
          </a:p>
        </p:txBody>
      </p:sp>
      <p:pic>
        <p:nvPicPr>
          <p:cNvPr id="9" name="Picture 8">
            <a:extLst>
              <a:ext uri="{FF2B5EF4-FFF2-40B4-BE49-F238E27FC236}">
                <a16:creationId xmlns:a16="http://schemas.microsoft.com/office/drawing/2014/main" id="{74F468E5-4661-F242-91D5-C7142685A453}"/>
              </a:ext>
            </a:extLst>
          </p:cNvPr>
          <p:cNvPicPr>
            <a:picLocks noChangeAspect="1"/>
          </p:cNvPicPr>
          <p:nvPr/>
        </p:nvPicPr>
        <p:blipFill>
          <a:blip r:embed="rId4"/>
          <a:stretch>
            <a:fillRect/>
          </a:stretch>
        </p:blipFill>
        <p:spPr>
          <a:xfrm>
            <a:off x="628649" y="2797174"/>
            <a:ext cx="6319615" cy="3095758"/>
          </a:xfrm>
          <a:prstGeom prst="rect">
            <a:avLst/>
          </a:prstGeom>
        </p:spPr>
      </p:pic>
    </p:spTree>
    <p:extLst>
      <p:ext uri="{BB962C8B-B14F-4D97-AF65-F5344CB8AC3E}">
        <p14:creationId xmlns:p14="http://schemas.microsoft.com/office/powerpoint/2010/main" val="20384336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err="1"/>
              <a:t>XMLHttpRequest</a:t>
            </a:r>
            <a:r>
              <a:rPr lang="en-IE" dirty="0"/>
              <a:t> – send with POST</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26</a:t>
            </a:fld>
            <a:endParaRPr lang="en-GB" altLang="en-US" dirty="0"/>
          </a:p>
        </p:txBody>
      </p:sp>
      <p:sp>
        <p:nvSpPr>
          <p:cNvPr id="8" name="Content Placeholder 2">
            <a:extLst>
              <a:ext uri="{FF2B5EF4-FFF2-40B4-BE49-F238E27FC236}">
                <a16:creationId xmlns:a16="http://schemas.microsoft.com/office/drawing/2014/main" id="{2EB41EDE-0497-2349-81B6-4F83F0E12C9B}"/>
              </a:ext>
            </a:extLst>
          </p:cNvPr>
          <p:cNvSpPr>
            <a:spLocks noGrp="1" noChangeArrowheads="1"/>
          </p:cNvSpPr>
          <p:nvPr>
            <p:ph idx="1"/>
          </p:nvPr>
        </p:nvSpPr>
        <p:spPr>
          <a:xfrm>
            <a:off x="176213" y="883444"/>
            <a:ext cx="8878887" cy="5330824"/>
          </a:xfrm>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When data is sent with the </a:t>
            </a:r>
            <a:r>
              <a:rPr lang="en-US" altLang="en-US" sz="2800" b="1" dirty="0">
                <a:solidFill>
                  <a:srgbClr val="0070C0"/>
                </a:solidFill>
              </a:rPr>
              <a:t>POST</a:t>
            </a:r>
            <a:r>
              <a:rPr lang="en-US" altLang="en-US" sz="2800" dirty="0"/>
              <a:t> method, the data must be sent as a query string i.e. name – value pairs joined by ampersands and URL encoded. This means spaces become plus signs and non-alphanumeric characters as hex values </a:t>
            </a:r>
            <a:endParaRPr lang="en-US" altLang="en-US" sz="2400" dirty="0">
              <a:solidFill>
                <a:srgbClr val="000000"/>
              </a:solidFill>
            </a:endParaRP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400" dirty="0">
              <a:solidFill>
                <a:srgbClr val="000000"/>
              </a:solidFill>
            </a:endParaRPr>
          </a:p>
        </p:txBody>
      </p:sp>
      <p:pic>
        <p:nvPicPr>
          <p:cNvPr id="7" name="Picture 6">
            <a:extLst>
              <a:ext uri="{FF2B5EF4-FFF2-40B4-BE49-F238E27FC236}">
                <a16:creationId xmlns:a16="http://schemas.microsoft.com/office/drawing/2014/main" id="{119E1A7C-1418-424F-A707-0BE18B1A0BF1}"/>
              </a:ext>
            </a:extLst>
          </p:cNvPr>
          <p:cNvPicPr>
            <a:picLocks noChangeAspect="1"/>
          </p:cNvPicPr>
          <p:nvPr/>
        </p:nvPicPr>
        <p:blipFill>
          <a:blip r:embed="rId4"/>
          <a:stretch>
            <a:fillRect/>
          </a:stretch>
        </p:blipFill>
        <p:spPr>
          <a:xfrm>
            <a:off x="399267" y="3212976"/>
            <a:ext cx="8568520" cy="2592288"/>
          </a:xfrm>
          <a:prstGeom prst="rect">
            <a:avLst/>
          </a:prstGeom>
        </p:spPr>
      </p:pic>
    </p:spTree>
    <p:extLst>
      <p:ext uri="{BB962C8B-B14F-4D97-AF65-F5344CB8AC3E}">
        <p14:creationId xmlns:p14="http://schemas.microsoft.com/office/powerpoint/2010/main" val="36104057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err="1"/>
              <a:t>XMLHttpRequest</a:t>
            </a:r>
            <a:r>
              <a:rPr lang="en-IE" dirty="0"/>
              <a:t> – receiving a response</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27</a:t>
            </a:fld>
            <a:endParaRPr lang="en-GB" altLang="en-US" dirty="0"/>
          </a:p>
        </p:txBody>
      </p:sp>
      <p:sp>
        <p:nvSpPr>
          <p:cNvPr id="8" name="Content Placeholder 2">
            <a:extLst>
              <a:ext uri="{FF2B5EF4-FFF2-40B4-BE49-F238E27FC236}">
                <a16:creationId xmlns:a16="http://schemas.microsoft.com/office/drawing/2014/main" id="{2EB41EDE-0497-2349-81B6-4F83F0E12C9B}"/>
              </a:ext>
            </a:extLst>
          </p:cNvPr>
          <p:cNvSpPr>
            <a:spLocks noGrp="1" noChangeArrowheads="1"/>
          </p:cNvSpPr>
          <p:nvPr>
            <p:ph idx="1"/>
          </p:nvPr>
        </p:nvSpPr>
        <p:spPr>
          <a:xfrm>
            <a:off x="157609" y="883444"/>
            <a:ext cx="8878887" cy="5330824"/>
          </a:xfrm>
        </p:spPr>
        <p:txBody>
          <a:bodyPr/>
          <a:lstStyle/>
          <a:p>
            <a:pPr marL="533400" indent="-533400" eaLnBrk="1" hangingPunct="1">
              <a:spcBef>
                <a:spcPct val="20000"/>
              </a:spcBef>
              <a:buClr>
                <a:srgbClr val="000000"/>
              </a:buClr>
              <a:buSzPct val="100000"/>
              <a:buFont typeface="Times New Roman" panose="02020603050405020304" pitchFamily="18" charset="0"/>
              <a:buNone/>
            </a:pPr>
            <a:r>
              <a:rPr lang="en-IE" altLang="en-US" sz="3600" dirty="0">
                <a:solidFill>
                  <a:srgbClr val="000000"/>
                </a:solidFill>
              </a:rPr>
              <a:t>The </a:t>
            </a:r>
            <a:r>
              <a:rPr lang="en-IE" altLang="en-US" sz="3600" dirty="0" err="1">
                <a:solidFill>
                  <a:srgbClr val="0070C0"/>
                </a:solidFill>
              </a:rPr>
              <a:t>readyState</a:t>
            </a:r>
            <a:r>
              <a:rPr lang="en-IE" altLang="en-US" sz="3600" dirty="0">
                <a:solidFill>
                  <a:srgbClr val="000000"/>
                </a:solidFill>
              </a:rPr>
              <a:t> property indicates the current state of an Ajax request</a:t>
            </a:r>
          </a:p>
          <a:p>
            <a:pPr marL="533400" indent="-533400" eaLnBrk="1" hangingPunct="1">
              <a:spcBef>
                <a:spcPct val="20000"/>
              </a:spcBef>
              <a:buClr>
                <a:srgbClr val="000000"/>
              </a:buClr>
              <a:buSzPct val="100000"/>
              <a:buFont typeface="Times New Roman" panose="02020603050405020304" pitchFamily="18" charset="0"/>
              <a:buNone/>
            </a:pPr>
            <a:r>
              <a:rPr lang="en-IE" altLang="en-US" sz="3600" dirty="0">
                <a:solidFill>
                  <a:srgbClr val="000000"/>
                </a:solidFill>
              </a:rPr>
              <a:t>Its value is numerical</a:t>
            </a:r>
          </a:p>
          <a:p>
            <a:pPr marL="914400" lvl="1" indent="-457200" eaLnBrk="1" hangingPunct="1">
              <a:spcBef>
                <a:spcPct val="20000"/>
              </a:spcBef>
              <a:buClr>
                <a:srgbClr val="000000"/>
              </a:buClr>
              <a:buFont typeface="Times New Roman" panose="02020603050405020304" pitchFamily="18" charset="0"/>
              <a:buNone/>
            </a:pPr>
            <a:r>
              <a:rPr lang="en-IE" altLang="en-US" sz="2800" dirty="0">
                <a:solidFill>
                  <a:srgbClr val="0066FF"/>
                </a:solidFill>
              </a:rPr>
              <a:t>0</a:t>
            </a:r>
            <a:r>
              <a:rPr lang="en-IE" altLang="en-US" sz="2800" dirty="0">
                <a:solidFill>
                  <a:srgbClr val="000000"/>
                </a:solidFill>
              </a:rPr>
              <a:t>	</a:t>
            </a:r>
            <a:r>
              <a:rPr lang="en-IE" altLang="en-US" sz="2800" dirty="0" err="1">
                <a:solidFill>
                  <a:srgbClr val="000000"/>
                </a:solidFill>
              </a:rPr>
              <a:t>Unitialized</a:t>
            </a:r>
            <a:r>
              <a:rPr lang="en-IE" altLang="en-US" sz="2800" dirty="0">
                <a:solidFill>
                  <a:srgbClr val="000000"/>
                </a:solidFill>
              </a:rPr>
              <a:t>. The </a:t>
            </a:r>
            <a:r>
              <a:rPr lang="en-IE" altLang="en-US" sz="2800" dirty="0">
                <a:solidFill>
                  <a:srgbClr val="0070C0"/>
                </a:solidFill>
              </a:rPr>
              <a:t>open</a:t>
            </a:r>
            <a:r>
              <a:rPr lang="en-IE" altLang="en-US" sz="2800" dirty="0">
                <a:solidFill>
                  <a:srgbClr val="0066FF"/>
                </a:solidFill>
              </a:rPr>
              <a:t> </a:t>
            </a:r>
            <a:r>
              <a:rPr lang="en-IE" altLang="en-US" sz="2800" dirty="0">
                <a:solidFill>
                  <a:srgbClr val="000000"/>
                </a:solidFill>
              </a:rPr>
              <a:t>method hasn’t been called </a:t>
            </a:r>
          </a:p>
          <a:p>
            <a:pPr marL="914400" lvl="1" indent="-457200" eaLnBrk="1" hangingPunct="1">
              <a:spcBef>
                <a:spcPct val="20000"/>
              </a:spcBef>
              <a:buClr>
                <a:srgbClr val="0066FF"/>
              </a:buClr>
              <a:buFontTx/>
              <a:buAutoNum type="arabicPlain"/>
            </a:pPr>
            <a:r>
              <a:rPr lang="en-IE" altLang="en-US" sz="2800" dirty="0">
                <a:solidFill>
                  <a:srgbClr val="000000"/>
                </a:solidFill>
              </a:rPr>
              <a:t>Loading. The </a:t>
            </a:r>
            <a:r>
              <a:rPr lang="en-IE" altLang="en-US" sz="2800" dirty="0">
                <a:solidFill>
                  <a:srgbClr val="0070C0"/>
                </a:solidFill>
              </a:rPr>
              <a:t>open</a:t>
            </a:r>
            <a:r>
              <a:rPr lang="en-IE" altLang="en-US" sz="2800" dirty="0">
                <a:solidFill>
                  <a:srgbClr val="000000"/>
                </a:solidFill>
              </a:rPr>
              <a:t> method has been called, but the </a:t>
            </a:r>
            <a:r>
              <a:rPr lang="en-IE" altLang="en-US" sz="2800" dirty="0">
                <a:solidFill>
                  <a:srgbClr val="0070C0"/>
                </a:solidFill>
              </a:rPr>
              <a:t>send</a:t>
            </a:r>
            <a:r>
              <a:rPr lang="en-IE" altLang="en-US" sz="2800" dirty="0">
                <a:solidFill>
                  <a:srgbClr val="000000"/>
                </a:solidFill>
              </a:rPr>
              <a:t> method hasn’t</a:t>
            </a:r>
          </a:p>
          <a:p>
            <a:pPr marL="914400" lvl="1" indent="-457200" eaLnBrk="1" hangingPunct="1">
              <a:spcBef>
                <a:spcPct val="20000"/>
              </a:spcBef>
              <a:buClr>
                <a:srgbClr val="0066FF"/>
              </a:buClr>
              <a:buFontTx/>
              <a:buAutoNum type="arabicPlain"/>
            </a:pPr>
            <a:r>
              <a:rPr lang="en-IE" altLang="en-US" sz="2800" dirty="0">
                <a:solidFill>
                  <a:srgbClr val="000000"/>
                </a:solidFill>
              </a:rPr>
              <a:t>Loaded. The </a:t>
            </a:r>
            <a:r>
              <a:rPr lang="en-IE" altLang="en-US" sz="2800" dirty="0">
                <a:solidFill>
                  <a:srgbClr val="0070C0"/>
                </a:solidFill>
              </a:rPr>
              <a:t>send</a:t>
            </a:r>
            <a:r>
              <a:rPr lang="en-IE" altLang="en-US" sz="2800" dirty="0">
                <a:solidFill>
                  <a:srgbClr val="000000"/>
                </a:solidFill>
              </a:rPr>
              <a:t> method has been called. The request has begun</a:t>
            </a:r>
          </a:p>
          <a:p>
            <a:pPr marL="914400" lvl="1" indent="-457200" eaLnBrk="1" hangingPunct="1">
              <a:spcBef>
                <a:spcPct val="20000"/>
              </a:spcBef>
              <a:buClr>
                <a:srgbClr val="0066FF"/>
              </a:buClr>
              <a:buFontTx/>
              <a:buAutoNum type="arabicPlain" startAt="3"/>
            </a:pPr>
            <a:r>
              <a:rPr lang="en-IE" altLang="en-US" sz="2800" dirty="0">
                <a:solidFill>
                  <a:srgbClr val="000000"/>
                </a:solidFill>
              </a:rPr>
              <a:t>Interactive. The server is in the process of sending a response</a:t>
            </a:r>
          </a:p>
          <a:p>
            <a:pPr marL="914400" lvl="1" indent="-457200" eaLnBrk="1" hangingPunct="1">
              <a:spcBef>
                <a:spcPct val="20000"/>
              </a:spcBef>
              <a:buClr>
                <a:srgbClr val="0066FF"/>
              </a:buClr>
              <a:buFontTx/>
              <a:buAutoNum type="arabicPlain" startAt="3"/>
            </a:pPr>
            <a:r>
              <a:rPr lang="en-IE" altLang="en-US" sz="2800" dirty="0">
                <a:solidFill>
                  <a:srgbClr val="000000"/>
                </a:solidFill>
              </a:rPr>
              <a:t>Complete. The server has finished sending a response</a:t>
            </a:r>
          </a:p>
          <a:p>
            <a:pPr marL="342900" lvl="1" indent="0" eaLnBrk="1" hangingPunct="1">
              <a:lnSpc>
                <a:spcPct val="100000"/>
              </a:lnSpc>
              <a:spcBef>
                <a:spcPct val="20000"/>
              </a:spcBef>
              <a:buClr>
                <a:srgbClr val="000000"/>
              </a:buClr>
              <a:buNone/>
            </a:pPr>
            <a:endParaRPr lang="en-US" altLang="en-US" sz="2400" dirty="0">
              <a:solidFill>
                <a:srgbClr val="000000"/>
              </a:solidFill>
            </a:endParaRPr>
          </a:p>
        </p:txBody>
      </p:sp>
    </p:spTree>
    <p:extLst>
      <p:ext uri="{BB962C8B-B14F-4D97-AF65-F5344CB8AC3E}">
        <p14:creationId xmlns:p14="http://schemas.microsoft.com/office/powerpoint/2010/main" val="41655725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err="1"/>
              <a:t>XMLHttpRequest</a:t>
            </a:r>
            <a:r>
              <a:rPr lang="en-IE" dirty="0"/>
              <a:t> – receiving a response</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28</a:t>
            </a:fld>
            <a:endParaRPr lang="en-GB" altLang="en-US" dirty="0"/>
          </a:p>
        </p:txBody>
      </p:sp>
      <p:sp>
        <p:nvSpPr>
          <p:cNvPr id="8" name="Content Placeholder 2">
            <a:extLst>
              <a:ext uri="{FF2B5EF4-FFF2-40B4-BE49-F238E27FC236}">
                <a16:creationId xmlns:a16="http://schemas.microsoft.com/office/drawing/2014/main" id="{2EB41EDE-0497-2349-81B6-4F83F0E12C9B}"/>
              </a:ext>
            </a:extLst>
          </p:cNvPr>
          <p:cNvSpPr>
            <a:spLocks noGrp="1" noChangeArrowheads="1"/>
          </p:cNvSpPr>
          <p:nvPr>
            <p:ph idx="1"/>
          </p:nvPr>
        </p:nvSpPr>
        <p:spPr>
          <a:xfrm>
            <a:off x="176213" y="883444"/>
            <a:ext cx="8878887" cy="5330824"/>
          </a:xfrm>
        </p:spPr>
        <p:txBody>
          <a:bodyPr/>
          <a:lstStyle/>
          <a:p>
            <a:pPr marL="342900" indent="-342900" eaLnBrk="1" hangingPunct="1">
              <a:lnSpc>
                <a:spcPct val="100000"/>
              </a:lnSpc>
              <a:spcBef>
                <a:spcPct val="20000"/>
              </a:spcBef>
              <a:buClr>
                <a:srgbClr val="000000"/>
              </a:buClr>
              <a:buSzPct val="100000"/>
              <a:buFont typeface="Times New Roman" panose="02020603050405020304" pitchFamily="18" charset="0"/>
              <a:buChar char="•"/>
            </a:pPr>
            <a:r>
              <a:rPr lang="en-US" altLang="en-US" sz="3600" u="sng" dirty="0"/>
              <a:t>Every time </a:t>
            </a:r>
            <a:r>
              <a:rPr lang="en-US" altLang="en-US" sz="3600" dirty="0"/>
              <a:t>the value of </a:t>
            </a:r>
            <a:r>
              <a:rPr lang="en-US" altLang="en-US" sz="3600" dirty="0" err="1">
                <a:solidFill>
                  <a:srgbClr val="0070C0"/>
                </a:solidFill>
              </a:rPr>
              <a:t>readyState</a:t>
            </a:r>
            <a:r>
              <a:rPr lang="en-US" altLang="en-US" sz="3600" dirty="0"/>
              <a:t> changes, the </a:t>
            </a:r>
            <a:r>
              <a:rPr lang="en-US" altLang="en-US" sz="3600" dirty="0" err="1">
                <a:solidFill>
                  <a:srgbClr val="0070C0"/>
                </a:solidFill>
              </a:rPr>
              <a:t>readystatechange</a:t>
            </a:r>
            <a:r>
              <a:rPr lang="en-US" altLang="en-US" sz="3600" dirty="0"/>
              <a:t> event is triggered</a:t>
            </a:r>
            <a:endParaRPr lang="en-IE" altLang="en-US" sz="3600" dirty="0"/>
          </a:p>
          <a:p>
            <a:pPr marL="342900" indent="-342900" eaLnBrk="1" hangingPunct="1">
              <a:lnSpc>
                <a:spcPct val="100000"/>
              </a:lnSpc>
              <a:spcBef>
                <a:spcPct val="20000"/>
              </a:spcBef>
              <a:buClr>
                <a:srgbClr val="000000"/>
              </a:buClr>
              <a:buSzPct val="100000"/>
              <a:buFont typeface="Times New Roman" panose="02020603050405020304" pitchFamily="18" charset="0"/>
              <a:buChar char="•"/>
            </a:pPr>
            <a:r>
              <a:rPr lang="en-IE" altLang="en-US" sz="3600" dirty="0"/>
              <a:t>Must check </a:t>
            </a:r>
            <a:r>
              <a:rPr lang="en-IE" altLang="en-US" sz="3600" dirty="0" err="1">
                <a:solidFill>
                  <a:srgbClr val="0070C0"/>
                </a:solidFill>
              </a:rPr>
              <a:t>readyState</a:t>
            </a:r>
            <a:r>
              <a:rPr lang="en-IE" altLang="en-US" sz="3600" dirty="0"/>
              <a:t> to see if completed</a:t>
            </a:r>
          </a:p>
          <a:p>
            <a:pPr marL="533400" indent="-533400" eaLnBrk="1" hangingPunct="1">
              <a:spcBef>
                <a:spcPct val="20000"/>
              </a:spcBef>
              <a:buClr>
                <a:srgbClr val="000000"/>
              </a:buClr>
              <a:buSzPct val="100000"/>
              <a:buFont typeface="Times New Roman" panose="02020603050405020304" pitchFamily="18" charset="0"/>
              <a:buNone/>
            </a:pPr>
            <a:endParaRPr lang="en-IE" altLang="en-US" sz="4400" dirty="0">
              <a:solidFill>
                <a:srgbClr val="000000"/>
              </a:solidFill>
            </a:endParaRPr>
          </a:p>
          <a:p>
            <a:pPr marL="342900" lvl="1" indent="0" eaLnBrk="1" hangingPunct="1">
              <a:lnSpc>
                <a:spcPct val="100000"/>
              </a:lnSpc>
              <a:spcBef>
                <a:spcPct val="20000"/>
              </a:spcBef>
              <a:buClr>
                <a:srgbClr val="000000"/>
              </a:buClr>
              <a:buNone/>
            </a:pPr>
            <a:endParaRPr lang="en-US" altLang="en-US" sz="3200" dirty="0">
              <a:solidFill>
                <a:srgbClr val="000000"/>
              </a:solidFill>
            </a:endParaRPr>
          </a:p>
        </p:txBody>
      </p:sp>
      <p:pic>
        <p:nvPicPr>
          <p:cNvPr id="9" name="Picture 8" descr="A screenshot of a cell phone&#10;&#10;Description automatically generated">
            <a:extLst>
              <a:ext uri="{FF2B5EF4-FFF2-40B4-BE49-F238E27FC236}">
                <a16:creationId xmlns:a16="http://schemas.microsoft.com/office/drawing/2014/main" id="{B899603E-CE11-4DF9-A2C7-E2BFEA533027}"/>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39502" y="3068960"/>
            <a:ext cx="9041599" cy="2664296"/>
          </a:xfrm>
          <a:prstGeom prst="rect">
            <a:avLst/>
          </a:prstGeom>
        </p:spPr>
      </p:pic>
      <p:sp>
        <p:nvSpPr>
          <p:cNvPr id="10" name="Rectangle: Rounded Corners 9">
            <a:extLst>
              <a:ext uri="{FF2B5EF4-FFF2-40B4-BE49-F238E27FC236}">
                <a16:creationId xmlns:a16="http://schemas.microsoft.com/office/drawing/2014/main" id="{EE02B94C-F5A7-47BF-974A-9A126EA463C9}"/>
              </a:ext>
            </a:extLst>
          </p:cNvPr>
          <p:cNvSpPr/>
          <p:nvPr/>
        </p:nvSpPr>
        <p:spPr>
          <a:xfrm>
            <a:off x="3131840" y="5229200"/>
            <a:ext cx="5112568" cy="98506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E" b="1" dirty="0" err="1"/>
              <a:t>responseText</a:t>
            </a:r>
            <a:r>
              <a:rPr lang="en-IE" b="1" dirty="0"/>
              <a:t> </a:t>
            </a:r>
            <a:r>
              <a:rPr lang="en-IE" dirty="0"/>
              <a:t>or </a:t>
            </a:r>
            <a:r>
              <a:rPr lang="en-IE" b="1" dirty="0" err="1"/>
              <a:t>responseXML</a:t>
            </a:r>
            <a:r>
              <a:rPr lang="en-IE" dirty="0"/>
              <a:t> is the property that contains the data.</a:t>
            </a:r>
          </a:p>
        </p:txBody>
      </p:sp>
    </p:spTree>
    <p:extLst>
      <p:ext uri="{BB962C8B-B14F-4D97-AF65-F5344CB8AC3E}">
        <p14:creationId xmlns:p14="http://schemas.microsoft.com/office/powerpoint/2010/main" val="33797436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err="1"/>
              <a:t>XMLHttpRequest</a:t>
            </a:r>
            <a:r>
              <a:rPr lang="en-IE" dirty="0"/>
              <a:t> – response status</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29</a:t>
            </a:fld>
            <a:endParaRPr lang="en-GB" altLang="en-US" dirty="0"/>
          </a:p>
        </p:txBody>
      </p:sp>
      <p:sp>
        <p:nvSpPr>
          <p:cNvPr id="8" name="Content Placeholder 2">
            <a:extLst>
              <a:ext uri="{FF2B5EF4-FFF2-40B4-BE49-F238E27FC236}">
                <a16:creationId xmlns:a16="http://schemas.microsoft.com/office/drawing/2014/main" id="{2EB41EDE-0497-2349-81B6-4F83F0E12C9B}"/>
              </a:ext>
            </a:extLst>
          </p:cNvPr>
          <p:cNvSpPr>
            <a:spLocks noGrp="1" noChangeArrowheads="1"/>
          </p:cNvSpPr>
          <p:nvPr>
            <p:ph idx="1"/>
          </p:nvPr>
        </p:nvSpPr>
        <p:spPr>
          <a:xfrm>
            <a:off x="176213" y="883444"/>
            <a:ext cx="8878887" cy="5330824"/>
          </a:xfrm>
        </p:spPr>
        <p:txBody>
          <a:bodyPr/>
          <a:lstStyle/>
          <a:p>
            <a:pPr marL="533400" indent="-533400" eaLnBrk="1" hangingPunct="1">
              <a:spcBef>
                <a:spcPct val="20000"/>
              </a:spcBef>
              <a:buClr>
                <a:srgbClr val="000000"/>
              </a:buClr>
              <a:buSzPct val="100000"/>
              <a:buFont typeface="Times New Roman" panose="02020603050405020304" pitchFamily="18" charset="0"/>
              <a:buChar char="•"/>
            </a:pPr>
            <a:r>
              <a:rPr lang="en-IE" altLang="en-US" sz="2800" dirty="0">
                <a:solidFill>
                  <a:srgbClr val="000000"/>
                </a:solidFill>
              </a:rPr>
              <a:t>In the same way that a Web browser sends headers with each request it makes, a Web server sends headers with each response it sends</a:t>
            </a:r>
          </a:p>
          <a:p>
            <a:pPr marL="533400" indent="-533400" eaLnBrk="1" hangingPunct="1">
              <a:spcBef>
                <a:spcPct val="20000"/>
              </a:spcBef>
              <a:buClr>
                <a:srgbClr val="000000"/>
              </a:buClr>
              <a:buSzPct val="100000"/>
              <a:buFont typeface="Times New Roman" panose="02020603050405020304" pitchFamily="18" charset="0"/>
              <a:buChar char="•"/>
            </a:pPr>
            <a:r>
              <a:rPr lang="en-IE" altLang="en-US" sz="2800" dirty="0">
                <a:solidFill>
                  <a:srgbClr val="000000"/>
                </a:solidFill>
              </a:rPr>
              <a:t>These headers contain information about the server, as well as information about the document being served</a:t>
            </a:r>
          </a:p>
          <a:p>
            <a:pPr marL="533400" indent="-533400" eaLnBrk="1" hangingPunct="1">
              <a:spcBef>
                <a:spcPct val="20000"/>
              </a:spcBef>
              <a:buClr>
                <a:srgbClr val="000000"/>
              </a:buClr>
              <a:buSzPct val="100000"/>
              <a:buFont typeface="Times New Roman" panose="02020603050405020304" pitchFamily="18" charset="0"/>
              <a:buChar char="•"/>
            </a:pPr>
            <a:r>
              <a:rPr lang="en-IE" altLang="en-US" sz="2800" dirty="0">
                <a:solidFill>
                  <a:srgbClr val="000000"/>
                </a:solidFill>
              </a:rPr>
              <a:t>The most important header sent with any response from a Web server is the status code</a:t>
            </a:r>
          </a:p>
          <a:p>
            <a:pPr marL="533400" indent="-533400" eaLnBrk="1" hangingPunct="1">
              <a:spcBef>
                <a:spcPct val="20000"/>
              </a:spcBef>
              <a:buClr>
                <a:srgbClr val="000000"/>
              </a:buClr>
              <a:buSzPct val="100000"/>
              <a:buFont typeface="Times New Roman" panose="02020603050405020304" pitchFamily="18" charset="0"/>
              <a:buChar char="•"/>
            </a:pPr>
            <a:r>
              <a:rPr lang="en-IE" altLang="en-US" sz="2800" dirty="0">
                <a:solidFill>
                  <a:srgbClr val="000000"/>
                </a:solidFill>
              </a:rPr>
              <a:t>Examples</a:t>
            </a:r>
          </a:p>
          <a:p>
            <a:pPr marL="914400" lvl="1" indent="-457200" eaLnBrk="1" hangingPunct="1">
              <a:spcBef>
                <a:spcPct val="20000"/>
              </a:spcBef>
              <a:buClr>
                <a:srgbClr val="000000"/>
              </a:buClr>
              <a:buNone/>
            </a:pPr>
            <a:r>
              <a:rPr lang="en-IE" altLang="en-US" sz="2400" dirty="0">
                <a:solidFill>
                  <a:srgbClr val="0066FF"/>
                </a:solidFill>
              </a:rPr>
              <a:t>404</a:t>
            </a:r>
            <a:r>
              <a:rPr lang="en-IE" altLang="en-US" sz="2400" dirty="0">
                <a:solidFill>
                  <a:srgbClr val="000000"/>
                </a:solidFill>
              </a:rPr>
              <a:t>  “Not Found”</a:t>
            </a:r>
          </a:p>
          <a:p>
            <a:pPr marL="914400" lvl="1" indent="-457200" eaLnBrk="1" hangingPunct="1">
              <a:spcBef>
                <a:spcPct val="20000"/>
              </a:spcBef>
              <a:buClr>
                <a:srgbClr val="000000"/>
              </a:buClr>
              <a:buNone/>
            </a:pPr>
            <a:r>
              <a:rPr lang="en-IE" altLang="en-US" sz="2400" dirty="0">
                <a:solidFill>
                  <a:srgbClr val="0066FF"/>
                </a:solidFill>
              </a:rPr>
              <a:t>500</a:t>
            </a:r>
            <a:r>
              <a:rPr lang="en-IE" altLang="en-US" sz="2400" dirty="0">
                <a:solidFill>
                  <a:srgbClr val="000000"/>
                </a:solidFill>
              </a:rPr>
              <a:t>  “Internal Server error”</a:t>
            </a:r>
          </a:p>
          <a:p>
            <a:pPr marL="914400" lvl="1" indent="-457200" eaLnBrk="1" hangingPunct="1">
              <a:spcBef>
                <a:spcPct val="20000"/>
              </a:spcBef>
              <a:buClr>
                <a:srgbClr val="0066FF"/>
              </a:buClr>
              <a:buFontTx/>
              <a:buAutoNum type="arabicPlain" startAt="200"/>
            </a:pPr>
            <a:r>
              <a:rPr lang="en-IE" altLang="en-US" sz="2400" dirty="0">
                <a:solidFill>
                  <a:srgbClr val="000000"/>
                </a:solidFill>
              </a:rPr>
              <a:t>  “OK”</a:t>
            </a:r>
          </a:p>
          <a:p>
            <a:pPr marL="457200" lvl="1" indent="0" eaLnBrk="1" hangingPunct="1">
              <a:spcBef>
                <a:spcPct val="20000"/>
              </a:spcBef>
              <a:buClr>
                <a:srgbClr val="0066FF"/>
              </a:buClr>
              <a:buNone/>
            </a:pPr>
            <a:r>
              <a:rPr lang="en-IE" altLang="en-US" sz="2400" dirty="0">
                <a:solidFill>
                  <a:srgbClr val="0066FF"/>
                </a:solidFill>
              </a:rPr>
              <a:t>304 </a:t>
            </a:r>
            <a:r>
              <a:rPr lang="en-IE" altLang="en-US" sz="2400" dirty="0">
                <a:solidFill>
                  <a:srgbClr val="000000"/>
                </a:solidFill>
              </a:rPr>
              <a:t>“Not Modified”</a:t>
            </a:r>
            <a:endParaRPr lang="en-IE" altLang="en-US" sz="4400" dirty="0"/>
          </a:p>
          <a:p>
            <a:pPr marL="533400" indent="-533400" eaLnBrk="1" hangingPunct="1">
              <a:spcBef>
                <a:spcPct val="20000"/>
              </a:spcBef>
              <a:buClr>
                <a:srgbClr val="000000"/>
              </a:buClr>
              <a:buSzPct val="100000"/>
              <a:buFont typeface="Times New Roman" panose="02020603050405020304" pitchFamily="18" charset="0"/>
              <a:buNone/>
            </a:pPr>
            <a:endParaRPr lang="en-IE" altLang="en-US" sz="4400" dirty="0">
              <a:solidFill>
                <a:srgbClr val="000000"/>
              </a:solidFill>
            </a:endParaRPr>
          </a:p>
          <a:p>
            <a:pPr marL="342900" lvl="1" indent="0" eaLnBrk="1" hangingPunct="1">
              <a:lnSpc>
                <a:spcPct val="100000"/>
              </a:lnSpc>
              <a:spcBef>
                <a:spcPct val="20000"/>
              </a:spcBef>
              <a:buClr>
                <a:srgbClr val="000000"/>
              </a:buClr>
              <a:buNone/>
            </a:pPr>
            <a:endParaRPr lang="en-US" altLang="en-US" sz="3200" dirty="0">
              <a:solidFill>
                <a:srgbClr val="000000"/>
              </a:solidFill>
            </a:endParaRPr>
          </a:p>
        </p:txBody>
      </p:sp>
    </p:spTree>
    <p:extLst>
      <p:ext uri="{BB962C8B-B14F-4D97-AF65-F5344CB8AC3E}">
        <p14:creationId xmlns:p14="http://schemas.microsoft.com/office/powerpoint/2010/main" val="32419019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AJAX Page Lifecycle - Summary</a:t>
            </a:r>
          </a:p>
        </p:txBody>
      </p:sp>
      <p:sp>
        <p:nvSpPr>
          <p:cNvPr id="12290" name="Content Placeholder 2">
            <a:extLst>
              <a:ext uri="{FF2B5EF4-FFF2-40B4-BE49-F238E27FC236}">
                <a16:creationId xmlns:a16="http://schemas.microsoft.com/office/drawing/2014/main" id="{1AE05403-95A6-4618-9B22-48782B535B05}"/>
              </a:ext>
            </a:extLst>
          </p:cNvPr>
          <p:cNvSpPr>
            <a:spLocks noGrp="1" noChangeArrowheads="1"/>
          </p:cNvSpPr>
          <p:nvPr>
            <p:ph idx="1"/>
          </p:nvPr>
        </p:nvSpPr>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solidFill>
                  <a:srgbClr val="000000"/>
                </a:solidFill>
              </a:rPr>
              <a:t>Browser makes an HTTP request for a URL</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solidFill>
                  <a:srgbClr val="000000"/>
                </a:solidFill>
              </a:rPr>
              <a:t>Server returns initial HTML page</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solidFill>
                  <a:srgbClr val="000000"/>
                </a:solidFill>
              </a:rPr>
              <a:t>Browser renders the page as an in-memory DOM tree</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solidFill>
                  <a:srgbClr val="000000"/>
                </a:solidFill>
              </a:rPr>
              <a:t>User activity causes asynchronous requests to other URLs</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solidFill>
                  <a:srgbClr val="000000"/>
                </a:solidFill>
              </a:rPr>
              <a:t>Browser returns data to JavaScript callback functions in the page</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solidFill>
                  <a:srgbClr val="000000"/>
                </a:solidFill>
              </a:rPr>
              <a:t>JavaScript callback functions update the DOM in memory</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solidFill>
                  <a:srgbClr val="000000"/>
                </a:solidFill>
              </a:rPr>
              <a:t>Browser redraws the relevant part of the page without a full page refresh</a:t>
            </a:r>
          </a:p>
          <a:p>
            <a:pPr marL="0" indent="0" eaLnBrk="1" hangingPunct="1">
              <a:lnSpc>
                <a:spcPct val="100000"/>
              </a:lnSpc>
              <a:spcBef>
                <a:spcPct val="20000"/>
              </a:spcBef>
              <a:buClr>
                <a:srgbClr val="000000"/>
              </a:buClr>
              <a:buNone/>
            </a:pPr>
            <a:endParaRPr lang="en-US" altLang="en-US" sz="2800" dirty="0">
              <a:solidFill>
                <a:srgbClr val="000000"/>
              </a:solidFill>
            </a:endParaRP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30</a:t>
            </a:fld>
            <a:endParaRPr lang="en-GB" altLang="en-US"/>
          </a:p>
        </p:txBody>
      </p:sp>
    </p:spTree>
    <p:extLst>
      <p:ext uri="{BB962C8B-B14F-4D97-AF65-F5344CB8AC3E}">
        <p14:creationId xmlns:p14="http://schemas.microsoft.com/office/powerpoint/2010/main" val="16602887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Data Formats</a:t>
            </a:r>
          </a:p>
        </p:txBody>
      </p:sp>
      <p:sp>
        <p:nvSpPr>
          <p:cNvPr id="12290" name="Content Placeholder 2">
            <a:extLst>
              <a:ext uri="{FF2B5EF4-FFF2-40B4-BE49-F238E27FC236}">
                <a16:creationId xmlns:a16="http://schemas.microsoft.com/office/drawing/2014/main" id="{1AE05403-95A6-4618-9B22-48782B535B05}"/>
              </a:ext>
            </a:extLst>
          </p:cNvPr>
          <p:cNvSpPr>
            <a:spLocks noGrp="1" noChangeArrowheads="1"/>
          </p:cNvSpPr>
          <p:nvPr>
            <p:ph idx="1"/>
          </p:nvPr>
        </p:nvSpPr>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600" dirty="0">
                <a:solidFill>
                  <a:srgbClr val="000000"/>
                </a:solidFill>
              </a:rPr>
              <a:t>AJAX is </a:t>
            </a:r>
            <a:r>
              <a:rPr lang="en-US" altLang="en-US" sz="3600" b="1" u="sng" dirty="0">
                <a:solidFill>
                  <a:srgbClr val="000000"/>
                </a:solidFill>
              </a:rPr>
              <a:t>language agnostic </a:t>
            </a:r>
            <a:r>
              <a:rPr lang="en-US" altLang="en-US" sz="3600" dirty="0">
                <a:solidFill>
                  <a:srgbClr val="000000"/>
                </a:solidFill>
              </a:rPr>
              <a:t>on the server side </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600" dirty="0">
                <a:solidFill>
                  <a:srgbClr val="000000"/>
                </a:solidFill>
              </a:rPr>
              <a:t>However the data from the server must be formatted in a way that the browser can understand</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600" dirty="0">
                <a:solidFill>
                  <a:srgbClr val="000000"/>
                </a:solidFill>
              </a:rPr>
              <a:t>Data can be returned as:</a:t>
            </a:r>
          </a:p>
          <a:p>
            <a:pPr marL="857250" lvl="1" indent="-514350" eaLnBrk="1" hangingPunct="1">
              <a:lnSpc>
                <a:spcPct val="100000"/>
              </a:lnSpc>
              <a:spcBef>
                <a:spcPct val="20000"/>
              </a:spcBef>
              <a:buClr>
                <a:srgbClr val="000000"/>
              </a:buClr>
              <a:buFont typeface="+mj-lt"/>
              <a:buAutoNum type="arabicPeriod"/>
            </a:pPr>
            <a:r>
              <a:rPr lang="en-US" altLang="en-US" sz="3200" dirty="0">
                <a:solidFill>
                  <a:srgbClr val="000000"/>
                </a:solidFill>
              </a:rPr>
              <a:t>HTML</a:t>
            </a:r>
          </a:p>
          <a:p>
            <a:pPr marL="857250" lvl="1" indent="-514350" eaLnBrk="1" hangingPunct="1">
              <a:lnSpc>
                <a:spcPct val="100000"/>
              </a:lnSpc>
              <a:spcBef>
                <a:spcPct val="20000"/>
              </a:spcBef>
              <a:buClr>
                <a:srgbClr val="000000"/>
              </a:buClr>
              <a:buFont typeface="+mj-lt"/>
              <a:buAutoNum type="arabicPeriod"/>
            </a:pPr>
            <a:r>
              <a:rPr lang="en-US" altLang="en-US" sz="3200" dirty="0">
                <a:solidFill>
                  <a:srgbClr val="000000"/>
                </a:solidFill>
              </a:rPr>
              <a:t>XML</a:t>
            </a:r>
          </a:p>
          <a:p>
            <a:pPr marL="857250" lvl="1" indent="-514350" eaLnBrk="1" hangingPunct="1">
              <a:lnSpc>
                <a:spcPct val="100000"/>
              </a:lnSpc>
              <a:spcBef>
                <a:spcPct val="20000"/>
              </a:spcBef>
              <a:buClr>
                <a:srgbClr val="000000"/>
              </a:buClr>
              <a:buFont typeface="+mj-lt"/>
              <a:buAutoNum type="arabicPeriod"/>
            </a:pPr>
            <a:r>
              <a:rPr lang="en-US" altLang="en-US" sz="3200" dirty="0">
                <a:solidFill>
                  <a:srgbClr val="000000"/>
                </a:solidFill>
              </a:rPr>
              <a:t>JSON</a:t>
            </a: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31</a:t>
            </a:fld>
            <a:endParaRPr lang="en-GB" altLang="en-US"/>
          </a:p>
        </p:txBody>
      </p:sp>
    </p:spTree>
    <p:extLst>
      <p:ext uri="{BB962C8B-B14F-4D97-AF65-F5344CB8AC3E}">
        <p14:creationId xmlns:p14="http://schemas.microsoft.com/office/powerpoint/2010/main" val="37734607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Data Formats - HTML</a:t>
            </a:r>
          </a:p>
        </p:txBody>
      </p:sp>
      <p:sp>
        <p:nvSpPr>
          <p:cNvPr id="12290" name="Content Placeholder 2">
            <a:extLst>
              <a:ext uri="{FF2B5EF4-FFF2-40B4-BE49-F238E27FC236}">
                <a16:creationId xmlns:a16="http://schemas.microsoft.com/office/drawing/2014/main" id="{1AE05403-95A6-4618-9B22-48782B535B05}"/>
              </a:ext>
            </a:extLst>
          </p:cNvPr>
          <p:cNvSpPr>
            <a:spLocks noGrp="1" noChangeArrowheads="1"/>
          </p:cNvSpPr>
          <p:nvPr>
            <p:ph idx="1"/>
          </p:nvPr>
        </p:nvSpPr>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solidFill>
                  <a:srgbClr val="000000"/>
                </a:solidFill>
              </a:rPr>
              <a:t>For a contact details page, data could be sent back like:</a:t>
            </a:r>
          </a:p>
          <a:p>
            <a:pPr marL="342900" indent="-342900" eaLnBrk="1" hangingPunct="1">
              <a:lnSpc>
                <a:spcPct val="100000"/>
              </a:lnSpc>
              <a:spcBef>
                <a:spcPct val="20000"/>
              </a:spcBef>
              <a:buClr>
                <a:srgbClr val="000000"/>
              </a:buClr>
              <a:buFont typeface="Times New Roman" panose="02020603050405020304" pitchFamily="18" charset="0"/>
              <a:buChar char="•"/>
            </a:pPr>
            <a:endParaRPr lang="en-US" altLang="en-US" sz="3200" dirty="0">
              <a:solidFill>
                <a:srgbClr val="000000"/>
              </a:solidFill>
            </a:endParaRPr>
          </a:p>
          <a:p>
            <a:pPr marL="342900" indent="-342900" eaLnBrk="1" hangingPunct="1">
              <a:lnSpc>
                <a:spcPct val="100000"/>
              </a:lnSpc>
              <a:spcBef>
                <a:spcPct val="20000"/>
              </a:spcBef>
              <a:buClr>
                <a:srgbClr val="000000"/>
              </a:buClr>
              <a:buFont typeface="Times New Roman" panose="02020603050405020304" pitchFamily="18" charset="0"/>
              <a:buChar char="•"/>
            </a:pPr>
            <a:endParaRPr lang="en-US" altLang="en-US" sz="3200" dirty="0">
              <a:solidFill>
                <a:srgbClr val="000000"/>
              </a:solidFill>
            </a:endParaRP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solidFill>
                  <a:srgbClr val="000000"/>
                </a:solidFill>
              </a:rPr>
              <a:t>The HTML snippet could  returned as given</a:t>
            </a:r>
          </a:p>
          <a:p>
            <a:pPr marL="342900" indent="-342900" eaLnBrk="1" hangingPunct="1">
              <a:lnSpc>
                <a:spcPct val="100000"/>
              </a:lnSpc>
              <a:spcBef>
                <a:spcPct val="20000"/>
              </a:spcBef>
              <a:buClr>
                <a:srgbClr val="000000"/>
              </a:buClr>
              <a:buFont typeface="Times New Roman" panose="02020603050405020304" pitchFamily="18" charset="0"/>
              <a:buChar char="•"/>
            </a:pPr>
            <a:r>
              <a:rPr lang="en-IE" altLang="en-US" sz="3200" dirty="0"/>
              <a:t>HTML consists of plain text and will  be available in the </a:t>
            </a:r>
            <a:r>
              <a:rPr lang="en-IE" altLang="en-US" sz="3200" dirty="0" err="1">
                <a:solidFill>
                  <a:srgbClr val="0070C0"/>
                </a:solidFill>
              </a:rPr>
              <a:t>responseText</a:t>
            </a:r>
            <a:r>
              <a:rPr lang="en-IE" altLang="en-US" sz="3200" dirty="0"/>
              <a:t> property</a:t>
            </a:r>
            <a:endParaRPr lang="en-US" altLang="en-US" sz="3200" dirty="0">
              <a:solidFill>
                <a:srgbClr val="000000"/>
              </a:solidFill>
            </a:endParaRPr>
          </a:p>
          <a:p>
            <a:pPr marL="342900" lvl="1" indent="0" eaLnBrk="1" hangingPunct="1">
              <a:lnSpc>
                <a:spcPct val="100000"/>
              </a:lnSpc>
              <a:spcBef>
                <a:spcPct val="20000"/>
              </a:spcBef>
              <a:buClr>
                <a:srgbClr val="000000"/>
              </a:buClr>
              <a:buNone/>
            </a:pPr>
            <a:endParaRPr lang="en-US" altLang="en-US" sz="2800" dirty="0">
              <a:solidFill>
                <a:srgbClr val="000000"/>
              </a:solidFill>
            </a:endParaRP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32</a:t>
            </a:fld>
            <a:endParaRPr lang="en-GB" altLang="en-US"/>
          </a:p>
        </p:txBody>
      </p:sp>
      <p:pic>
        <p:nvPicPr>
          <p:cNvPr id="9" name="Picture 8">
            <a:extLst>
              <a:ext uri="{FF2B5EF4-FFF2-40B4-BE49-F238E27FC236}">
                <a16:creationId xmlns:a16="http://schemas.microsoft.com/office/drawing/2014/main" id="{C884AFA4-8460-7443-9CBB-390D2539A3ED}"/>
              </a:ext>
            </a:extLst>
          </p:cNvPr>
          <p:cNvPicPr>
            <a:picLocks noChangeAspect="1"/>
          </p:cNvPicPr>
          <p:nvPr/>
        </p:nvPicPr>
        <p:blipFill>
          <a:blip r:embed="rId4"/>
          <a:stretch>
            <a:fillRect/>
          </a:stretch>
        </p:blipFill>
        <p:spPr>
          <a:xfrm>
            <a:off x="467544" y="2132856"/>
            <a:ext cx="8438648" cy="1065072"/>
          </a:xfrm>
          <a:prstGeom prst="rect">
            <a:avLst/>
          </a:prstGeom>
        </p:spPr>
      </p:pic>
      <p:pic>
        <p:nvPicPr>
          <p:cNvPr id="13" name="Picture 12">
            <a:extLst>
              <a:ext uri="{FF2B5EF4-FFF2-40B4-BE49-F238E27FC236}">
                <a16:creationId xmlns:a16="http://schemas.microsoft.com/office/drawing/2014/main" id="{CC385300-8268-8A4C-AEBE-488E05609080}"/>
              </a:ext>
            </a:extLst>
          </p:cNvPr>
          <p:cNvPicPr>
            <a:picLocks noChangeAspect="1"/>
          </p:cNvPicPr>
          <p:nvPr/>
        </p:nvPicPr>
        <p:blipFill>
          <a:blip r:embed="rId5"/>
          <a:stretch>
            <a:fillRect/>
          </a:stretch>
        </p:blipFill>
        <p:spPr>
          <a:xfrm>
            <a:off x="467543" y="5013176"/>
            <a:ext cx="7865489" cy="864096"/>
          </a:xfrm>
          <a:prstGeom prst="rect">
            <a:avLst/>
          </a:prstGeom>
        </p:spPr>
      </p:pic>
    </p:spTree>
    <p:extLst>
      <p:ext uri="{BB962C8B-B14F-4D97-AF65-F5344CB8AC3E}">
        <p14:creationId xmlns:p14="http://schemas.microsoft.com/office/powerpoint/2010/main" val="41408738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Data Formats – HTML Generating Content</a:t>
            </a:r>
          </a:p>
        </p:txBody>
      </p:sp>
      <p:sp>
        <p:nvSpPr>
          <p:cNvPr id="12290" name="Content Placeholder 2">
            <a:extLst>
              <a:ext uri="{FF2B5EF4-FFF2-40B4-BE49-F238E27FC236}">
                <a16:creationId xmlns:a16="http://schemas.microsoft.com/office/drawing/2014/main" id="{1AE05403-95A6-4618-9B22-48782B535B05}"/>
              </a:ext>
            </a:extLst>
          </p:cNvPr>
          <p:cNvSpPr>
            <a:spLocks noGrp="1" noChangeArrowheads="1"/>
          </p:cNvSpPr>
          <p:nvPr>
            <p:ph idx="1"/>
          </p:nvPr>
        </p:nvSpPr>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IE" altLang="en-US" sz="3200" dirty="0"/>
              <a:t>Using DOM methods to generate the following HTML</a:t>
            </a:r>
          </a:p>
          <a:p>
            <a:pPr marL="342900" indent="-342900" eaLnBrk="1" hangingPunct="1">
              <a:lnSpc>
                <a:spcPct val="100000"/>
              </a:lnSpc>
              <a:spcBef>
                <a:spcPct val="20000"/>
              </a:spcBef>
              <a:buClr>
                <a:srgbClr val="000000"/>
              </a:buClr>
              <a:buFont typeface="Times New Roman" panose="02020603050405020304" pitchFamily="18" charset="0"/>
              <a:buChar char="•"/>
            </a:pPr>
            <a:endParaRPr lang="en-US" altLang="en-US" sz="3200" dirty="0">
              <a:solidFill>
                <a:srgbClr val="000000"/>
              </a:solidFill>
            </a:endParaRPr>
          </a:p>
          <a:p>
            <a:pPr marL="342900" indent="-342900" eaLnBrk="1" hangingPunct="1">
              <a:lnSpc>
                <a:spcPct val="100000"/>
              </a:lnSpc>
              <a:spcBef>
                <a:spcPct val="20000"/>
              </a:spcBef>
              <a:buClr>
                <a:srgbClr val="000000"/>
              </a:buClr>
              <a:buFont typeface="Times New Roman" panose="02020603050405020304" pitchFamily="18" charset="0"/>
              <a:buChar char="•"/>
            </a:pPr>
            <a:endParaRPr lang="en-IE" altLang="en-US" sz="3200" dirty="0"/>
          </a:p>
          <a:p>
            <a:pPr marL="342900" indent="-342900" eaLnBrk="1" hangingPunct="1">
              <a:lnSpc>
                <a:spcPct val="100000"/>
              </a:lnSpc>
              <a:spcBef>
                <a:spcPct val="20000"/>
              </a:spcBef>
              <a:buClr>
                <a:srgbClr val="000000"/>
              </a:buClr>
              <a:buFont typeface="Times New Roman" panose="02020603050405020304" pitchFamily="18" charset="0"/>
              <a:buChar char="•"/>
            </a:pPr>
            <a:endParaRPr lang="en-IE" altLang="en-US" sz="3200" dirty="0"/>
          </a:p>
          <a:p>
            <a:pPr marL="342900" indent="-342900" eaLnBrk="1" hangingPunct="1">
              <a:lnSpc>
                <a:spcPct val="100000"/>
              </a:lnSpc>
              <a:spcBef>
                <a:spcPct val="20000"/>
              </a:spcBef>
              <a:buClr>
                <a:srgbClr val="000000"/>
              </a:buClr>
              <a:buFont typeface="Times New Roman" panose="02020603050405020304" pitchFamily="18" charset="0"/>
              <a:buChar char="•"/>
            </a:pPr>
            <a:endParaRPr lang="en-IE" altLang="en-US" sz="3200" dirty="0"/>
          </a:p>
          <a:p>
            <a:pPr marL="342900" indent="-342900" eaLnBrk="1" hangingPunct="1">
              <a:lnSpc>
                <a:spcPct val="100000"/>
              </a:lnSpc>
              <a:spcBef>
                <a:spcPct val="20000"/>
              </a:spcBef>
              <a:buClr>
                <a:srgbClr val="000000"/>
              </a:buClr>
              <a:buFont typeface="Times New Roman" panose="02020603050405020304" pitchFamily="18" charset="0"/>
              <a:buChar char="•"/>
            </a:pPr>
            <a:r>
              <a:rPr lang="en-IE" altLang="en-US" sz="3200" dirty="0"/>
              <a:t>To create the text node that goes inside the link</a:t>
            </a:r>
          </a:p>
          <a:p>
            <a:pPr marL="342900" lvl="1" indent="0" eaLnBrk="1" hangingPunct="1">
              <a:lnSpc>
                <a:spcPct val="100000"/>
              </a:lnSpc>
              <a:spcBef>
                <a:spcPct val="20000"/>
              </a:spcBef>
              <a:buClr>
                <a:srgbClr val="000000"/>
              </a:buClr>
              <a:buNone/>
            </a:pPr>
            <a:endParaRPr lang="en-US" altLang="en-US" sz="2800" dirty="0">
              <a:solidFill>
                <a:srgbClr val="000000"/>
              </a:solidFill>
            </a:endParaRP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33</a:t>
            </a:fld>
            <a:endParaRPr lang="en-GB" altLang="en-US"/>
          </a:p>
        </p:txBody>
      </p:sp>
      <p:pic>
        <p:nvPicPr>
          <p:cNvPr id="7" name="Picture 6">
            <a:extLst>
              <a:ext uri="{FF2B5EF4-FFF2-40B4-BE49-F238E27FC236}">
                <a16:creationId xmlns:a16="http://schemas.microsoft.com/office/drawing/2014/main" id="{8DB48D56-C674-9147-AC1E-383F61062178}"/>
              </a:ext>
            </a:extLst>
          </p:cNvPr>
          <p:cNvPicPr>
            <a:picLocks noChangeAspect="1"/>
          </p:cNvPicPr>
          <p:nvPr/>
        </p:nvPicPr>
        <p:blipFill>
          <a:blip r:embed="rId4"/>
          <a:stretch>
            <a:fillRect/>
          </a:stretch>
        </p:blipFill>
        <p:spPr>
          <a:xfrm>
            <a:off x="190500" y="2204863"/>
            <a:ext cx="7981900" cy="446415"/>
          </a:xfrm>
          <a:prstGeom prst="rect">
            <a:avLst/>
          </a:prstGeom>
        </p:spPr>
      </p:pic>
      <p:pic>
        <p:nvPicPr>
          <p:cNvPr id="8" name="Picture 7">
            <a:extLst>
              <a:ext uri="{FF2B5EF4-FFF2-40B4-BE49-F238E27FC236}">
                <a16:creationId xmlns:a16="http://schemas.microsoft.com/office/drawing/2014/main" id="{65A9490D-9251-1F4B-8155-B234D24DC0D2}"/>
              </a:ext>
            </a:extLst>
          </p:cNvPr>
          <p:cNvPicPr>
            <a:picLocks noChangeAspect="1"/>
          </p:cNvPicPr>
          <p:nvPr/>
        </p:nvPicPr>
        <p:blipFill>
          <a:blip r:embed="rId5"/>
          <a:stretch>
            <a:fillRect/>
          </a:stretch>
        </p:blipFill>
        <p:spPr>
          <a:xfrm>
            <a:off x="204196" y="3029355"/>
            <a:ext cx="7071315" cy="1084685"/>
          </a:xfrm>
          <a:prstGeom prst="rect">
            <a:avLst/>
          </a:prstGeom>
        </p:spPr>
      </p:pic>
      <p:pic>
        <p:nvPicPr>
          <p:cNvPr id="9" name="Picture 8">
            <a:extLst>
              <a:ext uri="{FF2B5EF4-FFF2-40B4-BE49-F238E27FC236}">
                <a16:creationId xmlns:a16="http://schemas.microsoft.com/office/drawing/2014/main" id="{7489037C-BA67-784A-B6BA-BB97F68C76E2}"/>
              </a:ext>
            </a:extLst>
          </p:cNvPr>
          <p:cNvPicPr>
            <a:picLocks noChangeAspect="1"/>
          </p:cNvPicPr>
          <p:nvPr/>
        </p:nvPicPr>
        <p:blipFill>
          <a:blip r:embed="rId6"/>
          <a:stretch>
            <a:fillRect/>
          </a:stretch>
        </p:blipFill>
        <p:spPr>
          <a:xfrm>
            <a:off x="204195" y="5229200"/>
            <a:ext cx="6749967" cy="504056"/>
          </a:xfrm>
          <a:prstGeom prst="rect">
            <a:avLst/>
          </a:prstGeom>
        </p:spPr>
      </p:pic>
    </p:spTree>
    <p:extLst>
      <p:ext uri="{BB962C8B-B14F-4D97-AF65-F5344CB8AC3E}">
        <p14:creationId xmlns:p14="http://schemas.microsoft.com/office/powerpoint/2010/main" val="31894864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Data Formats – HTML Generating Content</a:t>
            </a:r>
          </a:p>
        </p:txBody>
      </p:sp>
      <p:sp>
        <p:nvSpPr>
          <p:cNvPr id="12290" name="Content Placeholder 2">
            <a:extLst>
              <a:ext uri="{FF2B5EF4-FFF2-40B4-BE49-F238E27FC236}">
                <a16:creationId xmlns:a16="http://schemas.microsoft.com/office/drawing/2014/main" id="{1AE05403-95A6-4618-9B22-48782B535B05}"/>
              </a:ext>
            </a:extLst>
          </p:cNvPr>
          <p:cNvSpPr>
            <a:spLocks noGrp="1" noChangeArrowheads="1"/>
          </p:cNvSpPr>
          <p:nvPr>
            <p:ph idx="1"/>
          </p:nvPr>
        </p:nvSpPr>
        <p:spPr/>
        <p:txBody>
          <a:bodyPr/>
          <a:lstStyle/>
          <a:p>
            <a:pPr marL="609600" indent="-609600" eaLnBrk="1" hangingPunct="1"/>
            <a:r>
              <a:rPr lang="en-IE" altLang="en-US" sz="3200" dirty="0"/>
              <a:t>To output the website value</a:t>
            </a:r>
          </a:p>
          <a:p>
            <a:pPr marL="609600" indent="-609600" eaLnBrk="1" hangingPunct="1">
              <a:buFont typeface="Wingdings" panose="05000000000000000000" pitchFamily="2" charset="2"/>
              <a:buNone/>
            </a:pPr>
            <a:endParaRPr lang="en-IE" altLang="en-US" sz="3200" dirty="0">
              <a:solidFill>
                <a:srgbClr val="0066FF"/>
              </a:solidFill>
            </a:endParaRPr>
          </a:p>
          <a:p>
            <a:pPr marL="609600" indent="-609600" eaLnBrk="1" hangingPunct="1">
              <a:buFont typeface="Wingdings" panose="05000000000000000000" pitchFamily="2" charset="2"/>
              <a:buNone/>
            </a:pPr>
            <a:endParaRPr lang="en-IE" altLang="en-US" sz="3200" dirty="0">
              <a:solidFill>
                <a:srgbClr val="0066FF"/>
              </a:solidFill>
            </a:endParaRP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34</a:t>
            </a:fld>
            <a:endParaRPr lang="en-GB" altLang="en-US"/>
          </a:p>
        </p:txBody>
      </p:sp>
      <p:pic>
        <p:nvPicPr>
          <p:cNvPr id="7" name="Picture 6">
            <a:extLst>
              <a:ext uri="{FF2B5EF4-FFF2-40B4-BE49-F238E27FC236}">
                <a16:creationId xmlns:a16="http://schemas.microsoft.com/office/drawing/2014/main" id="{DD48049D-5573-2149-A8E8-A8D4AAB26056}"/>
              </a:ext>
            </a:extLst>
          </p:cNvPr>
          <p:cNvPicPr>
            <a:picLocks noChangeAspect="1"/>
          </p:cNvPicPr>
          <p:nvPr/>
        </p:nvPicPr>
        <p:blipFill>
          <a:blip r:embed="rId4"/>
          <a:stretch>
            <a:fillRect/>
          </a:stretch>
        </p:blipFill>
        <p:spPr>
          <a:xfrm>
            <a:off x="237173" y="1700808"/>
            <a:ext cx="8372130" cy="576064"/>
          </a:xfrm>
          <a:prstGeom prst="rect">
            <a:avLst/>
          </a:prstGeom>
        </p:spPr>
      </p:pic>
      <p:pic>
        <p:nvPicPr>
          <p:cNvPr id="9" name="Picture 8">
            <a:extLst>
              <a:ext uri="{FF2B5EF4-FFF2-40B4-BE49-F238E27FC236}">
                <a16:creationId xmlns:a16="http://schemas.microsoft.com/office/drawing/2014/main" id="{62F7866B-5E3D-1047-BD46-E08052E36480}"/>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65905" y="2641996"/>
            <a:ext cx="8275767" cy="1723107"/>
          </a:xfrm>
          <a:prstGeom prst="rect">
            <a:avLst/>
          </a:prstGeom>
        </p:spPr>
      </p:pic>
    </p:spTree>
    <p:extLst>
      <p:ext uri="{BB962C8B-B14F-4D97-AF65-F5344CB8AC3E}">
        <p14:creationId xmlns:p14="http://schemas.microsoft.com/office/powerpoint/2010/main" val="29319073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Data Formats – HTML Generating Content</a:t>
            </a:r>
          </a:p>
        </p:txBody>
      </p:sp>
      <p:sp>
        <p:nvSpPr>
          <p:cNvPr id="12290" name="Content Placeholder 2">
            <a:extLst>
              <a:ext uri="{FF2B5EF4-FFF2-40B4-BE49-F238E27FC236}">
                <a16:creationId xmlns:a16="http://schemas.microsoft.com/office/drawing/2014/main" id="{1AE05403-95A6-4618-9B22-48782B535B05}"/>
              </a:ext>
            </a:extLst>
          </p:cNvPr>
          <p:cNvSpPr>
            <a:spLocks noGrp="1" noChangeArrowheads="1"/>
          </p:cNvSpPr>
          <p:nvPr>
            <p:ph idx="1"/>
          </p:nvPr>
        </p:nvSpPr>
        <p:spPr>
          <a:xfrm>
            <a:off x="157163" y="1052513"/>
            <a:ext cx="8878887" cy="4392711"/>
          </a:xfrm>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IE" altLang="en-US" sz="3200" dirty="0"/>
              <a:t>To insert the Markup into the div with the ID details:</a:t>
            </a:r>
          </a:p>
          <a:p>
            <a:pPr marL="609600" indent="-609600" eaLnBrk="1" hangingPunct="1">
              <a:buNone/>
            </a:pPr>
            <a:r>
              <a:rPr lang="en-IE" altLang="en-US" sz="3200" dirty="0">
                <a:solidFill>
                  <a:srgbClr val="0066FF"/>
                </a:solidFill>
              </a:rPr>
              <a:t> </a:t>
            </a:r>
          </a:p>
          <a:p>
            <a:pPr marL="342900" indent="-342900" eaLnBrk="1" hangingPunct="1">
              <a:lnSpc>
                <a:spcPct val="100000"/>
              </a:lnSpc>
              <a:spcBef>
                <a:spcPct val="20000"/>
              </a:spcBef>
              <a:buClr>
                <a:srgbClr val="000000"/>
              </a:buClr>
              <a:buFont typeface="Times New Roman" panose="02020603050405020304" pitchFamily="18" charset="0"/>
              <a:buChar char="•"/>
            </a:pPr>
            <a:r>
              <a:rPr lang="en-IE" altLang="en-US" sz="3200" dirty="0"/>
              <a:t>To ensure that the container div element is empty:-</a:t>
            </a:r>
          </a:p>
          <a:p>
            <a:pPr marL="609600" indent="-609600" eaLnBrk="1" hangingPunct="1">
              <a:buFont typeface="Wingdings" panose="05000000000000000000" pitchFamily="2" charset="2"/>
              <a:buNone/>
            </a:pPr>
            <a:r>
              <a:rPr lang="en-IE" altLang="en-US" sz="3200" dirty="0">
                <a:solidFill>
                  <a:srgbClr val="0066FF"/>
                </a:solidFill>
              </a:rPr>
              <a:t>  </a:t>
            </a:r>
          </a:p>
          <a:p>
            <a:pPr marL="609600" indent="-609600" eaLnBrk="1" hangingPunct="1">
              <a:buFont typeface="Wingdings" panose="05000000000000000000" pitchFamily="2" charset="2"/>
              <a:buNone/>
            </a:pPr>
            <a:endParaRPr lang="en-IE" altLang="en-US" sz="3200" dirty="0"/>
          </a:p>
          <a:p>
            <a:pPr marL="342900" indent="-342900" eaLnBrk="1" hangingPunct="1">
              <a:lnSpc>
                <a:spcPct val="100000"/>
              </a:lnSpc>
              <a:spcBef>
                <a:spcPct val="20000"/>
              </a:spcBef>
              <a:buClr>
                <a:srgbClr val="000000"/>
              </a:buClr>
              <a:buFont typeface="Times New Roman" panose="02020603050405020304" pitchFamily="18" charset="0"/>
              <a:buChar char="•"/>
            </a:pPr>
            <a:r>
              <a:rPr lang="en-IE" altLang="en-US" sz="3200" dirty="0"/>
              <a:t>To insert the new Markup</a:t>
            </a:r>
          </a:p>
          <a:p>
            <a:pPr marL="609600" lvl="1" indent="-609600" eaLnBrk="1" hangingPunct="1">
              <a:spcBef>
                <a:spcPts val="750"/>
              </a:spcBef>
              <a:buClr>
                <a:srgbClr val="000000"/>
              </a:buClr>
              <a:buNone/>
            </a:pPr>
            <a:r>
              <a:rPr lang="en-US" altLang="en-US" sz="3200" dirty="0">
                <a:solidFill>
                  <a:srgbClr val="0066FF"/>
                </a:solidFill>
              </a:rPr>
              <a:t> </a:t>
            </a: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35</a:t>
            </a:fld>
            <a:endParaRPr lang="en-GB" altLang="en-US"/>
          </a:p>
        </p:txBody>
      </p:sp>
      <p:pic>
        <p:nvPicPr>
          <p:cNvPr id="7" name="Picture 6">
            <a:extLst>
              <a:ext uri="{FF2B5EF4-FFF2-40B4-BE49-F238E27FC236}">
                <a16:creationId xmlns:a16="http://schemas.microsoft.com/office/drawing/2014/main" id="{3F9C71BF-A012-8C48-9A1B-ED0B598AF2EA}"/>
              </a:ext>
            </a:extLst>
          </p:cNvPr>
          <p:cNvPicPr>
            <a:picLocks noChangeAspect="1"/>
          </p:cNvPicPr>
          <p:nvPr/>
        </p:nvPicPr>
        <p:blipFill>
          <a:blip r:embed="rId4"/>
          <a:stretch>
            <a:fillRect/>
          </a:stretch>
        </p:blipFill>
        <p:spPr>
          <a:xfrm>
            <a:off x="326659" y="2132856"/>
            <a:ext cx="8490682" cy="576064"/>
          </a:xfrm>
          <a:prstGeom prst="rect">
            <a:avLst/>
          </a:prstGeom>
        </p:spPr>
      </p:pic>
      <p:pic>
        <p:nvPicPr>
          <p:cNvPr id="8" name="Picture 7">
            <a:extLst>
              <a:ext uri="{FF2B5EF4-FFF2-40B4-BE49-F238E27FC236}">
                <a16:creationId xmlns:a16="http://schemas.microsoft.com/office/drawing/2014/main" id="{7B469589-723C-EF4B-8276-525124E7BF60}"/>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512064" y="3760240"/>
            <a:ext cx="6762437" cy="1171327"/>
          </a:xfrm>
          <a:prstGeom prst="rect">
            <a:avLst/>
          </a:prstGeom>
        </p:spPr>
      </p:pic>
      <p:pic>
        <p:nvPicPr>
          <p:cNvPr id="9" name="Picture 8">
            <a:extLst>
              <a:ext uri="{FF2B5EF4-FFF2-40B4-BE49-F238E27FC236}">
                <a16:creationId xmlns:a16="http://schemas.microsoft.com/office/drawing/2014/main" id="{1EA50ED3-621E-464A-ABEA-48405CFE513B}"/>
              </a:ext>
            </a:extLst>
          </p:cNvPr>
          <p:cNvPicPr>
            <a:picLocks noChangeAspect="1"/>
          </p:cNvPicPr>
          <p:nvPr/>
        </p:nvPicPr>
        <p:blipFill>
          <a:blip r:embed="rId6"/>
          <a:stretch>
            <a:fillRect/>
          </a:stretch>
        </p:blipFill>
        <p:spPr>
          <a:xfrm>
            <a:off x="512064" y="5418186"/>
            <a:ext cx="4418964" cy="819125"/>
          </a:xfrm>
          <a:prstGeom prst="rect">
            <a:avLst/>
          </a:prstGeom>
        </p:spPr>
      </p:pic>
    </p:spTree>
    <p:extLst>
      <p:ext uri="{BB962C8B-B14F-4D97-AF65-F5344CB8AC3E}">
        <p14:creationId xmlns:p14="http://schemas.microsoft.com/office/powerpoint/2010/main" val="12400063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Data Formats - HTML</a:t>
            </a:r>
          </a:p>
        </p:txBody>
      </p:sp>
      <p:sp>
        <p:nvSpPr>
          <p:cNvPr id="12290" name="Content Placeholder 2">
            <a:extLst>
              <a:ext uri="{FF2B5EF4-FFF2-40B4-BE49-F238E27FC236}">
                <a16:creationId xmlns:a16="http://schemas.microsoft.com/office/drawing/2014/main" id="{1AE05403-95A6-4618-9B22-48782B535B05}"/>
              </a:ext>
            </a:extLst>
          </p:cNvPr>
          <p:cNvSpPr>
            <a:spLocks noGrp="1" noChangeArrowheads="1"/>
          </p:cNvSpPr>
          <p:nvPr>
            <p:ph idx="1"/>
          </p:nvPr>
        </p:nvSpPr>
        <p:spPr/>
        <p:txBody>
          <a:bodyPr/>
          <a:lstStyle/>
          <a:p>
            <a:pPr marL="609600" indent="-609600" eaLnBrk="1" hangingPunct="1">
              <a:buFont typeface="Wingdings" panose="05000000000000000000" pitchFamily="2" charset="2"/>
              <a:buNone/>
            </a:pPr>
            <a:r>
              <a:rPr lang="en-IE" altLang="en-US" sz="3200" b="1" u="sng" dirty="0"/>
              <a:t>HTML –Advantages</a:t>
            </a:r>
          </a:p>
          <a:p>
            <a:pPr marL="609600" indent="-609600" eaLnBrk="1" hangingPunct="1"/>
            <a:r>
              <a:rPr lang="en-IE" altLang="en-US" sz="3200" dirty="0"/>
              <a:t>Saves on parsing data from server</a:t>
            </a:r>
          </a:p>
          <a:p>
            <a:pPr marL="609600" indent="-609600" eaLnBrk="1" hangingPunct="1"/>
            <a:r>
              <a:rPr lang="en-IE" altLang="en-US" sz="3200" dirty="0"/>
              <a:t>Readable data format and familiar to developers</a:t>
            </a:r>
          </a:p>
          <a:p>
            <a:pPr marL="609600" indent="-609600" eaLnBrk="1" hangingPunct="1">
              <a:buFont typeface="Wingdings" panose="05000000000000000000" pitchFamily="2" charset="2"/>
              <a:buNone/>
            </a:pPr>
            <a:r>
              <a:rPr lang="en-IE" altLang="en-US" sz="3200" b="1" u="sng" dirty="0"/>
              <a:t>HTML –Disadvantages</a:t>
            </a:r>
          </a:p>
          <a:p>
            <a:pPr marL="609600" indent="-609600" eaLnBrk="1" hangingPunct="1"/>
            <a:r>
              <a:rPr lang="en-IE" altLang="en-US" sz="3200" dirty="0"/>
              <a:t>Doesn’t work so well if you want to update multiple parts of a document</a:t>
            </a:r>
          </a:p>
          <a:p>
            <a:pPr marL="342900" lvl="1" indent="0" eaLnBrk="1" hangingPunct="1">
              <a:lnSpc>
                <a:spcPct val="100000"/>
              </a:lnSpc>
              <a:spcBef>
                <a:spcPct val="20000"/>
              </a:spcBef>
              <a:buClr>
                <a:srgbClr val="000000"/>
              </a:buClr>
              <a:buNone/>
            </a:pPr>
            <a:endParaRPr lang="en-US" altLang="en-US" sz="2800" dirty="0">
              <a:solidFill>
                <a:srgbClr val="000000"/>
              </a:solidFill>
            </a:endParaRP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36</a:t>
            </a:fld>
            <a:endParaRPr lang="en-GB" altLang="en-US"/>
          </a:p>
        </p:txBody>
      </p:sp>
    </p:spTree>
    <p:extLst>
      <p:ext uri="{BB962C8B-B14F-4D97-AF65-F5344CB8AC3E}">
        <p14:creationId xmlns:p14="http://schemas.microsoft.com/office/powerpoint/2010/main" val="38149493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Data Formats - XML</a:t>
            </a:r>
          </a:p>
        </p:txBody>
      </p:sp>
      <p:sp>
        <p:nvSpPr>
          <p:cNvPr id="12290" name="Content Placeholder 2">
            <a:extLst>
              <a:ext uri="{FF2B5EF4-FFF2-40B4-BE49-F238E27FC236}">
                <a16:creationId xmlns:a16="http://schemas.microsoft.com/office/drawing/2014/main" id="{1AE05403-95A6-4618-9B22-48782B535B05}"/>
              </a:ext>
            </a:extLst>
          </p:cNvPr>
          <p:cNvSpPr>
            <a:spLocks noGrp="1" noChangeArrowheads="1"/>
          </p:cNvSpPr>
          <p:nvPr>
            <p:ph idx="1"/>
          </p:nvPr>
        </p:nvSpPr>
        <p:spPr/>
        <p:txBody>
          <a:bodyPr/>
          <a:lstStyle/>
          <a:p>
            <a:pPr marL="609600" indent="-609600" eaLnBrk="1" hangingPunct="1"/>
            <a:r>
              <a:rPr lang="en-US" altLang="en-US" sz="3200" dirty="0"/>
              <a:t>XML was created as a means of storing data </a:t>
            </a:r>
          </a:p>
          <a:p>
            <a:pPr marL="609600" indent="-609600" eaLnBrk="1" hangingPunct="1"/>
            <a:r>
              <a:rPr lang="en-US" altLang="en-US" sz="3200" dirty="0"/>
              <a:t>Example of an XML document that stores contact details</a:t>
            </a:r>
          </a:p>
          <a:p>
            <a:pPr marL="609600" indent="-609600" eaLnBrk="1" hangingPunct="1"/>
            <a:endParaRPr lang="en-US" altLang="en-US" sz="3200" dirty="0"/>
          </a:p>
          <a:p>
            <a:pPr marL="609600" indent="-609600" eaLnBrk="1" hangingPunct="1"/>
            <a:endParaRPr lang="en-US" altLang="en-US" sz="2800" dirty="0">
              <a:solidFill>
                <a:srgbClr val="000000"/>
              </a:solidFill>
            </a:endParaRP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37</a:t>
            </a:fld>
            <a:endParaRPr lang="en-GB" altLang="en-US" dirty="0"/>
          </a:p>
        </p:txBody>
      </p:sp>
      <p:pic>
        <p:nvPicPr>
          <p:cNvPr id="7" name="Picture 6">
            <a:extLst>
              <a:ext uri="{FF2B5EF4-FFF2-40B4-BE49-F238E27FC236}">
                <a16:creationId xmlns:a16="http://schemas.microsoft.com/office/drawing/2014/main" id="{78D63DEB-32DF-D648-86E2-0E77656F6C81}"/>
              </a:ext>
            </a:extLst>
          </p:cNvPr>
          <p:cNvPicPr>
            <a:picLocks noChangeAspect="1"/>
          </p:cNvPicPr>
          <p:nvPr/>
        </p:nvPicPr>
        <p:blipFill>
          <a:blip r:embed="rId4"/>
          <a:stretch>
            <a:fillRect/>
          </a:stretch>
        </p:blipFill>
        <p:spPr>
          <a:xfrm>
            <a:off x="628650" y="2780928"/>
            <a:ext cx="7262119" cy="2808312"/>
          </a:xfrm>
          <a:prstGeom prst="rect">
            <a:avLst/>
          </a:prstGeom>
        </p:spPr>
      </p:pic>
    </p:spTree>
    <p:extLst>
      <p:ext uri="{BB962C8B-B14F-4D97-AF65-F5344CB8AC3E}">
        <p14:creationId xmlns:p14="http://schemas.microsoft.com/office/powerpoint/2010/main" val="14562513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Data Formats – XML Extracting Data</a:t>
            </a:r>
          </a:p>
        </p:txBody>
      </p:sp>
      <p:sp>
        <p:nvSpPr>
          <p:cNvPr id="12290" name="Content Placeholder 2">
            <a:extLst>
              <a:ext uri="{FF2B5EF4-FFF2-40B4-BE49-F238E27FC236}">
                <a16:creationId xmlns:a16="http://schemas.microsoft.com/office/drawing/2014/main" id="{1AE05403-95A6-4618-9B22-48782B535B05}"/>
              </a:ext>
            </a:extLst>
          </p:cNvPr>
          <p:cNvSpPr>
            <a:spLocks noGrp="1" noChangeArrowheads="1"/>
          </p:cNvSpPr>
          <p:nvPr>
            <p:ph idx="1"/>
          </p:nvPr>
        </p:nvSpPr>
        <p:spPr/>
        <p:txBody>
          <a:bodyPr/>
          <a:lstStyle/>
          <a:p>
            <a:pPr marL="609600" indent="-609600" eaLnBrk="1" hangingPunct="1"/>
            <a:r>
              <a:rPr lang="en-US" altLang="en-US" sz="3200" dirty="0"/>
              <a:t>Each person in a list is linked to the XML file with that person’s contact details</a:t>
            </a:r>
          </a:p>
          <a:p>
            <a:pPr marL="609600" indent="-609600" eaLnBrk="1" hangingPunct="1"/>
            <a:r>
              <a:rPr lang="en-US" altLang="en-US" sz="3200" dirty="0"/>
              <a:t>The XML file can be parsed using JavaScript</a:t>
            </a:r>
          </a:p>
          <a:p>
            <a:pPr marL="609600" indent="-609600" eaLnBrk="1" hangingPunct="1"/>
            <a:r>
              <a:rPr lang="en-US" altLang="en-US" sz="3200" dirty="0"/>
              <a:t>The XML is available through the </a:t>
            </a:r>
            <a:r>
              <a:rPr lang="en-US" altLang="en-US" sz="3200" b="1" dirty="0" err="1">
                <a:solidFill>
                  <a:srgbClr val="0070C0"/>
                </a:solidFill>
              </a:rPr>
              <a:t>responseXML</a:t>
            </a:r>
            <a:r>
              <a:rPr lang="en-US" altLang="en-US" sz="3200" dirty="0"/>
              <a:t> property of the </a:t>
            </a:r>
            <a:r>
              <a:rPr lang="en-US" altLang="en-US" sz="3200" dirty="0" err="1"/>
              <a:t>HTTPRequest</a:t>
            </a:r>
            <a:r>
              <a:rPr lang="en-US" altLang="en-US" sz="3200" dirty="0"/>
              <a:t> object</a:t>
            </a:r>
          </a:p>
          <a:p>
            <a:pPr marL="609600" indent="-609600" eaLnBrk="1" hangingPunct="1"/>
            <a:endParaRPr lang="en-US" altLang="en-US" sz="3200" dirty="0"/>
          </a:p>
          <a:p>
            <a:pPr marL="0" indent="0" eaLnBrk="1" hangingPunct="1">
              <a:buNone/>
            </a:pPr>
            <a:endParaRPr lang="en-US" altLang="en-US" sz="500" dirty="0"/>
          </a:p>
          <a:p>
            <a:pPr marL="609600" indent="-609600" eaLnBrk="1" hangingPunct="1"/>
            <a:r>
              <a:rPr lang="en-US" altLang="en-US" sz="400" dirty="0"/>
              <a:t> </a:t>
            </a:r>
          </a:p>
          <a:p>
            <a:pPr marL="609600" indent="-609600" eaLnBrk="1" hangingPunct="1"/>
            <a:endParaRPr lang="en-US" altLang="en-US" sz="400" dirty="0"/>
          </a:p>
          <a:p>
            <a:pPr marL="609600" indent="-609600" eaLnBrk="1" hangingPunct="1"/>
            <a:r>
              <a:rPr lang="en-IE" altLang="en-US" sz="3200" dirty="0"/>
              <a:t>Use </a:t>
            </a:r>
            <a:r>
              <a:rPr lang="en-IE" altLang="en-US" sz="3200" dirty="0" err="1">
                <a:solidFill>
                  <a:srgbClr val="0070C0"/>
                </a:solidFill>
              </a:rPr>
              <a:t>getElementsByTagName</a:t>
            </a:r>
            <a:r>
              <a:rPr lang="en-IE" altLang="en-US" sz="3200" dirty="0"/>
              <a:t> to get a collection of all the </a:t>
            </a:r>
            <a:r>
              <a:rPr lang="en-IE" altLang="en-US" sz="3200" dirty="0">
                <a:solidFill>
                  <a:srgbClr val="0070C0"/>
                </a:solidFill>
              </a:rPr>
              <a:t>name</a:t>
            </a:r>
            <a:r>
              <a:rPr lang="en-IE" altLang="en-US" sz="3200" dirty="0">
                <a:solidFill>
                  <a:srgbClr val="0066FF"/>
                </a:solidFill>
              </a:rPr>
              <a:t> </a:t>
            </a:r>
            <a:r>
              <a:rPr lang="en-IE" altLang="en-US" sz="3200" dirty="0"/>
              <a:t>elements in the XML:</a:t>
            </a:r>
          </a:p>
          <a:p>
            <a:pPr marL="0" indent="0" eaLnBrk="1" hangingPunct="1">
              <a:buNone/>
            </a:pPr>
            <a:endParaRPr lang="en-IE" altLang="en-US" sz="1000" dirty="0"/>
          </a:p>
          <a:p>
            <a:pPr marL="0" indent="0" eaLnBrk="1" hangingPunct="1">
              <a:buNone/>
            </a:pPr>
            <a:endParaRPr lang="en-IE" altLang="en-US" sz="3200" dirty="0"/>
          </a:p>
          <a:p>
            <a:pPr marL="609600" indent="-609600" eaLnBrk="1" hangingPunct="1"/>
            <a:endParaRPr lang="en-US" altLang="en-US" sz="3200" dirty="0"/>
          </a:p>
          <a:p>
            <a:pPr marL="342900" lvl="1" indent="0" eaLnBrk="1" hangingPunct="1">
              <a:lnSpc>
                <a:spcPct val="100000"/>
              </a:lnSpc>
              <a:spcBef>
                <a:spcPct val="20000"/>
              </a:spcBef>
              <a:buClr>
                <a:srgbClr val="000000"/>
              </a:buClr>
              <a:buNone/>
            </a:pPr>
            <a:endParaRPr lang="en-US" altLang="en-US" sz="2800" dirty="0">
              <a:solidFill>
                <a:srgbClr val="000000"/>
              </a:solidFill>
            </a:endParaRP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38</a:t>
            </a:fld>
            <a:endParaRPr lang="en-GB" altLang="en-US" dirty="0"/>
          </a:p>
        </p:txBody>
      </p:sp>
      <p:pic>
        <p:nvPicPr>
          <p:cNvPr id="8" name="Picture 7">
            <a:extLst>
              <a:ext uri="{FF2B5EF4-FFF2-40B4-BE49-F238E27FC236}">
                <a16:creationId xmlns:a16="http://schemas.microsoft.com/office/drawing/2014/main" id="{FA026878-1E07-2448-95F9-09E5D3766CCC}"/>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628650" y="3789040"/>
            <a:ext cx="6915193" cy="576064"/>
          </a:xfrm>
          <a:prstGeom prst="rect">
            <a:avLst/>
          </a:prstGeom>
        </p:spPr>
      </p:pic>
      <p:pic>
        <p:nvPicPr>
          <p:cNvPr id="9" name="Picture 8">
            <a:extLst>
              <a:ext uri="{FF2B5EF4-FFF2-40B4-BE49-F238E27FC236}">
                <a16:creationId xmlns:a16="http://schemas.microsoft.com/office/drawing/2014/main" id="{D7F41C2B-5A49-AF48-87B7-F78514070F14}"/>
              </a:ext>
            </a:extLst>
          </p:cNvPr>
          <p:cNvPicPr>
            <a:picLocks noChangeAspect="1"/>
          </p:cNvPicPr>
          <p:nvPr/>
        </p:nvPicPr>
        <p:blipFill>
          <a:blip r:embed="rId5"/>
          <a:stretch>
            <a:fillRect/>
          </a:stretch>
        </p:blipFill>
        <p:spPr>
          <a:xfrm>
            <a:off x="827584" y="5659437"/>
            <a:ext cx="6161380" cy="576064"/>
          </a:xfrm>
          <a:prstGeom prst="rect">
            <a:avLst/>
          </a:prstGeom>
        </p:spPr>
      </p:pic>
    </p:spTree>
    <p:extLst>
      <p:ext uri="{BB962C8B-B14F-4D97-AF65-F5344CB8AC3E}">
        <p14:creationId xmlns:p14="http://schemas.microsoft.com/office/powerpoint/2010/main" val="28591556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Data Formats – XML Extracting Data</a:t>
            </a:r>
          </a:p>
        </p:txBody>
      </p:sp>
      <p:sp>
        <p:nvSpPr>
          <p:cNvPr id="12290" name="Content Placeholder 2">
            <a:extLst>
              <a:ext uri="{FF2B5EF4-FFF2-40B4-BE49-F238E27FC236}">
                <a16:creationId xmlns:a16="http://schemas.microsoft.com/office/drawing/2014/main" id="{1AE05403-95A6-4618-9B22-48782B535B05}"/>
              </a:ext>
            </a:extLst>
          </p:cNvPr>
          <p:cNvSpPr>
            <a:spLocks noGrp="1" noChangeArrowheads="1"/>
          </p:cNvSpPr>
          <p:nvPr>
            <p:ph idx="1"/>
          </p:nvPr>
        </p:nvSpPr>
        <p:spPr/>
        <p:txBody>
          <a:bodyPr/>
          <a:lstStyle/>
          <a:p>
            <a:pPr marL="609600" indent="-609600" eaLnBrk="1" hangingPunct="1"/>
            <a:r>
              <a:rPr lang="en-IE" altLang="en-US" sz="3200" dirty="0"/>
              <a:t>There is only one name element in the file</a:t>
            </a:r>
          </a:p>
          <a:p>
            <a:pPr marL="609600" indent="-609600" eaLnBrk="1" hangingPunct="1"/>
            <a:r>
              <a:rPr lang="en-IE" altLang="en-US" sz="3200" dirty="0"/>
              <a:t>The name element contains the text node and we need to find the value of the text node</a:t>
            </a:r>
            <a:endParaRPr lang="en-US" altLang="en-US" sz="3200" dirty="0"/>
          </a:p>
          <a:p>
            <a:pPr marL="0" indent="0" eaLnBrk="1" hangingPunct="1">
              <a:buNone/>
            </a:pPr>
            <a:endParaRPr lang="en-US" altLang="en-US" sz="500" dirty="0"/>
          </a:p>
          <a:p>
            <a:pPr marL="342900" lvl="1" indent="0" eaLnBrk="1" hangingPunct="1">
              <a:buNone/>
            </a:pPr>
            <a:r>
              <a:rPr lang="en-IE" altLang="en-US" sz="2800" b="1" dirty="0">
                <a:solidFill>
                  <a:srgbClr val="0070C0"/>
                </a:solidFill>
              </a:rPr>
              <a:t> </a:t>
            </a:r>
          </a:p>
          <a:p>
            <a:pPr marL="342900" lvl="1" indent="0" eaLnBrk="1" hangingPunct="1">
              <a:buNone/>
            </a:pPr>
            <a:endParaRPr lang="en-IE" altLang="en-US" sz="2800" b="1" dirty="0">
              <a:solidFill>
                <a:srgbClr val="0070C0"/>
              </a:solidFill>
            </a:endParaRPr>
          </a:p>
          <a:p>
            <a:pPr marL="609600" indent="-609600" eaLnBrk="1" hangingPunct="1"/>
            <a:endParaRPr lang="en-US" altLang="en-US" sz="400" dirty="0"/>
          </a:p>
          <a:p>
            <a:pPr marL="609600" indent="-609600" eaLnBrk="1" hangingPunct="1"/>
            <a:r>
              <a:rPr lang="en-IE" altLang="en-US" sz="3200" dirty="0"/>
              <a:t>The same DOM methods and properties can be used to retrieve the values in the </a:t>
            </a:r>
            <a:r>
              <a:rPr lang="en-IE" altLang="en-US" sz="3200" dirty="0">
                <a:solidFill>
                  <a:srgbClr val="0070C0"/>
                </a:solidFill>
              </a:rPr>
              <a:t>website</a:t>
            </a:r>
            <a:r>
              <a:rPr lang="en-IE" altLang="en-US" sz="3200" dirty="0"/>
              <a:t> and </a:t>
            </a:r>
            <a:r>
              <a:rPr lang="en-IE" altLang="en-US" sz="3200" dirty="0">
                <a:solidFill>
                  <a:srgbClr val="0070C0"/>
                </a:solidFill>
              </a:rPr>
              <a:t>email</a:t>
            </a:r>
            <a:r>
              <a:rPr lang="en-IE" altLang="en-US" sz="3200" dirty="0"/>
              <a:t> elements</a:t>
            </a:r>
          </a:p>
          <a:p>
            <a:pPr marL="0" indent="0" eaLnBrk="1" hangingPunct="1">
              <a:buNone/>
            </a:pPr>
            <a:endParaRPr lang="en-IE" altLang="en-US" sz="1000" dirty="0"/>
          </a:p>
          <a:p>
            <a:pPr marL="0" indent="0" eaLnBrk="1" hangingPunct="1">
              <a:buNone/>
            </a:pPr>
            <a:endParaRPr lang="en-IE" altLang="en-US" sz="3200" dirty="0"/>
          </a:p>
          <a:p>
            <a:pPr marL="609600" indent="-609600" eaLnBrk="1" hangingPunct="1"/>
            <a:endParaRPr lang="en-US" altLang="en-US" sz="3200" dirty="0"/>
          </a:p>
          <a:p>
            <a:pPr marL="342900" lvl="1" indent="0" eaLnBrk="1" hangingPunct="1">
              <a:lnSpc>
                <a:spcPct val="100000"/>
              </a:lnSpc>
              <a:spcBef>
                <a:spcPct val="20000"/>
              </a:spcBef>
              <a:buClr>
                <a:srgbClr val="000000"/>
              </a:buClr>
              <a:buNone/>
            </a:pPr>
            <a:endParaRPr lang="en-US" altLang="en-US" sz="2800" dirty="0">
              <a:solidFill>
                <a:srgbClr val="000000"/>
              </a:solidFill>
            </a:endParaRP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39</a:t>
            </a:fld>
            <a:endParaRPr lang="en-GB" altLang="en-US" dirty="0"/>
          </a:p>
        </p:txBody>
      </p:sp>
      <p:pic>
        <p:nvPicPr>
          <p:cNvPr id="7" name="Picture 6">
            <a:extLst>
              <a:ext uri="{FF2B5EF4-FFF2-40B4-BE49-F238E27FC236}">
                <a16:creationId xmlns:a16="http://schemas.microsoft.com/office/drawing/2014/main" id="{F262FD5B-A1D5-274B-9698-5AB96C0EDB47}"/>
              </a:ext>
            </a:extLst>
          </p:cNvPr>
          <p:cNvPicPr>
            <a:picLocks noChangeAspect="1"/>
          </p:cNvPicPr>
          <p:nvPr/>
        </p:nvPicPr>
        <p:blipFill>
          <a:blip r:embed="rId4"/>
          <a:stretch>
            <a:fillRect/>
          </a:stretch>
        </p:blipFill>
        <p:spPr>
          <a:xfrm>
            <a:off x="548806" y="2708920"/>
            <a:ext cx="7966544" cy="1008112"/>
          </a:xfrm>
          <a:prstGeom prst="rect">
            <a:avLst/>
          </a:prstGeom>
        </p:spPr>
      </p:pic>
      <p:pic>
        <p:nvPicPr>
          <p:cNvPr id="8" name="Picture 7">
            <a:extLst>
              <a:ext uri="{FF2B5EF4-FFF2-40B4-BE49-F238E27FC236}">
                <a16:creationId xmlns:a16="http://schemas.microsoft.com/office/drawing/2014/main" id="{7930BD49-8108-5346-B85A-77C6198D3D35}"/>
              </a:ext>
            </a:extLst>
          </p:cNvPr>
          <p:cNvPicPr>
            <a:picLocks noChangeAspect="1"/>
          </p:cNvPicPr>
          <p:nvPr/>
        </p:nvPicPr>
        <p:blipFill>
          <a:blip r:embed="rId5"/>
          <a:stretch>
            <a:fillRect/>
          </a:stretch>
        </p:blipFill>
        <p:spPr>
          <a:xfrm>
            <a:off x="507583" y="5354359"/>
            <a:ext cx="8447974" cy="635186"/>
          </a:xfrm>
          <a:prstGeom prst="rect">
            <a:avLst/>
          </a:prstGeom>
        </p:spPr>
      </p:pic>
    </p:spTree>
    <p:extLst>
      <p:ext uri="{BB962C8B-B14F-4D97-AF65-F5344CB8AC3E}">
        <p14:creationId xmlns:p14="http://schemas.microsoft.com/office/powerpoint/2010/main" val="41595634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Data Formats – XML Advantages</a:t>
            </a:r>
          </a:p>
        </p:txBody>
      </p:sp>
      <p:sp>
        <p:nvSpPr>
          <p:cNvPr id="12290" name="Content Placeholder 2">
            <a:extLst>
              <a:ext uri="{FF2B5EF4-FFF2-40B4-BE49-F238E27FC236}">
                <a16:creationId xmlns:a16="http://schemas.microsoft.com/office/drawing/2014/main" id="{1AE05403-95A6-4618-9B22-48782B535B05}"/>
              </a:ext>
            </a:extLst>
          </p:cNvPr>
          <p:cNvSpPr>
            <a:spLocks noGrp="1" noChangeArrowheads="1"/>
          </p:cNvSpPr>
          <p:nvPr>
            <p:ph idx="1"/>
          </p:nvPr>
        </p:nvSpPr>
        <p:spPr/>
        <p:txBody>
          <a:bodyPr/>
          <a:lstStyle/>
          <a:p>
            <a:pPr marL="609600" indent="-609600" eaLnBrk="1" hangingPunct="1"/>
            <a:r>
              <a:rPr lang="en-IE" altLang="en-US" sz="3200" dirty="0"/>
              <a:t>XML is a versatile data format</a:t>
            </a:r>
          </a:p>
          <a:p>
            <a:pPr marL="609600" indent="-609600" eaLnBrk="1" hangingPunct="1"/>
            <a:r>
              <a:rPr lang="en-IE" altLang="en-US" sz="3200" dirty="0"/>
              <a:t>XML is one of the most common means of transferring data within Web apps</a:t>
            </a:r>
          </a:p>
          <a:p>
            <a:pPr marL="609600" indent="-609600" eaLnBrk="1" hangingPunct="1"/>
            <a:r>
              <a:rPr lang="en-IE" altLang="en-US" sz="3200" dirty="0"/>
              <a:t>XML can be parsed with DOM Scripting</a:t>
            </a:r>
            <a:endParaRPr lang="en-US" altLang="en-US" sz="3200" dirty="0"/>
          </a:p>
          <a:p>
            <a:pPr marL="609600" indent="-609600" eaLnBrk="1" hangingPunct="1"/>
            <a:r>
              <a:rPr lang="en-US" altLang="en-US" sz="3200" dirty="0"/>
              <a:t>XML can be validated against a Schema specification</a:t>
            </a:r>
          </a:p>
          <a:p>
            <a:pPr marL="0" indent="0" eaLnBrk="1" hangingPunct="1">
              <a:buNone/>
            </a:pPr>
            <a:endParaRPr lang="en-US" altLang="en-US" sz="500" dirty="0"/>
          </a:p>
          <a:p>
            <a:pPr marL="0" indent="0" eaLnBrk="1" hangingPunct="1">
              <a:buNone/>
            </a:pPr>
            <a:endParaRPr lang="en-IE" altLang="en-US" sz="3200" dirty="0"/>
          </a:p>
          <a:p>
            <a:pPr marL="609600" indent="-609600" eaLnBrk="1" hangingPunct="1"/>
            <a:endParaRPr lang="en-US" altLang="en-US" sz="3200" dirty="0"/>
          </a:p>
          <a:p>
            <a:pPr marL="342900" lvl="1" indent="0" eaLnBrk="1" hangingPunct="1">
              <a:lnSpc>
                <a:spcPct val="100000"/>
              </a:lnSpc>
              <a:spcBef>
                <a:spcPct val="20000"/>
              </a:spcBef>
              <a:buClr>
                <a:srgbClr val="000000"/>
              </a:buClr>
              <a:buNone/>
            </a:pPr>
            <a:endParaRPr lang="en-US" altLang="en-US" sz="2800" dirty="0">
              <a:solidFill>
                <a:srgbClr val="000000"/>
              </a:solidFill>
            </a:endParaRP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40</a:t>
            </a:fld>
            <a:endParaRPr lang="en-GB" altLang="en-US" dirty="0"/>
          </a:p>
        </p:txBody>
      </p:sp>
    </p:spTree>
    <p:extLst>
      <p:ext uri="{BB962C8B-B14F-4D97-AF65-F5344CB8AC3E}">
        <p14:creationId xmlns:p14="http://schemas.microsoft.com/office/powerpoint/2010/main" val="956978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Data Formats – XML Disadvantages</a:t>
            </a:r>
          </a:p>
        </p:txBody>
      </p:sp>
      <p:sp>
        <p:nvSpPr>
          <p:cNvPr id="12290" name="Content Placeholder 2">
            <a:extLst>
              <a:ext uri="{FF2B5EF4-FFF2-40B4-BE49-F238E27FC236}">
                <a16:creationId xmlns:a16="http://schemas.microsoft.com/office/drawing/2014/main" id="{1AE05403-95A6-4618-9B22-48782B535B05}"/>
              </a:ext>
            </a:extLst>
          </p:cNvPr>
          <p:cNvSpPr>
            <a:spLocks noGrp="1" noChangeArrowheads="1"/>
          </p:cNvSpPr>
          <p:nvPr>
            <p:ph idx="1"/>
          </p:nvPr>
        </p:nvSpPr>
        <p:spPr/>
        <p:txBody>
          <a:bodyPr/>
          <a:lstStyle/>
          <a:p>
            <a:pPr marL="609600" indent="-609600" eaLnBrk="1" hangingPunct="1"/>
            <a:r>
              <a:rPr lang="en-US" altLang="en-US" sz="3200" dirty="0"/>
              <a:t>XML sent from server must have correct header or will not be available via the </a:t>
            </a:r>
            <a:r>
              <a:rPr lang="en-US" altLang="en-US" sz="3200" dirty="0" err="1">
                <a:solidFill>
                  <a:srgbClr val="0070C0"/>
                </a:solidFill>
              </a:rPr>
              <a:t>responseXML</a:t>
            </a:r>
            <a:r>
              <a:rPr lang="en-US" altLang="en-US" sz="3200" dirty="0"/>
              <a:t> </a:t>
            </a:r>
          </a:p>
          <a:p>
            <a:pPr marL="609600" indent="-609600" eaLnBrk="1" hangingPunct="1"/>
            <a:r>
              <a:rPr lang="en-US" altLang="en-US" sz="3200" dirty="0"/>
              <a:t>Parsing on the browser can become long-winded for complex applications</a:t>
            </a:r>
          </a:p>
          <a:p>
            <a:pPr marL="0" indent="0" eaLnBrk="1" hangingPunct="1">
              <a:buNone/>
            </a:pPr>
            <a:endParaRPr lang="en-US" altLang="en-US" sz="500" dirty="0"/>
          </a:p>
          <a:p>
            <a:pPr marL="0" indent="0" eaLnBrk="1" hangingPunct="1">
              <a:buNone/>
            </a:pPr>
            <a:endParaRPr lang="en-IE" altLang="en-US" sz="3200" dirty="0"/>
          </a:p>
          <a:p>
            <a:pPr marL="0" indent="0" eaLnBrk="1" hangingPunct="1">
              <a:buNone/>
            </a:pPr>
            <a:endParaRPr lang="en-IE" altLang="en-US" sz="3200" dirty="0"/>
          </a:p>
          <a:p>
            <a:pPr marL="0" indent="0" eaLnBrk="1" hangingPunct="1">
              <a:buNone/>
            </a:pPr>
            <a:endParaRPr lang="en-IE" altLang="en-US" sz="3200" dirty="0"/>
          </a:p>
          <a:p>
            <a:pPr marL="609600" indent="-609600" eaLnBrk="1" hangingPunct="1"/>
            <a:endParaRPr lang="en-US" altLang="en-US" sz="3200" dirty="0"/>
          </a:p>
          <a:p>
            <a:pPr marL="342900" lvl="1" indent="0" eaLnBrk="1" hangingPunct="1">
              <a:lnSpc>
                <a:spcPct val="100000"/>
              </a:lnSpc>
              <a:spcBef>
                <a:spcPct val="20000"/>
              </a:spcBef>
              <a:buClr>
                <a:srgbClr val="000000"/>
              </a:buClr>
              <a:buNone/>
            </a:pPr>
            <a:endParaRPr lang="en-US" altLang="en-US" sz="2800" dirty="0">
              <a:solidFill>
                <a:srgbClr val="000000"/>
              </a:solidFill>
            </a:endParaRP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41</a:t>
            </a:fld>
            <a:endParaRPr lang="en-GB" altLang="en-US" dirty="0"/>
          </a:p>
        </p:txBody>
      </p:sp>
    </p:spTree>
    <p:extLst>
      <p:ext uri="{BB962C8B-B14F-4D97-AF65-F5344CB8AC3E}">
        <p14:creationId xmlns:p14="http://schemas.microsoft.com/office/powerpoint/2010/main" val="14918321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Data Formats – JSON</a:t>
            </a:r>
          </a:p>
        </p:txBody>
      </p:sp>
      <p:sp>
        <p:nvSpPr>
          <p:cNvPr id="12290" name="Content Placeholder 2">
            <a:extLst>
              <a:ext uri="{FF2B5EF4-FFF2-40B4-BE49-F238E27FC236}">
                <a16:creationId xmlns:a16="http://schemas.microsoft.com/office/drawing/2014/main" id="{1AE05403-95A6-4618-9B22-48782B535B05}"/>
              </a:ext>
            </a:extLst>
          </p:cNvPr>
          <p:cNvSpPr>
            <a:spLocks noGrp="1" noChangeArrowheads="1"/>
          </p:cNvSpPr>
          <p:nvPr>
            <p:ph idx="1"/>
          </p:nvPr>
        </p:nvSpPr>
        <p:spPr/>
        <p:txBody>
          <a:bodyPr/>
          <a:lstStyle/>
          <a:p>
            <a:pPr marL="609600" indent="-609600" eaLnBrk="1" hangingPunct="1"/>
            <a:r>
              <a:rPr lang="en-IE" altLang="en-US" sz="3200" dirty="0"/>
              <a:t>JSON stands for JavaScript Object Notation</a:t>
            </a:r>
          </a:p>
          <a:p>
            <a:pPr marL="609600" indent="-609600" eaLnBrk="1" hangingPunct="1"/>
            <a:r>
              <a:rPr lang="en-IE" altLang="en-US" sz="3200" dirty="0"/>
              <a:t>A person object in JavaScript</a:t>
            </a:r>
            <a:endParaRPr lang="en-US" altLang="en-US" sz="3200" dirty="0"/>
          </a:p>
          <a:p>
            <a:pPr marL="0" indent="0" eaLnBrk="1" hangingPunct="1">
              <a:buNone/>
            </a:pPr>
            <a:endParaRPr lang="en-US" altLang="en-US" sz="500" dirty="0"/>
          </a:p>
          <a:p>
            <a:pPr marL="0" indent="0" eaLnBrk="1" hangingPunct="1">
              <a:buNone/>
            </a:pPr>
            <a:endParaRPr lang="en-IE" altLang="en-US" sz="3200" dirty="0"/>
          </a:p>
          <a:p>
            <a:pPr marL="0" indent="0" eaLnBrk="1" hangingPunct="1">
              <a:buNone/>
            </a:pPr>
            <a:endParaRPr lang="en-IE" altLang="en-US" sz="3200" dirty="0"/>
          </a:p>
          <a:p>
            <a:pPr marL="0" indent="0" eaLnBrk="1" hangingPunct="1">
              <a:buNone/>
            </a:pPr>
            <a:endParaRPr lang="en-IE" altLang="en-US" sz="3200" dirty="0"/>
          </a:p>
          <a:p>
            <a:pPr marL="609600" indent="-609600" eaLnBrk="1" hangingPunct="1"/>
            <a:endParaRPr lang="en-US" altLang="en-US" sz="3200" dirty="0"/>
          </a:p>
          <a:p>
            <a:pPr marL="342900" lvl="1" indent="0" eaLnBrk="1" hangingPunct="1">
              <a:lnSpc>
                <a:spcPct val="100000"/>
              </a:lnSpc>
              <a:spcBef>
                <a:spcPct val="20000"/>
              </a:spcBef>
              <a:buClr>
                <a:srgbClr val="000000"/>
              </a:buClr>
              <a:buNone/>
            </a:pPr>
            <a:endParaRPr lang="en-US" altLang="en-US" sz="2800" dirty="0">
              <a:solidFill>
                <a:srgbClr val="000000"/>
              </a:solidFill>
            </a:endParaRP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42</a:t>
            </a:fld>
            <a:endParaRPr lang="en-GB" altLang="en-US" dirty="0"/>
          </a:p>
        </p:txBody>
      </p:sp>
      <p:pic>
        <p:nvPicPr>
          <p:cNvPr id="9" name="Picture 8">
            <a:extLst>
              <a:ext uri="{FF2B5EF4-FFF2-40B4-BE49-F238E27FC236}">
                <a16:creationId xmlns:a16="http://schemas.microsoft.com/office/drawing/2014/main" id="{103E44EC-E60B-8241-9413-547FD9D82102}"/>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816864" y="2492896"/>
            <a:ext cx="6547696" cy="3096344"/>
          </a:xfrm>
          <a:prstGeom prst="rect">
            <a:avLst/>
          </a:prstGeom>
        </p:spPr>
      </p:pic>
    </p:spTree>
    <p:extLst>
      <p:ext uri="{BB962C8B-B14F-4D97-AF65-F5344CB8AC3E}">
        <p14:creationId xmlns:p14="http://schemas.microsoft.com/office/powerpoint/2010/main" val="23530389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Data Formats – JSON Extracting Data</a:t>
            </a:r>
          </a:p>
        </p:txBody>
      </p:sp>
      <p:sp>
        <p:nvSpPr>
          <p:cNvPr id="12290" name="Content Placeholder 2">
            <a:extLst>
              <a:ext uri="{FF2B5EF4-FFF2-40B4-BE49-F238E27FC236}">
                <a16:creationId xmlns:a16="http://schemas.microsoft.com/office/drawing/2014/main" id="{1AE05403-95A6-4618-9B22-48782B535B05}"/>
              </a:ext>
            </a:extLst>
          </p:cNvPr>
          <p:cNvSpPr>
            <a:spLocks noGrp="1" noChangeArrowheads="1"/>
          </p:cNvSpPr>
          <p:nvPr>
            <p:ph idx="1"/>
          </p:nvPr>
        </p:nvSpPr>
        <p:spPr/>
        <p:txBody>
          <a:bodyPr/>
          <a:lstStyle/>
          <a:p>
            <a:pPr marL="609600" indent="-609600" eaLnBrk="1" hangingPunct="1"/>
            <a:r>
              <a:rPr lang="en-IE" altLang="en-US" sz="3200" dirty="0"/>
              <a:t>JSON is a string of text and is returned in the </a:t>
            </a:r>
            <a:r>
              <a:rPr lang="en-IE" altLang="en-US" sz="3200" dirty="0" err="1">
                <a:solidFill>
                  <a:srgbClr val="0070C0"/>
                </a:solidFill>
              </a:rPr>
              <a:t>responseText</a:t>
            </a:r>
            <a:r>
              <a:rPr lang="en-IE" altLang="en-US" sz="3200" dirty="0"/>
              <a:t> property </a:t>
            </a:r>
          </a:p>
          <a:p>
            <a:pPr marL="609600" indent="-609600" eaLnBrk="1" hangingPunct="1"/>
            <a:r>
              <a:rPr lang="en-IE" altLang="en-US" sz="3200" dirty="0" err="1"/>
              <a:t>JavaScripts</a:t>
            </a:r>
            <a:r>
              <a:rPr lang="en-IE" altLang="en-US" sz="3200" dirty="0"/>
              <a:t> </a:t>
            </a:r>
            <a:r>
              <a:rPr lang="en-IE" altLang="en-US" sz="3200" b="1" dirty="0">
                <a:solidFill>
                  <a:srgbClr val="0070C0"/>
                </a:solidFill>
              </a:rPr>
              <a:t>eval</a:t>
            </a:r>
            <a:r>
              <a:rPr lang="en-IE" altLang="en-US" sz="3200" dirty="0"/>
              <a:t> function accepts a string as an argument. The string is then executed as JavaScript code</a:t>
            </a:r>
            <a:endParaRPr lang="en-US" altLang="en-US" sz="3200" dirty="0"/>
          </a:p>
          <a:p>
            <a:pPr marL="0" indent="0" eaLnBrk="1" hangingPunct="1">
              <a:buNone/>
            </a:pPr>
            <a:endParaRPr lang="en-US" altLang="en-US" sz="3200" dirty="0"/>
          </a:p>
          <a:p>
            <a:pPr marL="609600" indent="-609600" eaLnBrk="1" hangingPunct="1"/>
            <a:r>
              <a:rPr lang="en-IE" altLang="en-US" sz="3200" dirty="0"/>
              <a:t>now all JSON values can be accessed as properties of data:</a:t>
            </a:r>
          </a:p>
          <a:p>
            <a:pPr marL="609600" indent="-609600" eaLnBrk="1" hangingPunct="1"/>
            <a:endParaRPr lang="en-US" altLang="en-US" sz="3200" dirty="0"/>
          </a:p>
          <a:p>
            <a:pPr marL="0" indent="0" eaLnBrk="1" hangingPunct="1">
              <a:buNone/>
            </a:pPr>
            <a:endParaRPr lang="en-US" altLang="en-US" sz="500" dirty="0"/>
          </a:p>
          <a:p>
            <a:pPr marL="0" indent="0" eaLnBrk="1" hangingPunct="1">
              <a:buNone/>
            </a:pPr>
            <a:endParaRPr lang="en-IE" altLang="en-US" sz="3200" dirty="0"/>
          </a:p>
          <a:p>
            <a:pPr marL="0" indent="0" eaLnBrk="1" hangingPunct="1">
              <a:buNone/>
            </a:pPr>
            <a:endParaRPr lang="en-IE" altLang="en-US" sz="3200" dirty="0"/>
          </a:p>
          <a:p>
            <a:pPr marL="0" indent="0" eaLnBrk="1" hangingPunct="1">
              <a:buNone/>
            </a:pPr>
            <a:endParaRPr lang="en-IE" altLang="en-US" sz="3200" dirty="0"/>
          </a:p>
          <a:p>
            <a:pPr marL="609600" indent="-609600" eaLnBrk="1" hangingPunct="1"/>
            <a:endParaRPr lang="en-US" altLang="en-US" sz="3200" dirty="0"/>
          </a:p>
          <a:p>
            <a:pPr marL="342900" lvl="1" indent="0" eaLnBrk="1" hangingPunct="1">
              <a:lnSpc>
                <a:spcPct val="100000"/>
              </a:lnSpc>
              <a:spcBef>
                <a:spcPct val="20000"/>
              </a:spcBef>
              <a:buClr>
                <a:srgbClr val="000000"/>
              </a:buClr>
              <a:buNone/>
            </a:pPr>
            <a:endParaRPr lang="en-US" altLang="en-US" sz="2800" dirty="0">
              <a:solidFill>
                <a:srgbClr val="000000"/>
              </a:solidFill>
            </a:endParaRP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43</a:t>
            </a:fld>
            <a:endParaRPr lang="en-GB" altLang="en-US" dirty="0"/>
          </a:p>
        </p:txBody>
      </p:sp>
      <p:pic>
        <p:nvPicPr>
          <p:cNvPr id="7" name="Picture 6">
            <a:extLst>
              <a:ext uri="{FF2B5EF4-FFF2-40B4-BE49-F238E27FC236}">
                <a16:creationId xmlns:a16="http://schemas.microsoft.com/office/drawing/2014/main" id="{F9091D09-31D5-0144-8646-2F475D571872}"/>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495674" y="3573016"/>
            <a:ext cx="8483797" cy="360040"/>
          </a:xfrm>
          <a:prstGeom prst="rect">
            <a:avLst/>
          </a:prstGeom>
        </p:spPr>
      </p:pic>
      <p:pic>
        <p:nvPicPr>
          <p:cNvPr id="10" name="Picture 9">
            <a:extLst>
              <a:ext uri="{FF2B5EF4-FFF2-40B4-BE49-F238E27FC236}">
                <a16:creationId xmlns:a16="http://schemas.microsoft.com/office/drawing/2014/main" id="{1F946ED5-4529-B14E-A947-87E71B07453B}"/>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85455" y="4941168"/>
            <a:ext cx="5729595" cy="1235795"/>
          </a:xfrm>
          <a:prstGeom prst="rect">
            <a:avLst/>
          </a:prstGeom>
        </p:spPr>
      </p:pic>
    </p:spTree>
    <p:extLst>
      <p:ext uri="{BB962C8B-B14F-4D97-AF65-F5344CB8AC3E}">
        <p14:creationId xmlns:p14="http://schemas.microsoft.com/office/powerpoint/2010/main" val="32035384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Data Formats – JSON Extracting Data</a:t>
            </a:r>
          </a:p>
        </p:txBody>
      </p:sp>
      <p:sp>
        <p:nvSpPr>
          <p:cNvPr id="12290" name="Content Placeholder 2">
            <a:extLst>
              <a:ext uri="{FF2B5EF4-FFF2-40B4-BE49-F238E27FC236}">
                <a16:creationId xmlns:a16="http://schemas.microsoft.com/office/drawing/2014/main" id="{1AE05403-95A6-4618-9B22-48782B535B05}"/>
              </a:ext>
            </a:extLst>
          </p:cNvPr>
          <p:cNvSpPr>
            <a:spLocks noGrp="1" noChangeArrowheads="1"/>
          </p:cNvSpPr>
          <p:nvPr>
            <p:ph idx="1"/>
          </p:nvPr>
        </p:nvSpPr>
        <p:spPr/>
        <p:txBody>
          <a:bodyPr/>
          <a:lstStyle/>
          <a:p>
            <a:pPr marL="609600" indent="-609600" eaLnBrk="1" hangingPunct="1"/>
            <a:r>
              <a:rPr lang="en-IE" altLang="en-US" sz="3200" dirty="0"/>
              <a:t>If the JSON in the response text is properly formed:</a:t>
            </a:r>
          </a:p>
          <a:p>
            <a:pPr marL="1295400" lvl="2" indent="-609600" eaLnBrk="1" hangingPunct="1"/>
            <a:r>
              <a:rPr lang="en-IE" altLang="en-US" sz="2600" dirty="0"/>
              <a:t>conforms to the JSON Specification.</a:t>
            </a:r>
          </a:p>
          <a:p>
            <a:pPr marL="1295400" lvl="2" indent="-609600" eaLnBrk="1" hangingPunct="1"/>
            <a:r>
              <a:rPr lang="en-IE" altLang="en-US" sz="2600" dirty="0"/>
              <a:t>Keys need to be in double quotes.!!</a:t>
            </a:r>
            <a:endParaRPr lang="en-IE" altLang="en-US" sz="2900" dirty="0"/>
          </a:p>
          <a:p>
            <a:pPr marL="609600" indent="-609600" eaLnBrk="1" hangingPunct="1"/>
            <a:r>
              <a:rPr lang="en-IE" altLang="en-US" sz="3200" dirty="0"/>
              <a:t>You can use the alternative </a:t>
            </a:r>
            <a:r>
              <a:rPr lang="en-IE" altLang="en-US" sz="3200" dirty="0" err="1">
                <a:solidFill>
                  <a:srgbClr val="0070C0"/>
                </a:solidFill>
              </a:rPr>
              <a:t>JSON.parse</a:t>
            </a:r>
            <a:r>
              <a:rPr lang="en-IE" altLang="en-US" sz="3200" dirty="0">
                <a:solidFill>
                  <a:srgbClr val="0070C0"/>
                </a:solidFill>
              </a:rPr>
              <a:t>()</a:t>
            </a:r>
            <a:r>
              <a:rPr lang="en-US" altLang="en-US" sz="3200" dirty="0">
                <a:solidFill>
                  <a:srgbClr val="0070C0"/>
                </a:solidFill>
              </a:rPr>
              <a:t> </a:t>
            </a:r>
            <a:r>
              <a:rPr lang="en-US" altLang="en-US" sz="3200" dirty="0"/>
              <a:t>method instead.</a:t>
            </a:r>
          </a:p>
          <a:p>
            <a:pPr marL="0" indent="0" eaLnBrk="1" hangingPunct="1">
              <a:buNone/>
            </a:pPr>
            <a:endParaRPr lang="en-US" altLang="en-US" sz="3200" dirty="0"/>
          </a:p>
          <a:p>
            <a:pPr marL="609600" indent="-609600" eaLnBrk="1" hangingPunct="1"/>
            <a:r>
              <a:rPr lang="en-IE" altLang="en-US" sz="3200" dirty="0"/>
              <a:t>again all JSON values can be accessed directly properties of data:</a:t>
            </a:r>
          </a:p>
          <a:p>
            <a:pPr marL="609600" indent="-609600" eaLnBrk="1" hangingPunct="1"/>
            <a:endParaRPr lang="en-US" altLang="en-US" sz="3200" dirty="0"/>
          </a:p>
          <a:p>
            <a:pPr marL="0" indent="0" eaLnBrk="1" hangingPunct="1">
              <a:buNone/>
            </a:pPr>
            <a:endParaRPr lang="en-US" altLang="en-US" sz="500" dirty="0"/>
          </a:p>
          <a:p>
            <a:pPr marL="0" indent="0" eaLnBrk="1" hangingPunct="1">
              <a:buNone/>
            </a:pPr>
            <a:endParaRPr lang="en-IE" altLang="en-US" sz="3200" dirty="0"/>
          </a:p>
          <a:p>
            <a:pPr marL="0" indent="0" eaLnBrk="1" hangingPunct="1">
              <a:buNone/>
            </a:pPr>
            <a:endParaRPr lang="en-IE" altLang="en-US" sz="3200" dirty="0"/>
          </a:p>
          <a:p>
            <a:pPr marL="0" indent="0" eaLnBrk="1" hangingPunct="1">
              <a:buNone/>
            </a:pPr>
            <a:endParaRPr lang="en-IE" altLang="en-US" sz="3200" dirty="0"/>
          </a:p>
          <a:p>
            <a:pPr marL="609600" indent="-609600" eaLnBrk="1" hangingPunct="1"/>
            <a:endParaRPr lang="en-US" altLang="en-US" sz="3200" dirty="0"/>
          </a:p>
          <a:p>
            <a:pPr marL="342900" lvl="1" indent="0" eaLnBrk="1" hangingPunct="1">
              <a:lnSpc>
                <a:spcPct val="100000"/>
              </a:lnSpc>
              <a:spcBef>
                <a:spcPct val="20000"/>
              </a:spcBef>
              <a:buClr>
                <a:srgbClr val="000000"/>
              </a:buClr>
              <a:buNone/>
            </a:pPr>
            <a:endParaRPr lang="en-US" altLang="en-US" sz="2800" dirty="0">
              <a:solidFill>
                <a:srgbClr val="000000"/>
              </a:solidFill>
            </a:endParaRP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44</a:t>
            </a:fld>
            <a:endParaRPr lang="en-GB" altLang="en-US" dirty="0"/>
          </a:p>
        </p:txBody>
      </p:sp>
      <p:pic>
        <p:nvPicPr>
          <p:cNvPr id="10" name="Picture 9">
            <a:extLst>
              <a:ext uri="{FF2B5EF4-FFF2-40B4-BE49-F238E27FC236}">
                <a16:creationId xmlns:a16="http://schemas.microsoft.com/office/drawing/2014/main" id="{1F946ED5-4529-B14E-A947-87E71B07453B}"/>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85455" y="4941168"/>
            <a:ext cx="5729595" cy="1235795"/>
          </a:xfrm>
          <a:prstGeom prst="rect">
            <a:avLst/>
          </a:prstGeom>
        </p:spPr>
      </p:pic>
      <p:pic>
        <p:nvPicPr>
          <p:cNvPr id="8" name="Picture 7">
            <a:extLst>
              <a:ext uri="{FF2B5EF4-FFF2-40B4-BE49-F238E27FC236}">
                <a16:creationId xmlns:a16="http://schemas.microsoft.com/office/drawing/2014/main" id="{89F9BE2B-3C81-8748-A640-2E867F234C5A}"/>
              </a:ext>
            </a:extLst>
          </p:cNvPr>
          <p:cNvPicPr>
            <a:picLocks noChangeAspect="1"/>
          </p:cNvPicPr>
          <p:nvPr/>
        </p:nvPicPr>
        <p:blipFill>
          <a:blip r:embed="rId5"/>
          <a:stretch>
            <a:fillRect/>
          </a:stretch>
        </p:blipFill>
        <p:spPr>
          <a:xfrm>
            <a:off x="385455" y="3789040"/>
            <a:ext cx="7281385" cy="502814"/>
          </a:xfrm>
          <a:prstGeom prst="rect">
            <a:avLst/>
          </a:prstGeom>
        </p:spPr>
      </p:pic>
    </p:spTree>
    <p:extLst>
      <p:ext uri="{BB962C8B-B14F-4D97-AF65-F5344CB8AC3E}">
        <p14:creationId xmlns:p14="http://schemas.microsoft.com/office/powerpoint/2010/main" val="5484202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Data Formats - JSON</a:t>
            </a:r>
          </a:p>
        </p:txBody>
      </p:sp>
      <p:sp>
        <p:nvSpPr>
          <p:cNvPr id="12290" name="Content Placeholder 2">
            <a:extLst>
              <a:ext uri="{FF2B5EF4-FFF2-40B4-BE49-F238E27FC236}">
                <a16:creationId xmlns:a16="http://schemas.microsoft.com/office/drawing/2014/main" id="{1AE05403-95A6-4618-9B22-48782B535B05}"/>
              </a:ext>
            </a:extLst>
          </p:cNvPr>
          <p:cNvSpPr>
            <a:spLocks noGrp="1" noChangeArrowheads="1"/>
          </p:cNvSpPr>
          <p:nvPr>
            <p:ph idx="1"/>
          </p:nvPr>
        </p:nvSpPr>
        <p:spPr/>
        <p:txBody>
          <a:bodyPr/>
          <a:lstStyle/>
          <a:p>
            <a:pPr marL="609600" indent="-609600" eaLnBrk="1" hangingPunct="1">
              <a:buFont typeface="Wingdings" panose="05000000000000000000" pitchFamily="2" charset="2"/>
              <a:buNone/>
            </a:pPr>
            <a:r>
              <a:rPr lang="en-IE" altLang="en-US" sz="3200" b="1" u="sng" dirty="0"/>
              <a:t>JSON – Advantages</a:t>
            </a:r>
          </a:p>
          <a:p>
            <a:pPr marL="609600" indent="-609600" eaLnBrk="1" hangingPunct="1"/>
            <a:r>
              <a:rPr lang="en-IE" altLang="en-US" sz="3200" dirty="0"/>
              <a:t>JSON is more lightweight than XML</a:t>
            </a:r>
          </a:p>
          <a:p>
            <a:pPr marL="609600" indent="-609600" eaLnBrk="1" hangingPunct="1"/>
            <a:r>
              <a:rPr lang="en-IE" altLang="en-US" sz="3200" dirty="0"/>
              <a:t>JSON doesn’t need to be sent from the server with a specific header. It can be sent as plain text</a:t>
            </a:r>
          </a:p>
          <a:p>
            <a:pPr marL="609600" indent="-609600" eaLnBrk="1" hangingPunct="1"/>
            <a:r>
              <a:rPr lang="en-IE" altLang="en-US" sz="3200" dirty="0"/>
              <a:t>Easier to parse and manipulate in JavaScript</a:t>
            </a:r>
          </a:p>
          <a:p>
            <a:pPr marL="609600" indent="-609600" eaLnBrk="1" hangingPunct="1"/>
            <a:r>
              <a:rPr lang="en-IE" altLang="en-US" sz="3200" dirty="0"/>
              <a:t>Can be validated via 3</a:t>
            </a:r>
            <a:r>
              <a:rPr lang="en-IE" altLang="en-US" sz="3200" baseline="30000" dirty="0"/>
              <a:t>rd</a:t>
            </a:r>
            <a:r>
              <a:rPr lang="en-IE" altLang="en-US" sz="3200" dirty="0"/>
              <a:t> party libraries</a:t>
            </a:r>
          </a:p>
          <a:p>
            <a:pPr marL="609600" indent="-609600" eaLnBrk="1" hangingPunct="1"/>
            <a:r>
              <a:rPr lang="en-IE" altLang="en-US" sz="3200" dirty="0"/>
              <a:t>Parsing using </a:t>
            </a:r>
            <a:r>
              <a:rPr lang="en-IE" altLang="en-US" sz="3200" dirty="0" err="1">
                <a:solidFill>
                  <a:srgbClr val="0070C0"/>
                </a:solidFill>
              </a:rPr>
              <a:t>JSON.parse</a:t>
            </a:r>
            <a:r>
              <a:rPr lang="en-IE" altLang="en-US" sz="3200" dirty="0">
                <a:solidFill>
                  <a:srgbClr val="0070C0"/>
                </a:solidFill>
              </a:rPr>
              <a:t>() </a:t>
            </a:r>
            <a:r>
              <a:rPr lang="en-IE" altLang="en-US" sz="3200" dirty="0"/>
              <a:t>safer than </a:t>
            </a:r>
            <a:r>
              <a:rPr lang="en-IE" altLang="en-US" sz="3200" dirty="0">
                <a:solidFill>
                  <a:srgbClr val="0070C0"/>
                </a:solidFill>
              </a:rPr>
              <a:t>eval()</a:t>
            </a:r>
          </a:p>
          <a:p>
            <a:pPr marL="609600" indent="-609600" eaLnBrk="1" hangingPunct="1">
              <a:buFont typeface="Wingdings" panose="05000000000000000000" pitchFamily="2" charset="2"/>
              <a:buNone/>
            </a:pPr>
            <a:r>
              <a:rPr lang="en-IE" altLang="en-US" sz="3200" b="1" u="sng" dirty="0"/>
              <a:t>JSON – Disadvantages</a:t>
            </a:r>
          </a:p>
          <a:p>
            <a:pPr marL="609600" indent="-609600" eaLnBrk="1" hangingPunct="1"/>
            <a:r>
              <a:rPr lang="en-IE" altLang="en-US" sz="3200" dirty="0"/>
              <a:t>JSON syntax is very precise</a:t>
            </a:r>
          </a:p>
          <a:p>
            <a:pPr marL="609600" indent="-609600" eaLnBrk="1" hangingPunct="1"/>
            <a:r>
              <a:rPr lang="en-IE" altLang="en-US" sz="3200" dirty="0"/>
              <a:t>Parsing with eval method can be a security risk</a:t>
            </a:r>
          </a:p>
          <a:p>
            <a:pPr marL="342900" lvl="1" indent="0" eaLnBrk="1" hangingPunct="1">
              <a:lnSpc>
                <a:spcPct val="100000"/>
              </a:lnSpc>
              <a:spcBef>
                <a:spcPct val="20000"/>
              </a:spcBef>
              <a:buClr>
                <a:srgbClr val="000000"/>
              </a:buClr>
              <a:buNone/>
            </a:pPr>
            <a:endParaRPr lang="en-US" altLang="en-US" sz="2800" dirty="0">
              <a:solidFill>
                <a:srgbClr val="000000"/>
              </a:solidFill>
            </a:endParaRP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45</a:t>
            </a:fld>
            <a:endParaRPr lang="en-GB" altLang="en-US"/>
          </a:p>
        </p:txBody>
      </p:sp>
    </p:spTree>
    <p:extLst>
      <p:ext uri="{BB962C8B-B14F-4D97-AF65-F5344CB8AC3E}">
        <p14:creationId xmlns:p14="http://schemas.microsoft.com/office/powerpoint/2010/main" val="41713430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Data Formats – JSON Summary</a:t>
            </a:r>
          </a:p>
        </p:txBody>
      </p:sp>
      <p:sp>
        <p:nvSpPr>
          <p:cNvPr id="12290" name="Content Placeholder 2">
            <a:extLst>
              <a:ext uri="{FF2B5EF4-FFF2-40B4-BE49-F238E27FC236}">
                <a16:creationId xmlns:a16="http://schemas.microsoft.com/office/drawing/2014/main" id="{1AE05403-95A6-4618-9B22-48782B535B05}"/>
              </a:ext>
            </a:extLst>
          </p:cNvPr>
          <p:cNvSpPr>
            <a:spLocks noGrp="1" noChangeArrowheads="1"/>
          </p:cNvSpPr>
          <p:nvPr>
            <p:ph idx="1"/>
          </p:nvPr>
        </p:nvSpPr>
        <p:spPr/>
        <p:txBody>
          <a:bodyPr/>
          <a:lstStyle/>
          <a:p>
            <a:pPr marL="609600" indent="-609600" eaLnBrk="1" hangingPunct="1"/>
            <a:r>
              <a:rPr lang="en-IE" altLang="en-US" sz="3200" dirty="0"/>
              <a:t>JSON provides an easy way to create and store data structures for use with JavaScript</a:t>
            </a:r>
          </a:p>
          <a:p>
            <a:pPr marL="609600" indent="-609600" eaLnBrk="1" hangingPunct="1"/>
            <a:r>
              <a:rPr lang="en-IE" altLang="en-US" sz="3200" dirty="0"/>
              <a:t>Data encoded with JSON can be read into a variable which creates an object</a:t>
            </a:r>
          </a:p>
          <a:p>
            <a:pPr marL="609600" indent="-609600" eaLnBrk="1" hangingPunct="1"/>
            <a:r>
              <a:rPr lang="en-IE" altLang="en-US" sz="3200" dirty="0"/>
              <a:t>Becoming the de-facto format for RIA’s</a:t>
            </a:r>
          </a:p>
          <a:p>
            <a:pPr marL="609600" indent="-609600" eaLnBrk="1" hangingPunct="1"/>
            <a:r>
              <a:rPr lang="en-IE" altLang="en-US" sz="3200" i="1" dirty="0">
                <a:hlinkClick r:id="rId3"/>
              </a:rPr>
              <a:t>https://www.json.org/json-en.html</a:t>
            </a:r>
            <a:endParaRPr lang="en-IE" altLang="en-US" sz="3200" i="1" dirty="0"/>
          </a:p>
          <a:p>
            <a:pPr marL="0" indent="0" eaLnBrk="1" hangingPunct="1">
              <a:buNone/>
            </a:pPr>
            <a:endParaRPr lang="en-IE" altLang="en-US" sz="3200" dirty="0"/>
          </a:p>
          <a:p>
            <a:pPr marL="609600" indent="-609600" eaLnBrk="1" hangingPunct="1"/>
            <a:endParaRPr lang="en-US" altLang="en-US" sz="3200" dirty="0"/>
          </a:p>
          <a:p>
            <a:pPr marL="0" indent="0" eaLnBrk="1" hangingPunct="1">
              <a:buNone/>
            </a:pPr>
            <a:endParaRPr lang="en-US" altLang="en-US" sz="500" dirty="0"/>
          </a:p>
          <a:p>
            <a:pPr marL="0" indent="0" eaLnBrk="1" hangingPunct="1">
              <a:buNone/>
            </a:pPr>
            <a:endParaRPr lang="en-IE" altLang="en-US" sz="3200" dirty="0"/>
          </a:p>
          <a:p>
            <a:pPr marL="0" indent="0" eaLnBrk="1" hangingPunct="1">
              <a:buNone/>
            </a:pPr>
            <a:endParaRPr lang="en-IE" altLang="en-US" sz="3200" dirty="0"/>
          </a:p>
          <a:p>
            <a:pPr marL="0" indent="0" eaLnBrk="1" hangingPunct="1">
              <a:buNone/>
            </a:pPr>
            <a:endParaRPr lang="en-IE" altLang="en-US" sz="3200" dirty="0"/>
          </a:p>
          <a:p>
            <a:pPr marL="609600" indent="-609600" eaLnBrk="1" hangingPunct="1"/>
            <a:endParaRPr lang="en-US" altLang="en-US" sz="3200" dirty="0"/>
          </a:p>
          <a:p>
            <a:pPr marL="342900" lvl="1" indent="0" eaLnBrk="1" hangingPunct="1">
              <a:lnSpc>
                <a:spcPct val="100000"/>
              </a:lnSpc>
              <a:spcBef>
                <a:spcPct val="20000"/>
              </a:spcBef>
              <a:buClr>
                <a:srgbClr val="000000"/>
              </a:buClr>
              <a:buNone/>
            </a:pPr>
            <a:endParaRPr lang="en-US" altLang="en-US" sz="2800" dirty="0">
              <a:solidFill>
                <a:srgbClr val="000000"/>
              </a:solidFill>
            </a:endParaRP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46</a:t>
            </a:fld>
            <a:endParaRPr lang="en-GB" altLang="en-US" dirty="0"/>
          </a:p>
        </p:txBody>
      </p:sp>
    </p:spTree>
    <p:extLst>
      <p:ext uri="{BB962C8B-B14F-4D97-AF65-F5344CB8AC3E}">
        <p14:creationId xmlns:p14="http://schemas.microsoft.com/office/powerpoint/2010/main" val="3462998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Alternatives to using XHR directly</a:t>
            </a:r>
          </a:p>
        </p:txBody>
      </p:sp>
      <p:sp>
        <p:nvSpPr>
          <p:cNvPr id="12290" name="Content Placeholder 2">
            <a:extLst>
              <a:ext uri="{FF2B5EF4-FFF2-40B4-BE49-F238E27FC236}">
                <a16:creationId xmlns:a16="http://schemas.microsoft.com/office/drawing/2014/main" id="{1AE05403-95A6-4618-9B22-48782B535B05}"/>
              </a:ext>
            </a:extLst>
          </p:cNvPr>
          <p:cNvSpPr>
            <a:spLocks noGrp="1" noChangeArrowheads="1"/>
          </p:cNvSpPr>
          <p:nvPr>
            <p:ph idx="1"/>
          </p:nvPr>
        </p:nvSpPr>
        <p:spPr/>
        <p:txBody>
          <a:bodyPr/>
          <a:lstStyle/>
          <a:p>
            <a:pPr marL="609600" indent="-609600" eaLnBrk="1" hangingPunct="1"/>
            <a:r>
              <a:rPr lang="en-IE" altLang="en-US" sz="3200" dirty="0"/>
              <a:t>Frameworks such as </a:t>
            </a:r>
            <a:r>
              <a:rPr lang="en-IE" altLang="en-US" sz="3200" dirty="0" err="1"/>
              <a:t>backbone.js</a:t>
            </a:r>
            <a:endParaRPr lang="en-IE" altLang="en-US" sz="3200" dirty="0"/>
          </a:p>
          <a:p>
            <a:pPr marL="609600" indent="-609600" eaLnBrk="1" hangingPunct="1"/>
            <a:r>
              <a:rPr lang="en-IE" altLang="en-US" sz="3200" dirty="0"/>
              <a:t>jQuery (separate lecture)</a:t>
            </a:r>
          </a:p>
          <a:p>
            <a:pPr marL="609600" indent="-609600" eaLnBrk="1" hangingPunct="1"/>
            <a:r>
              <a:rPr lang="en-IE" altLang="en-US" sz="3200" dirty="0"/>
              <a:t>The fetch API with promises (separate lecture)</a:t>
            </a:r>
          </a:p>
          <a:p>
            <a:pPr marL="0" indent="0" eaLnBrk="1" hangingPunct="1">
              <a:buNone/>
            </a:pPr>
            <a:endParaRPr lang="en-IE" altLang="en-US" sz="3200" dirty="0"/>
          </a:p>
          <a:p>
            <a:pPr marL="609600" indent="-609600" eaLnBrk="1" hangingPunct="1"/>
            <a:endParaRPr lang="en-US" altLang="en-US" sz="3200" dirty="0"/>
          </a:p>
          <a:p>
            <a:pPr marL="0" indent="0" eaLnBrk="1" hangingPunct="1">
              <a:buNone/>
            </a:pPr>
            <a:endParaRPr lang="en-US" altLang="en-US" sz="500" dirty="0"/>
          </a:p>
          <a:p>
            <a:pPr marL="0" indent="0" eaLnBrk="1" hangingPunct="1">
              <a:buNone/>
            </a:pPr>
            <a:endParaRPr lang="en-IE" altLang="en-US" sz="3200" dirty="0"/>
          </a:p>
          <a:p>
            <a:pPr marL="0" indent="0" eaLnBrk="1" hangingPunct="1">
              <a:buNone/>
            </a:pPr>
            <a:endParaRPr lang="en-IE" altLang="en-US" sz="3200" dirty="0"/>
          </a:p>
          <a:p>
            <a:pPr marL="0" indent="0" eaLnBrk="1" hangingPunct="1">
              <a:buNone/>
            </a:pPr>
            <a:endParaRPr lang="en-IE" altLang="en-US" sz="3200" dirty="0"/>
          </a:p>
          <a:p>
            <a:pPr marL="609600" indent="-609600" eaLnBrk="1" hangingPunct="1"/>
            <a:endParaRPr lang="en-US" altLang="en-US" sz="3200" dirty="0"/>
          </a:p>
          <a:p>
            <a:pPr marL="342900" lvl="1" indent="0" eaLnBrk="1" hangingPunct="1">
              <a:lnSpc>
                <a:spcPct val="100000"/>
              </a:lnSpc>
              <a:spcBef>
                <a:spcPct val="20000"/>
              </a:spcBef>
              <a:buClr>
                <a:srgbClr val="000000"/>
              </a:buClr>
              <a:buNone/>
            </a:pPr>
            <a:endParaRPr lang="en-US" altLang="en-US" sz="2800" dirty="0">
              <a:solidFill>
                <a:srgbClr val="000000"/>
              </a:solidFill>
            </a:endParaRP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02/10/2020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47</a:t>
            </a:fld>
            <a:endParaRPr lang="en-GB" altLang="en-US" dirty="0"/>
          </a:p>
        </p:txBody>
      </p:sp>
    </p:spTree>
    <p:extLst>
      <p:ext uri="{BB962C8B-B14F-4D97-AF65-F5344CB8AC3E}">
        <p14:creationId xmlns:p14="http://schemas.microsoft.com/office/powerpoint/2010/main" val="17638294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10231</TotalTime>
  <Words>2357</Words>
  <Application>Microsoft Office PowerPoint</Application>
  <PresentationFormat>On-screen Show (4:3)</PresentationFormat>
  <Paragraphs>416</Paragraphs>
  <Slides>47</Slides>
  <Notes>41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ＭＳ 明朝</vt:lpstr>
      <vt:lpstr>Arial</vt:lpstr>
      <vt:lpstr>Calibri</vt:lpstr>
      <vt:lpstr>Calibri Light</vt:lpstr>
      <vt:lpstr>Times</vt:lpstr>
      <vt:lpstr>Times New Roman</vt:lpstr>
      <vt:lpstr>Wingdings</vt:lpstr>
      <vt:lpstr>Office Theme</vt:lpstr>
      <vt:lpstr> Web Development 3</vt:lpstr>
      <vt:lpstr>Topics</vt:lpstr>
      <vt:lpstr>What is AJAX?</vt:lpstr>
      <vt:lpstr>What is AJAX?</vt:lpstr>
      <vt:lpstr>What is AJAX?</vt:lpstr>
      <vt:lpstr>What is AJAX?</vt:lpstr>
      <vt:lpstr>History</vt:lpstr>
      <vt:lpstr>History</vt:lpstr>
      <vt:lpstr>Defining AJAX</vt:lpstr>
      <vt:lpstr>Defining AJAX</vt:lpstr>
      <vt:lpstr>Defining AJAX</vt:lpstr>
      <vt:lpstr>AJAX Ingredients</vt:lpstr>
      <vt:lpstr>AJAX Ingredients</vt:lpstr>
      <vt:lpstr>XMLHttpRequest – creating an instance</vt:lpstr>
      <vt:lpstr>XMLHttpRequest – (XHR) Object</vt:lpstr>
      <vt:lpstr>XMLHttpRequest – (XHR) Object</vt:lpstr>
      <vt:lpstr>HTTP Status Codes</vt:lpstr>
      <vt:lpstr>XMLHttpRequest - onreadystatechange</vt:lpstr>
      <vt:lpstr>XMLHttpRequest – readyState values</vt:lpstr>
      <vt:lpstr>XMLHttpRequest - onreadystatechange</vt:lpstr>
      <vt:lpstr>XMLHttpRequest - open</vt:lpstr>
      <vt:lpstr>XMLHttpRequest - open</vt:lpstr>
      <vt:lpstr>XMLHttpRequest - open</vt:lpstr>
      <vt:lpstr>XMLHttpRequest - open</vt:lpstr>
      <vt:lpstr>XMLHttpRequest - send</vt:lpstr>
      <vt:lpstr>XMLHttpRequest – send with POST</vt:lpstr>
      <vt:lpstr>XMLHttpRequest – receiving a response</vt:lpstr>
      <vt:lpstr>XMLHttpRequest – receiving a response</vt:lpstr>
      <vt:lpstr>XMLHttpRequest – response status</vt:lpstr>
      <vt:lpstr>AJAX Page Lifecycle - Summary</vt:lpstr>
      <vt:lpstr>Data Formats</vt:lpstr>
      <vt:lpstr>Data Formats - HTML</vt:lpstr>
      <vt:lpstr>Data Formats – HTML Generating Content</vt:lpstr>
      <vt:lpstr>Data Formats – HTML Generating Content</vt:lpstr>
      <vt:lpstr>Data Formats – HTML Generating Content</vt:lpstr>
      <vt:lpstr>Data Formats - HTML</vt:lpstr>
      <vt:lpstr>Data Formats - XML</vt:lpstr>
      <vt:lpstr>Data Formats – XML Extracting Data</vt:lpstr>
      <vt:lpstr>Data Formats – XML Extracting Data</vt:lpstr>
      <vt:lpstr>Data Formats – XML Advantages</vt:lpstr>
      <vt:lpstr>Data Formats – XML Disadvantages</vt:lpstr>
      <vt:lpstr>Data Formats – JSON</vt:lpstr>
      <vt:lpstr>Data Formats – JSON Extracting Data</vt:lpstr>
      <vt:lpstr>Data Formats – JSON Extracting Data</vt:lpstr>
      <vt:lpstr>Data Formats - JSON</vt:lpstr>
      <vt:lpstr>Data Formats – JSON Summary</vt:lpstr>
      <vt:lpstr>Alternatives to using XHR directly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Mary Giblin</dc:creator>
  <cp:lastModifiedBy>James Byrne</cp:lastModifiedBy>
  <cp:revision>577</cp:revision>
  <cp:lastPrinted>2019-09-17T14:19:02Z</cp:lastPrinted>
  <dcterms:modified xsi:type="dcterms:W3CDTF">2020-10-02T16:56:27Z</dcterms:modified>
</cp:coreProperties>
</file>