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6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5657" y="1154684"/>
            <a:ext cx="3748404" cy="448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70C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911265" y="1154684"/>
            <a:ext cx="3027045" cy="399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070C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1800" y="101604"/>
            <a:ext cx="9804400" cy="7353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62568" y="101605"/>
            <a:ext cx="1307592" cy="844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17431" y="101605"/>
            <a:ext cx="1200912" cy="7498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62568" y="101605"/>
            <a:ext cx="1307592" cy="8442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7432" y="101605"/>
            <a:ext cx="1200912" cy="7498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1800" y="101605"/>
            <a:ext cx="9804400" cy="8381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31800" y="101605"/>
            <a:ext cx="5577840" cy="9723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31800" y="101605"/>
            <a:ext cx="9804400" cy="7376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431800" y="101600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4" y="0"/>
                </a:lnTo>
                <a:lnTo>
                  <a:pt x="9804394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1800" y="101604"/>
            <a:ext cx="9804400" cy="73533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62568" y="101605"/>
            <a:ext cx="1307592" cy="8442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917431" y="101605"/>
            <a:ext cx="1200912" cy="7498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62568" y="101605"/>
            <a:ext cx="1307592" cy="84429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7432" y="101605"/>
            <a:ext cx="1200912" cy="7498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31800" y="101605"/>
            <a:ext cx="9804400" cy="8381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7900" y="138181"/>
            <a:ext cx="9237599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5657" y="1154684"/>
            <a:ext cx="9322084" cy="5205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88474" y="7027002"/>
            <a:ext cx="215265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://www.w3.or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6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image" Target="../media/image21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12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xample.com/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6.png"/><Relationship Id="rId21" Type="http://schemas.openxmlformats.org/officeDocument/2006/relationships/image" Target="../media/image60.png"/><Relationship Id="rId34" Type="http://schemas.openxmlformats.org/officeDocument/2006/relationships/image" Target="../media/image73.png"/><Relationship Id="rId7" Type="http://schemas.openxmlformats.org/officeDocument/2006/relationships/image" Target="../media/image48.png"/><Relationship Id="rId12" Type="http://schemas.openxmlformats.org/officeDocument/2006/relationships/image" Target="../media/image12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2" Type="http://schemas.openxmlformats.org/officeDocument/2006/relationships/image" Target="../media/image44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11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5" Type="http://schemas.openxmlformats.org/officeDocument/2006/relationships/image" Target="../media/image46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10" Type="http://schemas.openxmlformats.org/officeDocument/2006/relationships/image" Target="../media/image51.png"/><Relationship Id="rId19" Type="http://schemas.openxmlformats.org/officeDocument/2006/relationships/image" Target="../media/image58.png"/><Relationship Id="rId31" Type="http://schemas.openxmlformats.org/officeDocument/2006/relationships/image" Target="../media/image70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://www.oreillynet.com/pub/a/oreilly/tim/news/2005/09/30/what-is-web-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6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12.png"/><Relationship Id="rId10" Type="http://schemas.openxmlformats.org/officeDocument/2006/relationships/image" Target="../media/image84.png"/><Relationship Id="rId4" Type="http://schemas.openxmlformats.org/officeDocument/2006/relationships/image" Target="../media/image11.png"/><Relationship Id="rId9" Type="http://schemas.openxmlformats.org/officeDocument/2006/relationships/image" Target="../media/image8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6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1800" y="101604"/>
            <a:ext cx="9804400" cy="7353300"/>
            <a:chOff x="431800" y="101604"/>
            <a:chExt cx="9804400" cy="7353300"/>
          </a:xfrm>
        </p:grpSpPr>
        <p:sp>
          <p:nvSpPr>
            <p:cNvPr id="3" name="object 3"/>
            <p:cNvSpPr/>
            <p:nvPr/>
          </p:nvSpPr>
          <p:spPr>
            <a:xfrm>
              <a:off x="431800" y="101604"/>
              <a:ext cx="9804400" cy="73533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862568" y="101605"/>
              <a:ext cx="1307592" cy="8442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17431" y="101605"/>
              <a:ext cx="1200912" cy="7498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626616" y="1272032"/>
            <a:ext cx="7473950" cy="2682240"/>
            <a:chOff x="1626616" y="1272032"/>
            <a:chExt cx="7473950" cy="2682240"/>
          </a:xfrm>
        </p:grpSpPr>
        <p:sp>
          <p:nvSpPr>
            <p:cNvPr id="7" name="object 7"/>
            <p:cNvSpPr/>
            <p:nvPr/>
          </p:nvSpPr>
          <p:spPr>
            <a:xfrm>
              <a:off x="1626616" y="1272032"/>
              <a:ext cx="7473696" cy="268224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25776" y="2296160"/>
              <a:ext cx="5885687" cy="14020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57096" y="1302512"/>
              <a:ext cx="7354824" cy="25633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657350" y="1305026"/>
            <a:ext cx="7353300" cy="2560320"/>
          </a:xfrm>
          <a:prstGeom prst="rect">
            <a:avLst/>
          </a:prstGeom>
          <a:ln w="10212">
            <a:solidFill>
              <a:srgbClr val="AFABAB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7950">
              <a:latin typeface="Times New Roman"/>
              <a:cs typeface="Times New Roman"/>
            </a:endParaRPr>
          </a:p>
          <a:p>
            <a:pPr marL="210820" algn="ctr">
              <a:lnSpc>
                <a:spcPct val="100000"/>
              </a:lnSpc>
            </a:pPr>
            <a:r>
              <a:rPr sz="4800" spc="-80" dirty="0"/>
              <a:t>Web </a:t>
            </a:r>
            <a:r>
              <a:rPr sz="4800" spc="-35" dirty="0"/>
              <a:t>Development</a:t>
            </a:r>
            <a:r>
              <a:rPr sz="4800" spc="75" dirty="0"/>
              <a:t> </a:t>
            </a:r>
            <a:r>
              <a:rPr sz="4800" dirty="0"/>
              <a:t>3</a:t>
            </a:r>
            <a:endParaRPr sz="4800"/>
          </a:p>
        </p:txBody>
      </p:sp>
      <p:sp>
        <p:nvSpPr>
          <p:cNvPr id="11" name="object 11"/>
          <p:cNvSpPr txBox="1"/>
          <p:nvPr/>
        </p:nvSpPr>
        <p:spPr>
          <a:xfrm>
            <a:off x="2845384" y="4394709"/>
            <a:ext cx="4980305" cy="1178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Carlito"/>
                <a:cs typeface="Carlito"/>
              </a:rPr>
              <a:t>Lecture </a:t>
            </a:r>
            <a:r>
              <a:rPr sz="2600" dirty="0">
                <a:latin typeface="Carlito"/>
                <a:cs typeface="Carlito"/>
              </a:rPr>
              <a:t>1 – </a:t>
            </a:r>
            <a:r>
              <a:rPr sz="2600" spc="-10" dirty="0">
                <a:latin typeface="Carlito"/>
                <a:cs typeface="Carlito"/>
              </a:rPr>
              <a:t>Rich </a:t>
            </a:r>
            <a:r>
              <a:rPr sz="2600" spc="-20" dirty="0">
                <a:latin typeface="Carlito"/>
                <a:cs typeface="Carlito"/>
              </a:rPr>
              <a:t>Internet</a:t>
            </a:r>
            <a:r>
              <a:rPr sz="2600" spc="-125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Applications</a:t>
            </a:r>
            <a:endParaRPr sz="26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 dirty="0">
              <a:latin typeface="Carlito"/>
              <a:cs typeface="Carlito"/>
            </a:endParaRPr>
          </a:p>
          <a:p>
            <a:pPr algn="ctr">
              <a:lnSpc>
                <a:spcPct val="100000"/>
              </a:lnSpc>
            </a:pPr>
            <a:r>
              <a:rPr sz="1900" spc="5" dirty="0">
                <a:latin typeface="Carlito"/>
                <a:cs typeface="Carlito"/>
              </a:rPr>
              <a:t>Lecturer: </a:t>
            </a:r>
            <a:r>
              <a:rPr lang="en-IE" sz="1900" spc="5" dirty="0">
                <a:latin typeface="Carlito"/>
                <a:cs typeface="Carlito"/>
              </a:rPr>
              <a:t>James Byrne</a:t>
            </a:r>
            <a:r>
              <a:rPr sz="1900" spc="35" dirty="0">
                <a:latin typeface="Carlito"/>
                <a:cs typeface="Carlito"/>
              </a:rPr>
              <a:t> </a:t>
            </a:r>
            <a:r>
              <a:rPr sz="1900" spc="5" dirty="0">
                <a:latin typeface="Carlito"/>
                <a:cs typeface="Carlito"/>
              </a:rPr>
              <a:t>(</a:t>
            </a:r>
            <a:r>
              <a:rPr lang="en-IE" sz="1900" spc="5" dirty="0" err="1">
                <a:solidFill>
                  <a:srgbClr val="5B9BD5"/>
                </a:solidFill>
                <a:latin typeface="Carlito"/>
                <a:cs typeface="Carlito"/>
              </a:rPr>
              <a:t>jamesbyrne</a:t>
            </a:r>
            <a:r>
              <a:rPr sz="1900" spc="5" dirty="0">
                <a:solidFill>
                  <a:srgbClr val="5B9BD5"/>
                </a:solidFill>
                <a:latin typeface="Carlito"/>
                <a:cs typeface="Carlito"/>
              </a:rPr>
              <a:t>@ait.ie</a:t>
            </a:r>
            <a:r>
              <a:rPr sz="1900" spc="5" dirty="0">
                <a:latin typeface="Carlito"/>
                <a:cs typeface="Carlito"/>
              </a:rPr>
              <a:t>)</a:t>
            </a:r>
            <a:endParaRPr sz="19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1740408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11328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T</a:t>
            </a:r>
            <a:r>
              <a:rPr spc="5" dirty="0"/>
              <a:t>o</a:t>
            </a:r>
            <a:r>
              <a:rPr spc="-10" dirty="0"/>
              <a:t>p</a:t>
            </a:r>
            <a:r>
              <a:rPr spc="-35" dirty="0"/>
              <a:t>i</a:t>
            </a:r>
            <a:r>
              <a:rPr spc="15" dirty="0"/>
              <a:t>c</a:t>
            </a:r>
            <a:r>
              <a:rPr spc="-20" dirty="0"/>
              <a:t>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149603"/>
            <a:ext cx="9295765" cy="37744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819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History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internet </a:t>
            </a:r>
            <a:r>
              <a:rPr sz="3000" dirty="0">
                <a:latin typeface="Carlito"/>
                <a:cs typeface="Carlito"/>
              </a:rPr>
              <a:t>and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WWW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72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5" dirty="0">
                <a:latin typeface="Carlito"/>
                <a:cs typeface="Carlito"/>
              </a:rPr>
              <a:t>Architecture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web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application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What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40" dirty="0">
                <a:latin typeface="Carlito"/>
                <a:cs typeface="Carlito"/>
              </a:rPr>
              <a:t>Web</a:t>
            </a:r>
            <a:r>
              <a:rPr sz="3000" spc="3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2.0?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35" dirty="0">
                <a:latin typeface="Carlito"/>
                <a:cs typeface="Carlito"/>
              </a:rPr>
              <a:t>Types </a:t>
            </a:r>
            <a:r>
              <a:rPr sz="3000" dirty="0">
                <a:latin typeface="Carlito"/>
                <a:cs typeface="Carlito"/>
              </a:rPr>
              <a:t>of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10" dirty="0">
                <a:latin typeface="Carlito"/>
                <a:cs typeface="Carlito"/>
              </a:rPr>
              <a:t>sites </a:t>
            </a:r>
            <a:r>
              <a:rPr sz="3000" spc="-15" dirty="0">
                <a:latin typeface="Carlito"/>
                <a:cs typeface="Carlito"/>
              </a:rPr>
              <a:t>(content </a:t>
            </a:r>
            <a:r>
              <a:rPr sz="3000" dirty="0">
                <a:latin typeface="Carlito"/>
                <a:cs typeface="Carlito"/>
              </a:rPr>
              <a:t>,</a:t>
            </a:r>
            <a:r>
              <a:rPr sz="3000" spc="10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social,..)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7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latin typeface="Carlito"/>
                <a:cs typeface="Carlito"/>
              </a:rPr>
              <a:t>Rich </a:t>
            </a:r>
            <a:r>
              <a:rPr sz="3000" spc="-15" dirty="0">
                <a:latin typeface="Carlito"/>
                <a:cs typeface="Carlito"/>
              </a:rPr>
              <a:t>Internet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Applications</a:t>
            </a:r>
            <a:endParaRPr sz="3000">
              <a:latin typeface="Carlito"/>
              <a:cs typeface="Carlito"/>
            </a:endParaRPr>
          </a:p>
          <a:p>
            <a:pPr marL="380365" marR="5080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latin typeface="Carlito"/>
                <a:cs typeface="Carlito"/>
              </a:rPr>
              <a:t>Web </a:t>
            </a:r>
            <a:r>
              <a:rPr sz="3000" dirty="0">
                <a:latin typeface="Carlito"/>
                <a:cs typeface="Carlito"/>
              </a:rPr>
              <a:t>2.0 </a:t>
            </a:r>
            <a:r>
              <a:rPr sz="3000" spc="-5" dirty="0">
                <a:latin typeface="Carlito"/>
                <a:cs typeface="Carlito"/>
              </a:rPr>
              <a:t>technologies </a:t>
            </a:r>
            <a:r>
              <a:rPr sz="3000" spc="5" dirty="0">
                <a:latin typeface="Carlito"/>
                <a:cs typeface="Carlito"/>
              </a:rPr>
              <a:t>(E.g. </a:t>
            </a:r>
            <a:r>
              <a:rPr sz="3000" spc="-5" dirty="0">
                <a:latin typeface="Carlito"/>
                <a:cs typeface="Carlito"/>
              </a:rPr>
              <a:t>AJAX, </a:t>
            </a:r>
            <a:r>
              <a:rPr sz="3000" spc="-50" dirty="0">
                <a:latin typeface="Carlito"/>
                <a:cs typeface="Carlito"/>
              </a:rPr>
              <a:t>RIA’s, </a:t>
            </a:r>
            <a:r>
              <a:rPr sz="3000" spc="-5" dirty="0">
                <a:latin typeface="Carlito"/>
                <a:cs typeface="Carlito"/>
              </a:rPr>
              <a:t>how </a:t>
            </a:r>
            <a:r>
              <a:rPr sz="3000" spc="-15" dirty="0">
                <a:latin typeface="Carlito"/>
                <a:cs typeface="Carlito"/>
              </a:rPr>
              <a:t>JavaScript </a:t>
            </a:r>
            <a:r>
              <a:rPr sz="3000" spc="-5" dirty="0">
                <a:latin typeface="Carlito"/>
                <a:cs typeface="Carlito"/>
              </a:rPr>
              <a:t>fits  in)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42188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68110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 </a:t>
            </a:r>
            <a:r>
              <a:rPr spc="-15" dirty="0"/>
              <a:t>of </a:t>
            </a:r>
            <a:r>
              <a:rPr spc="-10" dirty="0"/>
              <a:t>the </a:t>
            </a:r>
            <a:r>
              <a:rPr spc="-25" dirty="0"/>
              <a:t>Internet </a:t>
            </a:r>
            <a:r>
              <a:rPr spc="-15" dirty="0"/>
              <a:t>and </a:t>
            </a:r>
            <a:r>
              <a:rPr spc="-10" dirty="0"/>
              <a:t>the</a:t>
            </a:r>
            <a:r>
              <a:rPr spc="245" dirty="0"/>
              <a:t> </a:t>
            </a:r>
            <a:r>
              <a:rPr spc="-10" dirty="0"/>
              <a:t>WWW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8" name="object 8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895708" y="3037827"/>
            <a:ext cx="4340491" cy="27166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3529" y="1243077"/>
            <a:ext cx="9017000" cy="5247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 indent="-368300">
              <a:lnSpc>
                <a:spcPts val="3110"/>
              </a:lnSpc>
              <a:spcBef>
                <a:spcPts val="100"/>
              </a:spcBef>
              <a:buFont typeface="Times New Roman"/>
              <a:buChar char="•"/>
              <a:tabLst>
                <a:tab pos="401955" algn="l"/>
                <a:tab pos="402590" algn="l"/>
              </a:tabLst>
            </a:pPr>
            <a:r>
              <a:rPr sz="2600" spc="-25" dirty="0">
                <a:latin typeface="Carlito"/>
                <a:cs typeface="Carlito"/>
              </a:rPr>
              <a:t>Late </a:t>
            </a:r>
            <a:r>
              <a:rPr sz="2600" spc="-45" dirty="0">
                <a:latin typeface="Carlito"/>
                <a:cs typeface="Carlito"/>
              </a:rPr>
              <a:t>1960’s </a:t>
            </a:r>
            <a:r>
              <a:rPr sz="2600" dirty="0">
                <a:latin typeface="Carlito"/>
                <a:cs typeface="Carlito"/>
              </a:rPr>
              <a:t>, </a:t>
            </a:r>
            <a:r>
              <a:rPr sz="2600" spc="-65" dirty="0">
                <a:latin typeface="Carlito"/>
                <a:cs typeface="Carlito"/>
              </a:rPr>
              <a:t>ARPA </a:t>
            </a:r>
            <a:r>
              <a:rPr sz="2600" spc="-20" dirty="0">
                <a:latin typeface="Carlito"/>
                <a:cs typeface="Carlito"/>
              </a:rPr>
              <a:t>(Advanced </a:t>
            </a:r>
            <a:r>
              <a:rPr sz="2600" spc="-25" dirty="0">
                <a:latin typeface="Carlito"/>
                <a:cs typeface="Carlito"/>
              </a:rPr>
              <a:t>Research </a:t>
            </a:r>
            <a:r>
              <a:rPr sz="2600" spc="-20" dirty="0">
                <a:latin typeface="Carlito"/>
                <a:cs typeface="Carlito"/>
              </a:rPr>
              <a:t>Projects Agency) </a:t>
            </a:r>
            <a:r>
              <a:rPr sz="2600" spc="-10" dirty="0">
                <a:latin typeface="Carlito"/>
                <a:cs typeface="Carlito"/>
              </a:rPr>
              <a:t>of</a:t>
            </a:r>
            <a:r>
              <a:rPr sz="2600" spc="30" dirty="0">
                <a:latin typeface="Carlito"/>
                <a:cs typeface="Carlito"/>
              </a:rPr>
              <a:t> </a:t>
            </a:r>
            <a:r>
              <a:rPr sz="2600" spc="-10" dirty="0">
                <a:latin typeface="Carlito"/>
                <a:cs typeface="Carlito"/>
              </a:rPr>
              <a:t>the</a:t>
            </a:r>
            <a:endParaRPr sz="2600">
              <a:latin typeface="Carlito"/>
              <a:cs typeface="Carlito"/>
            </a:endParaRPr>
          </a:p>
          <a:p>
            <a:pPr marL="401955" marR="5080">
              <a:lnSpc>
                <a:spcPct val="97700"/>
              </a:lnSpc>
              <a:spcBef>
                <a:spcPts val="60"/>
              </a:spcBef>
            </a:pPr>
            <a:r>
              <a:rPr sz="2600" spc="-30" dirty="0">
                <a:latin typeface="Carlito"/>
                <a:cs typeface="Carlito"/>
              </a:rPr>
              <a:t>U.S </a:t>
            </a:r>
            <a:r>
              <a:rPr sz="2600" spc="-20" dirty="0">
                <a:latin typeface="Carlito"/>
                <a:cs typeface="Carlito"/>
              </a:rPr>
              <a:t>Department </a:t>
            </a:r>
            <a:r>
              <a:rPr sz="2600" spc="-10" dirty="0">
                <a:latin typeface="Carlito"/>
                <a:cs typeface="Carlito"/>
              </a:rPr>
              <a:t>of </a:t>
            </a:r>
            <a:r>
              <a:rPr sz="2600" spc="-25" dirty="0">
                <a:latin typeface="Carlito"/>
                <a:cs typeface="Carlito"/>
              </a:rPr>
              <a:t>Defense </a:t>
            </a:r>
            <a:r>
              <a:rPr sz="2600" spc="-20" dirty="0">
                <a:latin typeface="Carlito"/>
                <a:cs typeface="Carlito"/>
              </a:rPr>
              <a:t>implemented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20" dirty="0">
                <a:latin typeface="Carlito"/>
                <a:cs typeface="Carlito"/>
              </a:rPr>
              <a:t>network </a:t>
            </a:r>
            <a:r>
              <a:rPr sz="2600" spc="-10" dirty="0">
                <a:latin typeface="Carlito"/>
                <a:cs typeface="Carlito"/>
              </a:rPr>
              <a:t>of </a:t>
            </a:r>
            <a:r>
              <a:rPr sz="2600" spc="-25" dirty="0">
                <a:latin typeface="Carlito"/>
                <a:cs typeface="Carlito"/>
              </a:rPr>
              <a:t>computer  </a:t>
            </a:r>
            <a:r>
              <a:rPr sz="2600" spc="-35" dirty="0">
                <a:latin typeface="Carlito"/>
                <a:cs typeface="Carlito"/>
              </a:rPr>
              <a:t>systems </a:t>
            </a:r>
            <a:r>
              <a:rPr sz="2600" spc="-40" dirty="0">
                <a:latin typeface="Carlito"/>
                <a:cs typeface="Carlito"/>
              </a:rPr>
              <a:t>(ARPANET) </a:t>
            </a:r>
            <a:r>
              <a:rPr sz="2600" spc="-10" dirty="0">
                <a:latin typeface="Carlito"/>
                <a:cs typeface="Carlito"/>
              </a:rPr>
              <a:t>of </a:t>
            </a:r>
            <a:r>
              <a:rPr sz="2600" spc="-15" dirty="0">
                <a:latin typeface="Carlito"/>
                <a:cs typeface="Carlito"/>
              </a:rPr>
              <a:t>about </a:t>
            </a:r>
            <a:r>
              <a:rPr sz="2600" dirty="0">
                <a:latin typeface="Carlito"/>
                <a:cs typeface="Carlito"/>
              </a:rPr>
              <a:t>a </a:t>
            </a:r>
            <a:r>
              <a:rPr sz="2600" spc="-30" dirty="0">
                <a:latin typeface="Carlito"/>
                <a:cs typeface="Carlito"/>
              </a:rPr>
              <a:t>dozen </a:t>
            </a:r>
            <a:r>
              <a:rPr sz="2600" spc="-65" dirty="0">
                <a:latin typeface="Carlito"/>
                <a:cs typeface="Carlito"/>
              </a:rPr>
              <a:t>ARPA </a:t>
            </a:r>
            <a:r>
              <a:rPr sz="2600" spc="-10" dirty="0">
                <a:latin typeface="Carlito"/>
                <a:cs typeface="Carlito"/>
              </a:rPr>
              <a:t>funded </a:t>
            </a:r>
            <a:r>
              <a:rPr sz="2600" spc="-20" dirty="0">
                <a:latin typeface="Carlito"/>
                <a:cs typeface="Carlito"/>
              </a:rPr>
              <a:t>universities  </a:t>
            </a:r>
            <a:r>
              <a:rPr sz="2600" spc="-10" dirty="0">
                <a:latin typeface="Carlito"/>
                <a:cs typeface="Carlito"/>
              </a:rPr>
              <a:t>and </a:t>
            </a:r>
            <a:r>
              <a:rPr sz="2600" spc="-20" dirty="0">
                <a:latin typeface="Carlito"/>
                <a:cs typeface="Carlito"/>
              </a:rPr>
              <a:t>research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spc="-20" dirty="0">
                <a:latin typeface="Carlito"/>
                <a:cs typeface="Carlito"/>
              </a:rPr>
              <a:t>institutions.</a:t>
            </a:r>
            <a:endParaRPr sz="2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>
              <a:latin typeface="Carlito"/>
              <a:cs typeface="Carlito"/>
            </a:endParaRPr>
          </a:p>
          <a:p>
            <a:pPr marL="379730" marR="4208780" indent="-367665">
              <a:lnSpc>
                <a:spcPts val="3100"/>
              </a:lnSpc>
              <a:spcBef>
                <a:spcPts val="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600" spc="-10" dirty="0">
                <a:latin typeface="Carlito"/>
                <a:cs typeface="Carlito"/>
              </a:rPr>
              <a:t>The </a:t>
            </a:r>
            <a:r>
              <a:rPr sz="2600" i="1" spc="-50" dirty="0">
                <a:solidFill>
                  <a:srgbClr val="0070C0"/>
                </a:solidFill>
                <a:latin typeface="Carlito"/>
                <a:cs typeface="Carlito"/>
              </a:rPr>
              <a:t>TCP/IP </a:t>
            </a:r>
            <a:r>
              <a:rPr sz="2600" spc="-25" dirty="0">
                <a:latin typeface="Carlito"/>
                <a:cs typeface="Carlito"/>
              </a:rPr>
              <a:t>communications  protocols were </a:t>
            </a:r>
            <a:r>
              <a:rPr sz="2600" spc="-20" dirty="0">
                <a:latin typeface="Carlito"/>
                <a:cs typeface="Carlito"/>
              </a:rPr>
              <a:t>developed </a:t>
            </a:r>
            <a:r>
              <a:rPr sz="2600" spc="-30" dirty="0">
                <a:latin typeface="Carlito"/>
                <a:cs typeface="Carlito"/>
              </a:rPr>
              <a:t>for </a:t>
            </a:r>
            <a:r>
              <a:rPr sz="2600" spc="-10" dirty="0">
                <a:latin typeface="Carlito"/>
                <a:cs typeface="Carlito"/>
              </a:rPr>
              <a:t>the  </a:t>
            </a:r>
            <a:r>
              <a:rPr sz="2600" spc="-45" dirty="0">
                <a:latin typeface="Carlito"/>
                <a:cs typeface="Carlito"/>
              </a:rPr>
              <a:t>ARPANET </a:t>
            </a:r>
            <a:r>
              <a:rPr sz="2600" spc="-15" dirty="0">
                <a:latin typeface="Carlito"/>
                <a:cs typeface="Carlito"/>
              </a:rPr>
              <a:t>by</a:t>
            </a:r>
            <a:r>
              <a:rPr sz="2600" spc="-5" dirty="0">
                <a:latin typeface="Carlito"/>
                <a:cs typeface="Carlito"/>
              </a:rPr>
              <a:t> </a:t>
            </a:r>
            <a:r>
              <a:rPr sz="2600" spc="-25" dirty="0">
                <a:latin typeface="Carlito"/>
                <a:cs typeface="Carlito"/>
              </a:rPr>
              <a:t>computer</a:t>
            </a:r>
            <a:endParaRPr sz="2600">
              <a:latin typeface="Carlito"/>
              <a:cs typeface="Carlito"/>
            </a:endParaRPr>
          </a:p>
          <a:p>
            <a:pPr marL="379730">
              <a:lnSpc>
                <a:spcPts val="2890"/>
              </a:lnSpc>
            </a:pPr>
            <a:r>
              <a:rPr sz="2600" spc="-20" dirty="0">
                <a:latin typeface="Carlito"/>
                <a:cs typeface="Carlito"/>
              </a:rPr>
              <a:t>scientists </a:t>
            </a:r>
            <a:r>
              <a:rPr sz="2600" i="1" spc="-20" dirty="0">
                <a:solidFill>
                  <a:srgbClr val="0070C0"/>
                </a:solidFill>
                <a:latin typeface="Carlito"/>
                <a:cs typeface="Carlito"/>
              </a:rPr>
              <a:t>Robert </a:t>
            </a:r>
            <a:r>
              <a:rPr sz="2600" i="1" spc="-25" dirty="0">
                <a:solidFill>
                  <a:srgbClr val="0070C0"/>
                </a:solidFill>
                <a:latin typeface="Carlito"/>
                <a:cs typeface="Carlito"/>
              </a:rPr>
              <a:t>Kahn </a:t>
            </a:r>
            <a:r>
              <a:rPr sz="2600" spc="-10" dirty="0">
                <a:latin typeface="Carlito"/>
                <a:cs typeface="Carlito"/>
              </a:rPr>
              <a:t>and </a:t>
            </a:r>
            <a:r>
              <a:rPr sz="2600" i="1" spc="-15" dirty="0">
                <a:solidFill>
                  <a:srgbClr val="0070C0"/>
                </a:solidFill>
                <a:latin typeface="Carlito"/>
                <a:cs typeface="Carlito"/>
              </a:rPr>
              <a:t>Vint</a:t>
            </a:r>
            <a:r>
              <a:rPr sz="2600" i="1" spc="-5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600" i="1" spc="-10" dirty="0">
                <a:solidFill>
                  <a:srgbClr val="0070C0"/>
                </a:solidFill>
                <a:latin typeface="Carlito"/>
                <a:cs typeface="Carlito"/>
              </a:rPr>
              <a:t>Cerf</a:t>
            </a:r>
            <a:endParaRPr sz="26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600">
              <a:latin typeface="Carlito"/>
              <a:cs typeface="Carlito"/>
            </a:endParaRPr>
          </a:p>
          <a:p>
            <a:pPr marL="379730" marR="3885565" indent="-367665">
              <a:lnSpc>
                <a:spcPts val="31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600" spc="-65" dirty="0">
                <a:latin typeface="Carlito"/>
                <a:cs typeface="Carlito"/>
              </a:rPr>
              <a:t>ARPA </a:t>
            </a:r>
            <a:r>
              <a:rPr sz="2600" spc="-15" dirty="0">
                <a:latin typeface="Carlito"/>
                <a:cs typeface="Carlito"/>
              </a:rPr>
              <a:t>developed </a:t>
            </a:r>
            <a:r>
              <a:rPr sz="2600" spc="-10" dirty="0">
                <a:latin typeface="Carlito"/>
                <a:cs typeface="Carlito"/>
              </a:rPr>
              <a:t>the </a:t>
            </a:r>
            <a:r>
              <a:rPr sz="2600" spc="-30" dirty="0">
                <a:latin typeface="Carlito"/>
                <a:cs typeface="Carlito"/>
              </a:rPr>
              <a:t>TCP </a:t>
            </a:r>
            <a:r>
              <a:rPr sz="2600" spc="-10" dirty="0">
                <a:latin typeface="Carlito"/>
                <a:cs typeface="Carlito"/>
              </a:rPr>
              <a:t>and IP  </a:t>
            </a:r>
            <a:r>
              <a:rPr sz="2600" spc="-25" dirty="0">
                <a:latin typeface="Carlito"/>
                <a:cs typeface="Carlito"/>
              </a:rPr>
              <a:t>protocols </a:t>
            </a:r>
            <a:r>
              <a:rPr sz="2600" spc="-10" dirty="0">
                <a:latin typeface="Carlito"/>
                <a:cs typeface="Carlito"/>
              </a:rPr>
              <a:t>and the </a:t>
            </a:r>
            <a:r>
              <a:rPr sz="2600" spc="-45" dirty="0">
                <a:latin typeface="Carlito"/>
                <a:cs typeface="Carlito"/>
              </a:rPr>
              <a:t>ARPANET </a:t>
            </a:r>
            <a:r>
              <a:rPr sz="2600" spc="-20" dirty="0">
                <a:latin typeface="Carlito"/>
                <a:cs typeface="Carlito"/>
              </a:rPr>
              <a:t>evolved  </a:t>
            </a:r>
            <a:r>
              <a:rPr sz="2600" spc="-25" dirty="0">
                <a:latin typeface="Carlito"/>
                <a:cs typeface="Carlito"/>
              </a:rPr>
              <a:t>into </a:t>
            </a:r>
            <a:r>
              <a:rPr sz="2600" spc="-35" dirty="0">
                <a:latin typeface="Carlito"/>
                <a:cs typeface="Carlito"/>
              </a:rPr>
              <a:t>today’s</a:t>
            </a:r>
            <a:r>
              <a:rPr sz="2600" spc="-40" dirty="0">
                <a:latin typeface="Carlito"/>
                <a:cs typeface="Carlito"/>
              </a:rPr>
              <a:t> </a:t>
            </a:r>
            <a:r>
              <a:rPr sz="2600" i="1" spc="-20" dirty="0">
                <a:solidFill>
                  <a:srgbClr val="0070C0"/>
                </a:solidFill>
                <a:latin typeface="Carlito"/>
                <a:cs typeface="Carlito"/>
              </a:rPr>
              <a:t>Internet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42188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68110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 </a:t>
            </a:r>
            <a:r>
              <a:rPr spc="-15" dirty="0"/>
              <a:t>of </a:t>
            </a:r>
            <a:r>
              <a:rPr spc="-10" dirty="0"/>
              <a:t>the </a:t>
            </a:r>
            <a:r>
              <a:rPr spc="-25" dirty="0"/>
              <a:t>Internet </a:t>
            </a:r>
            <a:r>
              <a:rPr spc="-15" dirty="0"/>
              <a:t>and </a:t>
            </a:r>
            <a:r>
              <a:rPr spc="-10" dirty="0"/>
              <a:t>the</a:t>
            </a:r>
            <a:r>
              <a:rPr spc="245" dirty="0"/>
              <a:t> </a:t>
            </a:r>
            <a:r>
              <a:rPr spc="-10" dirty="0"/>
              <a:t>WWW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10110" y="1042928"/>
            <a:ext cx="7505700" cy="5231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8465" marR="175895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417830" algn="l"/>
                <a:tab pos="418465" algn="l"/>
              </a:tabLst>
            </a:pP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1989, </a:t>
            </a:r>
            <a:r>
              <a:rPr sz="3000" spc="-5" dirty="0">
                <a:latin typeface="Carlito"/>
                <a:cs typeface="Carlito"/>
              </a:rPr>
              <a:t>Tim </a:t>
            </a:r>
            <a:r>
              <a:rPr sz="3000" spc="-10" dirty="0">
                <a:latin typeface="Carlito"/>
                <a:cs typeface="Carlito"/>
              </a:rPr>
              <a:t>Berners-Lee </a:t>
            </a:r>
            <a:r>
              <a:rPr sz="3000" spc="-5" dirty="0">
                <a:latin typeface="Carlito"/>
                <a:cs typeface="Carlito"/>
              </a:rPr>
              <a:t>of CERN </a:t>
            </a:r>
            <a:r>
              <a:rPr sz="3000" dirty="0">
                <a:latin typeface="Carlito"/>
                <a:cs typeface="Carlito"/>
              </a:rPr>
              <a:t>( the  </a:t>
            </a:r>
            <a:r>
              <a:rPr sz="3000" spc="-10" dirty="0">
                <a:latin typeface="Carlito"/>
                <a:cs typeface="Carlito"/>
              </a:rPr>
              <a:t>European </a:t>
            </a:r>
            <a:r>
              <a:rPr sz="3000" spc="-20" dirty="0">
                <a:latin typeface="Carlito"/>
                <a:cs typeface="Carlito"/>
              </a:rPr>
              <a:t>Organization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5" dirty="0">
                <a:latin typeface="Carlito"/>
                <a:cs typeface="Carlito"/>
              </a:rPr>
              <a:t>nuclear </a:t>
            </a:r>
            <a:r>
              <a:rPr sz="3000" spc="-15" dirty="0">
                <a:latin typeface="Carlito"/>
                <a:cs typeface="Carlito"/>
              </a:rPr>
              <a:t>Research)  began to </a:t>
            </a:r>
            <a:r>
              <a:rPr sz="3000" spc="-10" dirty="0">
                <a:latin typeface="Carlito"/>
                <a:cs typeface="Carlito"/>
              </a:rPr>
              <a:t>develop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technology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dirty="0">
                <a:latin typeface="Carlito"/>
                <a:cs typeface="Carlito"/>
              </a:rPr>
              <a:t>sharing  </a:t>
            </a:r>
            <a:r>
              <a:rPr sz="3000" spc="-15" dirty="0">
                <a:latin typeface="Carlito"/>
                <a:cs typeface="Carlito"/>
              </a:rPr>
              <a:t>information </a:t>
            </a:r>
            <a:r>
              <a:rPr sz="3000" spc="-5" dirty="0">
                <a:latin typeface="Carlito"/>
                <a:cs typeface="Carlito"/>
              </a:rPr>
              <a:t>via </a:t>
            </a:r>
            <a:r>
              <a:rPr sz="3000" spc="-20" dirty="0">
                <a:latin typeface="Carlito"/>
                <a:cs typeface="Carlito"/>
              </a:rPr>
              <a:t>hyperlinked </a:t>
            </a:r>
            <a:r>
              <a:rPr sz="3000" spc="-25" dirty="0">
                <a:latin typeface="Carlito"/>
                <a:cs typeface="Carlito"/>
              </a:rPr>
              <a:t>text </a:t>
            </a:r>
            <a:r>
              <a:rPr sz="3000" spc="-5" dirty="0">
                <a:latin typeface="Carlito"/>
                <a:cs typeface="Carlito"/>
              </a:rPr>
              <a:t>documents.  This </a:t>
            </a:r>
            <a:r>
              <a:rPr sz="3000" spc="-15" dirty="0">
                <a:latin typeface="Carlito"/>
                <a:cs typeface="Carlito"/>
              </a:rPr>
              <a:t>was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i="1" dirty="0">
                <a:solidFill>
                  <a:srgbClr val="0070C0"/>
                </a:solidFill>
                <a:latin typeface="Carlito"/>
                <a:cs typeface="Carlito"/>
              </a:rPr>
              <a:t>HTML</a:t>
            </a:r>
            <a:r>
              <a:rPr sz="3000" dirty="0">
                <a:latin typeface="Carlito"/>
                <a:cs typeface="Carlito"/>
              </a:rPr>
              <a:t>. He </a:t>
            </a:r>
            <a:r>
              <a:rPr sz="3000" spc="-5" dirty="0">
                <a:latin typeface="Carlito"/>
                <a:cs typeface="Carlito"/>
              </a:rPr>
              <a:t>also </a:t>
            </a:r>
            <a:r>
              <a:rPr sz="3000" spc="-20" dirty="0">
                <a:latin typeface="Carlito"/>
                <a:cs typeface="Carlito"/>
              </a:rPr>
              <a:t>wrote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i="1" spc="-15" dirty="0">
                <a:solidFill>
                  <a:srgbClr val="0070C0"/>
                </a:solidFill>
                <a:latin typeface="Carlito"/>
                <a:cs typeface="Carlito"/>
              </a:rPr>
              <a:t>Hypertext </a:t>
            </a:r>
            <a:r>
              <a:rPr sz="3000" i="1" spc="-30" dirty="0">
                <a:solidFill>
                  <a:srgbClr val="0070C0"/>
                </a:solidFill>
                <a:latin typeface="Carlito"/>
                <a:cs typeface="Carlito"/>
              </a:rPr>
              <a:t>Transfer </a:t>
            </a:r>
            <a:r>
              <a:rPr sz="3000" i="1" spc="-10" dirty="0">
                <a:solidFill>
                  <a:srgbClr val="0070C0"/>
                </a:solidFill>
                <a:latin typeface="Carlito"/>
                <a:cs typeface="Carlito"/>
              </a:rPr>
              <a:t>Protocol</a:t>
            </a:r>
            <a:r>
              <a:rPr sz="3000" i="1" spc="5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i="1" spc="5" dirty="0">
                <a:solidFill>
                  <a:srgbClr val="0070C0"/>
                </a:solidFill>
                <a:latin typeface="Carlito"/>
                <a:cs typeface="Carlito"/>
              </a:rPr>
              <a:t>(HTTP)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Carlito"/>
              <a:cs typeface="Carlito"/>
            </a:endParaRPr>
          </a:p>
          <a:p>
            <a:pPr marL="418465" marR="43180" indent="-367665">
              <a:lnSpc>
                <a:spcPct val="100000"/>
              </a:lnSpc>
              <a:buFont typeface="Times New Roman"/>
              <a:buChar char="•"/>
              <a:tabLst>
                <a:tab pos="417830" algn="l"/>
                <a:tab pos="418465" algn="l"/>
              </a:tabLst>
            </a:pP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2004 he </a:t>
            </a:r>
            <a:r>
              <a:rPr sz="3000" spc="-15" dirty="0">
                <a:latin typeface="Carlito"/>
                <a:cs typeface="Carlito"/>
              </a:rPr>
              <a:t>was </a:t>
            </a:r>
            <a:r>
              <a:rPr sz="3000" spc="-10" dirty="0">
                <a:latin typeface="Carlito"/>
                <a:cs typeface="Carlito"/>
              </a:rPr>
              <a:t>knighted </a:t>
            </a:r>
            <a:r>
              <a:rPr sz="3000" spc="-5" dirty="0">
                <a:latin typeface="Carlito"/>
                <a:cs typeface="Carlito"/>
              </a:rPr>
              <a:t>by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Queen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in  </a:t>
            </a:r>
            <a:r>
              <a:rPr sz="3000" dirty="0">
                <a:latin typeface="Carlito"/>
                <a:cs typeface="Carlito"/>
              </a:rPr>
              <a:t>2009 </a:t>
            </a:r>
            <a:r>
              <a:rPr sz="3000" spc="-5" dirty="0">
                <a:latin typeface="Carlito"/>
                <a:cs typeface="Carlito"/>
              </a:rPr>
              <a:t>as </a:t>
            </a:r>
            <a:r>
              <a:rPr sz="3000" spc="-20" dirty="0">
                <a:latin typeface="Carlito"/>
                <a:cs typeface="Carlito"/>
              </a:rPr>
              <a:t>recognized </a:t>
            </a:r>
            <a:r>
              <a:rPr sz="3000" spc="-5" dirty="0">
                <a:latin typeface="Carlito"/>
                <a:cs typeface="Carlito"/>
              </a:rPr>
              <a:t>by TIME as </a:t>
            </a:r>
            <a:r>
              <a:rPr sz="3000" dirty="0">
                <a:latin typeface="Carlito"/>
                <a:cs typeface="Carlito"/>
              </a:rPr>
              <a:t>one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95" dirty="0">
                <a:latin typeface="Carlito"/>
                <a:cs typeface="Carlito"/>
              </a:rPr>
              <a:t>Top  </a:t>
            </a:r>
            <a:r>
              <a:rPr sz="3000" dirty="0">
                <a:latin typeface="Carlito"/>
                <a:cs typeface="Carlito"/>
              </a:rPr>
              <a:t>100 </a:t>
            </a:r>
            <a:r>
              <a:rPr sz="3000" spc="-10" dirty="0">
                <a:latin typeface="Carlito"/>
                <a:cs typeface="Carlito"/>
              </a:rPr>
              <a:t>most Important </a:t>
            </a:r>
            <a:r>
              <a:rPr sz="3000" spc="-15" dirty="0">
                <a:latin typeface="Carlito"/>
                <a:cs typeface="Carlito"/>
              </a:rPr>
              <a:t>People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20</a:t>
            </a:r>
            <a:r>
              <a:rPr sz="3000" spc="-7" baseline="25000" dirty="0">
                <a:latin typeface="Carlito"/>
                <a:cs typeface="Carlito"/>
              </a:rPr>
              <a:t>th 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3000" spc="-30" dirty="0">
                <a:latin typeface="Carlito"/>
                <a:cs typeface="Carlito"/>
              </a:rPr>
              <a:t>Century.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076171" y="1153541"/>
            <a:ext cx="1976196" cy="24698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42188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68110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 </a:t>
            </a:r>
            <a:r>
              <a:rPr spc="-15" dirty="0"/>
              <a:t>of </a:t>
            </a:r>
            <a:r>
              <a:rPr spc="-10" dirty="0"/>
              <a:t>the </a:t>
            </a:r>
            <a:r>
              <a:rPr spc="-25" dirty="0"/>
              <a:t>Internet </a:t>
            </a:r>
            <a:r>
              <a:rPr spc="-15" dirty="0"/>
              <a:t>and </a:t>
            </a:r>
            <a:r>
              <a:rPr spc="-10" dirty="0"/>
              <a:t>the</a:t>
            </a:r>
            <a:r>
              <a:rPr spc="245" dirty="0"/>
              <a:t> </a:t>
            </a:r>
            <a:r>
              <a:rPr spc="-10" dirty="0"/>
              <a:t>WWW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8210" y="1056645"/>
            <a:ext cx="922782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0365" marR="5080" indent="-367665">
              <a:lnSpc>
                <a:spcPct val="102899"/>
              </a:lnSpc>
              <a:spcBef>
                <a:spcPts val="2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100" spc="-10" dirty="0">
                <a:latin typeface="Carlito"/>
                <a:cs typeface="Carlito"/>
              </a:rPr>
              <a:t>Web </a:t>
            </a:r>
            <a:r>
              <a:rPr sz="2100" spc="10" dirty="0">
                <a:latin typeface="Carlito"/>
                <a:cs typeface="Carlito"/>
              </a:rPr>
              <a:t>use exploded with the </a:t>
            </a:r>
            <a:r>
              <a:rPr sz="2100" spc="5" dirty="0">
                <a:latin typeface="Carlito"/>
                <a:cs typeface="Carlito"/>
              </a:rPr>
              <a:t>availability in </a:t>
            </a:r>
            <a:r>
              <a:rPr sz="2100" spc="15" dirty="0">
                <a:latin typeface="Carlito"/>
                <a:cs typeface="Carlito"/>
              </a:rPr>
              <a:t>1993 </a:t>
            </a:r>
            <a:r>
              <a:rPr sz="2100" spc="5" dirty="0">
                <a:latin typeface="Carlito"/>
                <a:cs typeface="Carlito"/>
              </a:rPr>
              <a:t>of </a:t>
            </a:r>
            <a:r>
              <a:rPr sz="2100" spc="10" dirty="0">
                <a:latin typeface="Carlito"/>
                <a:cs typeface="Carlito"/>
              </a:rPr>
              <a:t>the </a:t>
            </a:r>
            <a:r>
              <a:rPr sz="2100" spc="15" dirty="0">
                <a:latin typeface="Carlito"/>
                <a:cs typeface="Carlito"/>
              </a:rPr>
              <a:t>Mosaic </a:t>
            </a:r>
            <a:r>
              <a:rPr sz="2100" spc="-20" dirty="0">
                <a:latin typeface="Carlito"/>
                <a:cs typeface="Carlito"/>
              </a:rPr>
              <a:t>browser. </a:t>
            </a:r>
            <a:r>
              <a:rPr sz="2100" spc="10" dirty="0">
                <a:latin typeface="Carlito"/>
                <a:cs typeface="Carlito"/>
              </a:rPr>
              <a:t>The team  that developed </a:t>
            </a:r>
            <a:r>
              <a:rPr sz="2100" spc="15" dirty="0">
                <a:latin typeface="Carlito"/>
                <a:cs typeface="Carlito"/>
              </a:rPr>
              <a:t>Mosaic, </a:t>
            </a:r>
            <a:r>
              <a:rPr sz="2100" spc="5" dirty="0">
                <a:latin typeface="Carlito"/>
                <a:cs typeface="Carlito"/>
              </a:rPr>
              <a:t>went on </a:t>
            </a:r>
            <a:r>
              <a:rPr sz="2100" spc="-5" dirty="0">
                <a:latin typeface="Carlito"/>
                <a:cs typeface="Carlito"/>
              </a:rPr>
              <a:t>to </a:t>
            </a:r>
            <a:r>
              <a:rPr sz="2100" spc="5" dirty="0">
                <a:latin typeface="Carlito"/>
                <a:cs typeface="Carlito"/>
              </a:rPr>
              <a:t>found</a:t>
            </a:r>
            <a:r>
              <a:rPr sz="2100" spc="140" dirty="0">
                <a:latin typeface="Carlito"/>
                <a:cs typeface="Carlito"/>
              </a:rPr>
              <a:t> </a:t>
            </a:r>
            <a:r>
              <a:rPr sz="2100" spc="15" dirty="0">
                <a:latin typeface="Carlito"/>
                <a:cs typeface="Carlito"/>
              </a:rPr>
              <a:t>Netscape.</a:t>
            </a:r>
            <a:endParaRPr sz="21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705013" y="1834400"/>
            <a:ext cx="7625638" cy="50826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42188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68110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 </a:t>
            </a:r>
            <a:r>
              <a:rPr spc="-15" dirty="0"/>
              <a:t>of </a:t>
            </a:r>
            <a:r>
              <a:rPr spc="-10" dirty="0"/>
              <a:t>the </a:t>
            </a:r>
            <a:r>
              <a:rPr spc="-25" dirty="0"/>
              <a:t>Internet </a:t>
            </a:r>
            <a:r>
              <a:rPr spc="-15" dirty="0"/>
              <a:t>and </a:t>
            </a:r>
            <a:r>
              <a:rPr spc="-10" dirty="0"/>
              <a:t>the</a:t>
            </a:r>
            <a:r>
              <a:rPr spc="245" dirty="0"/>
              <a:t> </a:t>
            </a:r>
            <a:r>
              <a:rPr spc="-10" dirty="0"/>
              <a:t>WWW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8701405" cy="5588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13970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October </a:t>
            </a:r>
            <a:r>
              <a:rPr sz="3000" dirty="0">
                <a:latin typeface="Carlito"/>
                <a:cs typeface="Carlito"/>
              </a:rPr>
              <a:t>1994, </a:t>
            </a:r>
            <a:r>
              <a:rPr sz="3000" spc="-5" dirty="0">
                <a:latin typeface="Carlito"/>
                <a:cs typeface="Carlito"/>
              </a:rPr>
              <a:t>Tim </a:t>
            </a:r>
            <a:r>
              <a:rPr sz="3000" spc="-10" dirty="0">
                <a:latin typeface="Carlito"/>
                <a:cs typeface="Carlito"/>
              </a:rPr>
              <a:t>Berners-Lee founded </a:t>
            </a:r>
            <a:r>
              <a:rPr sz="3000" spc="-5" dirty="0">
                <a:latin typeface="Carlito"/>
                <a:cs typeface="Carlito"/>
              </a:rPr>
              <a:t>an  </a:t>
            </a:r>
            <a:r>
              <a:rPr sz="3000" spc="-20" dirty="0">
                <a:latin typeface="Carlito"/>
                <a:cs typeface="Carlito"/>
              </a:rPr>
              <a:t>organization </a:t>
            </a:r>
            <a:r>
              <a:rPr sz="3000" dirty="0">
                <a:latin typeface="Carlito"/>
                <a:cs typeface="Carlito"/>
              </a:rPr>
              <a:t>– </a:t>
            </a:r>
            <a:r>
              <a:rPr sz="3000" spc="-10" dirty="0">
                <a:latin typeface="Carlito"/>
                <a:cs typeface="Carlito"/>
              </a:rPr>
              <a:t>called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i="1" spc="-30" dirty="0">
                <a:solidFill>
                  <a:srgbClr val="0070C0"/>
                </a:solidFill>
                <a:latin typeface="Carlito"/>
                <a:cs typeface="Carlito"/>
              </a:rPr>
              <a:t>World </a:t>
            </a:r>
            <a:r>
              <a:rPr sz="3000" i="1" spc="-5" dirty="0">
                <a:solidFill>
                  <a:srgbClr val="0070C0"/>
                </a:solidFill>
                <a:latin typeface="Carlito"/>
                <a:cs typeface="Carlito"/>
              </a:rPr>
              <a:t>Wide </a:t>
            </a:r>
            <a:r>
              <a:rPr sz="3000" i="1" spc="-45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i="1" spc="-10" dirty="0">
                <a:solidFill>
                  <a:srgbClr val="0070C0"/>
                </a:solidFill>
                <a:latin typeface="Carlito"/>
                <a:cs typeface="Carlito"/>
              </a:rPr>
              <a:t>consortium  </a:t>
            </a:r>
            <a:r>
              <a:rPr sz="3000" i="1" dirty="0">
                <a:solidFill>
                  <a:srgbClr val="0070C0"/>
                </a:solidFill>
                <a:latin typeface="Carlito"/>
                <a:cs typeface="Carlito"/>
              </a:rPr>
              <a:t>(W3C)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marR="55943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5" dirty="0">
                <a:latin typeface="Carlito"/>
                <a:cs typeface="Carlito"/>
              </a:rPr>
              <a:t>W3C’s </a:t>
            </a:r>
            <a:r>
              <a:rPr sz="3000" dirty="0">
                <a:latin typeface="Carlito"/>
                <a:cs typeface="Carlito"/>
              </a:rPr>
              <a:t>primary </a:t>
            </a:r>
            <a:r>
              <a:rPr sz="3000" spc="-10" dirty="0">
                <a:latin typeface="Carlito"/>
                <a:cs typeface="Carlito"/>
              </a:rPr>
              <a:t>goal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30" dirty="0">
                <a:latin typeface="Carlito"/>
                <a:cs typeface="Carlito"/>
              </a:rPr>
              <a:t>make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10" dirty="0">
                <a:latin typeface="Carlito"/>
                <a:cs typeface="Carlito"/>
              </a:rPr>
              <a:t>universally  </a:t>
            </a:r>
            <a:r>
              <a:rPr sz="3000" spc="-5" dirty="0">
                <a:latin typeface="Carlito"/>
                <a:cs typeface="Carlito"/>
              </a:rPr>
              <a:t>accessible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latin typeface="Carlito"/>
                <a:cs typeface="Carlito"/>
              </a:rPr>
              <a:t>W3C </a:t>
            </a:r>
            <a:r>
              <a:rPr sz="3000" spc="-5" dirty="0">
                <a:latin typeface="Carlito"/>
                <a:cs typeface="Carlito"/>
              </a:rPr>
              <a:t>is now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standards</a:t>
            </a:r>
            <a:r>
              <a:rPr sz="3000" spc="30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organization.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150">
              <a:latin typeface="Carlito"/>
              <a:cs typeface="Carlito"/>
            </a:endParaRPr>
          </a:p>
          <a:p>
            <a:pPr marL="380365" indent="-367665">
              <a:lnSpc>
                <a:spcPts val="354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latin typeface="Carlito"/>
                <a:cs typeface="Carlito"/>
              </a:rPr>
              <a:t>Web </a:t>
            </a:r>
            <a:r>
              <a:rPr sz="3000" spc="-5" dirty="0">
                <a:latin typeface="Carlito"/>
                <a:cs typeface="Carlito"/>
              </a:rPr>
              <a:t>technologies </a:t>
            </a:r>
            <a:r>
              <a:rPr sz="3000" spc="-10" dirty="0">
                <a:latin typeface="Carlito"/>
                <a:cs typeface="Carlito"/>
              </a:rPr>
              <a:t>standardised </a:t>
            </a:r>
            <a:r>
              <a:rPr sz="3000" spc="-5" dirty="0">
                <a:latin typeface="Carlito"/>
                <a:cs typeface="Carlito"/>
              </a:rPr>
              <a:t>by </a:t>
            </a:r>
            <a:r>
              <a:rPr sz="3000" dirty="0">
                <a:latin typeface="Carlito"/>
                <a:cs typeface="Carlito"/>
              </a:rPr>
              <a:t>the W3C </a:t>
            </a:r>
            <a:r>
              <a:rPr sz="3000" spc="-15" dirty="0">
                <a:latin typeface="Carlito"/>
                <a:cs typeface="Carlito"/>
              </a:rPr>
              <a:t>are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called</a:t>
            </a:r>
            <a:endParaRPr sz="3000">
              <a:latin typeface="Carlito"/>
              <a:cs typeface="Carlito"/>
            </a:endParaRPr>
          </a:p>
          <a:p>
            <a:pPr marL="380365">
              <a:lnSpc>
                <a:spcPts val="3540"/>
              </a:lnSpc>
            </a:pPr>
            <a:r>
              <a:rPr sz="3000" i="1" spc="-10" dirty="0">
                <a:solidFill>
                  <a:srgbClr val="0070C0"/>
                </a:solidFill>
                <a:latin typeface="Carlito"/>
                <a:cs typeface="Carlito"/>
              </a:rPr>
              <a:t>Recommendations</a:t>
            </a:r>
            <a:r>
              <a:rPr sz="3000" spc="-10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42188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68110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History </a:t>
            </a:r>
            <a:r>
              <a:rPr spc="-15" dirty="0"/>
              <a:t>of </a:t>
            </a:r>
            <a:r>
              <a:rPr spc="-10" dirty="0"/>
              <a:t>the </a:t>
            </a:r>
            <a:r>
              <a:rPr spc="-25" dirty="0"/>
              <a:t>Internet </a:t>
            </a:r>
            <a:r>
              <a:rPr spc="-15" dirty="0"/>
              <a:t>and </a:t>
            </a:r>
            <a:r>
              <a:rPr spc="-10" dirty="0"/>
              <a:t>the</a:t>
            </a:r>
            <a:r>
              <a:rPr spc="245" dirty="0"/>
              <a:t> </a:t>
            </a:r>
            <a:r>
              <a:rPr spc="-10" dirty="0"/>
              <a:t>WWW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139578"/>
            <a:ext cx="5949315" cy="4011295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90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400" spc="15" dirty="0">
                <a:latin typeface="Carlito"/>
                <a:cs typeface="Carlito"/>
              </a:rPr>
              <a:t>W3C </a:t>
            </a:r>
            <a:r>
              <a:rPr sz="3400" spc="5" dirty="0">
                <a:latin typeface="Carlito"/>
                <a:cs typeface="Carlito"/>
              </a:rPr>
              <a:t>recommendations</a:t>
            </a:r>
            <a:r>
              <a:rPr sz="3400" spc="-5" dirty="0">
                <a:latin typeface="Carlito"/>
                <a:cs typeface="Carlito"/>
              </a:rPr>
              <a:t> </a:t>
            </a:r>
            <a:r>
              <a:rPr sz="3400" spc="10" dirty="0">
                <a:latin typeface="Carlito"/>
                <a:cs typeface="Carlito"/>
              </a:rPr>
              <a:t>include</a:t>
            </a:r>
            <a:endParaRPr sz="34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71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rlito"/>
                <a:cs typeface="Carlito"/>
              </a:rPr>
              <a:t>XHTML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72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spc="-5" dirty="0">
                <a:latin typeface="Carlito"/>
                <a:cs typeface="Carlito"/>
              </a:rPr>
              <a:t>CSS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79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rlito"/>
                <a:cs typeface="Carlito"/>
              </a:rPr>
              <a:t>HTML </a:t>
            </a:r>
            <a:r>
              <a:rPr sz="3000" spc="-5" dirty="0">
                <a:latin typeface="Carlito"/>
                <a:cs typeface="Carlito"/>
              </a:rPr>
              <a:t>(now </a:t>
            </a:r>
            <a:r>
              <a:rPr sz="3000" spc="-10" dirty="0">
                <a:latin typeface="Carlito"/>
                <a:cs typeface="Carlito"/>
              </a:rPr>
              <a:t>considered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legacy)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rlito"/>
                <a:cs typeface="Carlito"/>
              </a:rPr>
              <a:t>XML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spc="-5" dirty="0">
                <a:latin typeface="Carlito"/>
                <a:cs typeface="Carlito"/>
              </a:rPr>
              <a:t>HTML5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8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400" spc="-25" dirty="0">
                <a:latin typeface="Carlito"/>
                <a:cs typeface="Carlito"/>
              </a:rPr>
              <a:t>Ref</a:t>
            </a:r>
            <a:r>
              <a:rPr sz="3400" spc="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34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  <a:hlinkClick r:id="rId4"/>
              </a:rPr>
              <a:t>www.w3.org</a:t>
            </a:r>
            <a:endParaRPr sz="34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599176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9898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Architecture </a:t>
            </a:r>
            <a:r>
              <a:rPr spc="-15" dirty="0"/>
              <a:t>of </a:t>
            </a:r>
            <a:r>
              <a:rPr spc="-10" dirty="0"/>
              <a:t>the</a:t>
            </a:r>
            <a:r>
              <a:rPr spc="70" dirty="0"/>
              <a:t> </a:t>
            </a:r>
            <a:r>
              <a:rPr spc="-25" dirty="0"/>
              <a:t>Internet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69416" y="101605"/>
            <a:ext cx="9037320" cy="6032500"/>
            <a:chOff x="1169416" y="101605"/>
            <a:chExt cx="9037320" cy="6032500"/>
          </a:xfrm>
        </p:grpSpPr>
        <p:sp>
          <p:nvSpPr>
            <p:cNvPr id="8" name="object 8"/>
            <p:cNvSpPr/>
            <p:nvPr/>
          </p:nvSpPr>
          <p:spPr>
            <a:xfrm>
              <a:off x="8896096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69416" y="903223"/>
              <a:ext cx="8339328" cy="523036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01463" y="6076696"/>
            <a:ext cx="30238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5" dirty="0">
                <a:solidFill>
                  <a:srgbClr val="0070C0"/>
                </a:solidFill>
                <a:latin typeface="Carlito"/>
                <a:cs typeface="Carlito"/>
              </a:rPr>
              <a:t>WAN </a:t>
            </a:r>
            <a:r>
              <a:rPr sz="2100" dirty="0">
                <a:solidFill>
                  <a:srgbClr val="0070C0"/>
                </a:solidFill>
                <a:latin typeface="Carlito"/>
                <a:cs typeface="Carlito"/>
              </a:rPr>
              <a:t>– </a:t>
            </a:r>
            <a:r>
              <a:rPr sz="2100" spc="15" dirty="0">
                <a:solidFill>
                  <a:srgbClr val="0070C0"/>
                </a:solidFill>
                <a:latin typeface="Carlito"/>
                <a:cs typeface="Carlito"/>
              </a:rPr>
              <a:t>Wide </a:t>
            </a:r>
            <a:r>
              <a:rPr sz="2100" spc="10" dirty="0">
                <a:solidFill>
                  <a:srgbClr val="0070C0"/>
                </a:solidFill>
                <a:latin typeface="Carlito"/>
                <a:cs typeface="Carlito"/>
              </a:rPr>
              <a:t>Area</a:t>
            </a:r>
            <a:r>
              <a:rPr sz="2100" spc="6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100" spc="10" dirty="0">
                <a:solidFill>
                  <a:srgbClr val="0070C0"/>
                </a:solidFill>
                <a:latin typeface="Carlito"/>
                <a:cs typeface="Carlito"/>
              </a:rPr>
              <a:t>Network</a:t>
            </a:r>
            <a:endParaRPr sz="2100">
              <a:latin typeface="Carlito"/>
              <a:cs typeface="Carlito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1118005" y="6052311"/>
            <a:ext cx="3266440" cy="6686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sz="2100" spc="10" dirty="0">
                <a:solidFill>
                  <a:srgbClr val="0070C0"/>
                </a:solidFill>
                <a:latin typeface="Carlito"/>
                <a:cs typeface="Carlito"/>
              </a:rPr>
              <a:t>LAN </a:t>
            </a:r>
            <a:r>
              <a:rPr sz="2100" dirty="0">
                <a:solidFill>
                  <a:srgbClr val="0070C0"/>
                </a:solidFill>
                <a:latin typeface="Carlito"/>
                <a:cs typeface="Carlito"/>
              </a:rPr>
              <a:t>– </a:t>
            </a:r>
            <a:r>
              <a:rPr sz="2100" spc="10" dirty="0">
                <a:solidFill>
                  <a:srgbClr val="0070C0"/>
                </a:solidFill>
                <a:latin typeface="Carlito"/>
                <a:cs typeface="Carlito"/>
              </a:rPr>
              <a:t>Local Area Network  </a:t>
            </a:r>
            <a:r>
              <a:rPr sz="2100" spc="5" dirty="0">
                <a:solidFill>
                  <a:srgbClr val="0070C0"/>
                </a:solidFill>
                <a:latin typeface="Carlito"/>
                <a:cs typeface="Carlito"/>
              </a:rPr>
              <a:t>IXP </a:t>
            </a:r>
            <a:r>
              <a:rPr sz="2100" dirty="0">
                <a:solidFill>
                  <a:srgbClr val="0070C0"/>
                </a:solidFill>
                <a:latin typeface="Carlito"/>
                <a:cs typeface="Carlito"/>
              </a:rPr>
              <a:t>– </a:t>
            </a:r>
            <a:r>
              <a:rPr sz="2100" spc="5" dirty="0">
                <a:solidFill>
                  <a:srgbClr val="0070C0"/>
                </a:solidFill>
                <a:latin typeface="Carlito"/>
                <a:cs typeface="Carlito"/>
              </a:rPr>
              <a:t>Internet Exchange</a:t>
            </a:r>
            <a:r>
              <a:rPr sz="2100" spc="9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100" dirty="0">
                <a:solidFill>
                  <a:srgbClr val="0070C0"/>
                </a:solidFill>
                <a:latin typeface="Carlito"/>
                <a:cs typeface="Carlito"/>
              </a:rPr>
              <a:t>Point</a:t>
            </a:r>
            <a:endParaRPr sz="2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8302752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7690484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Architecture </a:t>
            </a:r>
            <a:r>
              <a:rPr spc="-15" dirty="0"/>
              <a:t>of </a:t>
            </a:r>
            <a:r>
              <a:rPr spc="-30" dirty="0"/>
              <a:t>a </a:t>
            </a:r>
            <a:r>
              <a:rPr spc="-50" dirty="0"/>
              <a:t>Web </a:t>
            </a:r>
            <a:r>
              <a:rPr spc="-25" dirty="0"/>
              <a:t>Application</a:t>
            </a:r>
            <a:r>
              <a:rPr spc="229" dirty="0"/>
              <a:t> </a:t>
            </a:r>
            <a:r>
              <a:rPr spc="-40" dirty="0"/>
              <a:t>(Typical)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8" name="object 8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0527" y="1143328"/>
            <a:ext cx="9200515" cy="4112895"/>
            <a:chOff x="690527" y="1143328"/>
            <a:chExt cx="9200515" cy="4112895"/>
          </a:xfrm>
        </p:grpSpPr>
        <p:sp>
          <p:nvSpPr>
            <p:cNvPr id="11" name="object 11"/>
            <p:cNvSpPr/>
            <p:nvPr/>
          </p:nvSpPr>
          <p:spPr>
            <a:xfrm>
              <a:off x="931672" y="1616455"/>
              <a:ext cx="8948928" cy="33588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0740" y="1153540"/>
              <a:ext cx="1930400" cy="4092575"/>
            </a:xfrm>
            <a:custGeom>
              <a:avLst/>
              <a:gdLst/>
              <a:ahLst/>
              <a:cxnLst/>
              <a:rect l="l" t="t" r="r" b="b"/>
              <a:pathLst>
                <a:path w="1930400" h="4092575">
                  <a:moveTo>
                    <a:pt x="0" y="321714"/>
                  </a:moveTo>
                  <a:lnTo>
                    <a:pt x="3488" y="274174"/>
                  </a:lnTo>
                  <a:lnTo>
                    <a:pt x="13621" y="228799"/>
                  </a:lnTo>
                  <a:lnTo>
                    <a:pt x="29901" y="186088"/>
                  </a:lnTo>
                  <a:lnTo>
                    <a:pt x="51830" y="146537"/>
                  </a:lnTo>
                  <a:lnTo>
                    <a:pt x="78911" y="110646"/>
                  </a:lnTo>
                  <a:lnTo>
                    <a:pt x="110646" y="78911"/>
                  </a:lnTo>
                  <a:lnTo>
                    <a:pt x="146537" y="51830"/>
                  </a:lnTo>
                  <a:lnTo>
                    <a:pt x="186088" y="29901"/>
                  </a:lnTo>
                  <a:lnTo>
                    <a:pt x="228799" y="13621"/>
                  </a:lnTo>
                  <a:lnTo>
                    <a:pt x="274174" y="3488"/>
                  </a:lnTo>
                  <a:lnTo>
                    <a:pt x="321714" y="0"/>
                  </a:lnTo>
                  <a:lnTo>
                    <a:pt x="1608525" y="0"/>
                  </a:lnTo>
                  <a:lnTo>
                    <a:pt x="1656065" y="3488"/>
                  </a:lnTo>
                  <a:lnTo>
                    <a:pt x="1701440" y="13621"/>
                  </a:lnTo>
                  <a:lnTo>
                    <a:pt x="1744151" y="29901"/>
                  </a:lnTo>
                  <a:lnTo>
                    <a:pt x="1783700" y="51830"/>
                  </a:lnTo>
                  <a:lnTo>
                    <a:pt x="1819591" y="78911"/>
                  </a:lnTo>
                  <a:lnTo>
                    <a:pt x="1851325" y="110646"/>
                  </a:lnTo>
                  <a:lnTo>
                    <a:pt x="1878406" y="146537"/>
                  </a:lnTo>
                  <a:lnTo>
                    <a:pt x="1900334" y="186088"/>
                  </a:lnTo>
                  <a:lnTo>
                    <a:pt x="1916614" y="228799"/>
                  </a:lnTo>
                  <a:lnTo>
                    <a:pt x="1926746" y="274174"/>
                  </a:lnTo>
                  <a:lnTo>
                    <a:pt x="1930234" y="321714"/>
                  </a:lnTo>
                  <a:lnTo>
                    <a:pt x="1930234" y="3770252"/>
                  </a:lnTo>
                  <a:lnTo>
                    <a:pt x="1926746" y="3817793"/>
                  </a:lnTo>
                  <a:lnTo>
                    <a:pt x="1916614" y="3863168"/>
                  </a:lnTo>
                  <a:lnTo>
                    <a:pt x="1900334" y="3905880"/>
                  </a:lnTo>
                  <a:lnTo>
                    <a:pt x="1878406" y="3945431"/>
                  </a:lnTo>
                  <a:lnTo>
                    <a:pt x="1851325" y="3981323"/>
                  </a:lnTo>
                  <a:lnTo>
                    <a:pt x="1819591" y="4013059"/>
                  </a:lnTo>
                  <a:lnTo>
                    <a:pt x="1783700" y="4040141"/>
                  </a:lnTo>
                  <a:lnTo>
                    <a:pt x="1744151" y="4062071"/>
                  </a:lnTo>
                  <a:lnTo>
                    <a:pt x="1701440" y="4078351"/>
                  </a:lnTo>
                  <a:lnTo>
                    <a:pt x="1656065" y="4088484"/>
                  </a:lnTo>
                  <a:lnTo>
                    <a:pt x="1608525" y="4091973"/>
                  </a:lnTo>
                  <a:lnTo>
                    <a:pt x="321714" y="4091973"/>
                  </a:lnTo>
                  <a:lnTo>
                    <a:pt x="274174" y="4088484"/>
                  </a:lnTo>
                  <a:lnTo>
                    <a:pt x="228799" y="4078351"/>
                  </a:lnTo>
                  <a:lnTo>
                    <a:pt x="186088" y="4062071"/>
                  </a:lnTo>
                  <a:lnTo>
                    <a:pt x="146537" y="4040141"/>
                  </a:lnTo>
                  <a:lnTo>
                    <a:pt x="110646" y="4013059"/>
                  </a:lnTo>
                  <a:lnTo>
                    <a:pt x="78911" y="3981323"/>
                  </a:lnTo>
                  <a:lnTo>
                    <a:pt x="51830" y="3945431"/>
                  </a:lnTo>
                  <a:lnTo>
                    <a:pt x="29901" y="3905880"/>
                  </a:lnTo>
                  <a:lnTo>
                    <a:pt x="13621" y="3863168"/>
                  </a:lnTo>
                  <a:lnTo>
                    <a:pt x="3488" y="3817793"/>
                  </a:lnTo>
                  <a:lnTo>
                    <a:pt x="0" y="3770252"/>
                  </a:lnTo>
                  <a:lnTo>
                    <a:pt x="0" y="321714"/>
                  </a:lnTo>
                  <a:close/>
                </a:path>
              </a:pathLst>
            </a:custGeom>
            <a:ln w="20425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65495" y="1153540"/>
              <a:ext cx="1930400" cy="4092575"/>
            </a:xfrm>
            <a:custGeom>
              <a:avLst/>
              <a:gdLst/>
              <a:ahLst/>
              <a:cxnLst/>
              <a:rect l="l" t="t" r="r" b="b"/>
              <a:pathLst>
                <a:path w="1930400" h="4092575">
                  <a:moveTo>
                    <a:pt x="0" y="321714"/>
                  </a:moveTo>
                  <a:lnTo>
                    <a:pt x="3488" y="274174"/>
                  </a:lnTo>
                  <a:lnTo>
                    <a:pt x="13621" y="228799"/>
                  </a:lnTo>
                  <a:lnTo>
                    <a:pt x="29901" y="186088"/>
                  </a:lnTo>
                  <a:lnTo>
                    <a:pt x="51830" y="146537"/>
                  </a:lnTo>
                  <a:lnTo>
                    <a:pt x="78911" y="110646"/>
                  </a:lnTo>
                  <a:lnTo>
                    <a:pt x="110646" y="78911"/>
                  </a:lnTo>
                  <a:lnTo>
                    <a:pt x="146537" y="51830"/>
                  </a:lnTo>
                  <a:lnTo>
                    <a:pt x="186088" y="29901"/>
                  </a:lnTo>
                  <a:lnTo>
                    <a:pt x="228799" y="13621"/>
                  </a:lnTo>
                  <a:lnTo>
                    <a:pt x="274174" y="3488"/>
                  </a:lnTo>
                  <a:lnTo>
                    <a:pt x="321714" y="0"/>
                  </a:lnTo>
                  <a:lnTo>
                    <a:pt x="1608525" y="0"/>
                  </a:lnTo>
                  <a:lnTo>
                    <a:pt x="1656065" y="3488"/>
                  </a:lnTo>
                  <a:lnTo>
                    <a:pt x="1701440" y="13621"/>
                  </a:lnTo>
                  <a:lnTo>
                    <a:pt x="1744151" y="29901"/>
                  </a:lnTo>
                  <a:lnTo>
                    <a:pt x="1783700" y="51830"/>
                  </a:lnTo>
                  <a:lnTo>
                    <a:pt x="1819591" y="78911"/>
                  </a:lnTo>
                  <a:lnTo>
                    <a:pt x="1851325" y="110646"/>
                  </a:lnTo>
                  <a:lnTo>
                    <a:pt x="1878406" y="146537"/>
                  </a:lnTo>
                  <a:lnTo>
                    <a:pt x="1900334" y="186088"/>
                  </a:lnTo>
                  <a:lnTo>
                    <a:pt x="1916614" y="228799"/>
                  </a:lnTo>
                  <a:lnTo>
                    <a:pt x="1926746" y="274174"/>
                  </a:lnTo>
                  <a:lnTo>
                    <a:pt x="1930234" y="321714"/>
                  </a:lnTo>
                  <a:lnTo>
                    <a:pt x="1930234" y="3770252"/>
                  </a:lnTo>
                  <a:lnTo>
                    <a:pt x="1926746" y="3817793"/>
                  </a:lnTo>
                  <a:lnTo>
                    <a:pt x="1916614" y="3863168"/>
                  </a:lnTo>
                  <a:lnTo>
                    <a:pt x="1900334" y="3905880"/>
                  </a:lnTo>
                  <a:lnTo>
                    <a:pt x="1878406" y="3945431"/>
                  </a:lnTo>
                  <a:lnTo>
                    <a:pt x="1851325" y="3981323"/>
                  </a:lnTo>
                  <a:lnTo>
                    <a:pt x="1819591" y="4013059"/>
                  </a:lnTo>
                  <a:lnTo>
                    <a:pt x="1783700" y="4040141"/>
                  </a:lnTo>
                  <a:lnTo>
                    <a:pt x="1744151" y="4062071"/>
                  </a:lnTo>
                  <a:lnTo>
                    <a:pt x="1701440" y="4078351"/>
                  </a:lnTo>
                  <a:lnTo>
                    <a:pt x="1656065" y="4088484"/>
                  </a:lnTo>
                  <a:lnTo>
                    <a:pt x="1608525" y="4091973"/>
                  </a:lnTo>
                  <a:lnTo>
                    <a:pt x="321714" y="4091973"/>
                  </a:lnTo>
                  <a:lnTo>
                    <a:pt x="274174" y="4088484"/>
                  </a:lnTo>
                  <a:lnTo>
                    <a:pt x="228799" y="4078351"/>
                  </a:lnTo>
                  <a:lnTo>
                    <a:pt x="186088" y="4062071"/>
                  </a:lnTo>
                  <a:lnTo>
                    <a:pt x="146537" y="4040141"/>
                  </a:lnTo>
                  <a:lnTo>
                    <a:pt x="110646" y="4013059"/>
                  </a:lnTo>
                  <a:lnTo>
                    <a:pt x="78911" y="3981323"/>
                  </a:lnTo>
                  <a:lnTo>
                    <a:pt x="51830" y="3945431"/>
                  </a:lnTo>
                  <a:lnTo>
                    <a:pt x="29901" y="3905880"/>
                  </a:lnTo>
                  <a:lnTo>
                    <a:pt x="13621" y="3863168"/>
                  </a:lnTo>
                  <a:lnTo>
                    <a:pt x="3488" y="3817793"/>
                  </a:lnTo>
                  <a:lnTo>
                    <a:pt x="0" y="3770252"/>
                  </a:lnTo>
                  <a:lnTo>
                    <a:pt x="0" y="321714"/>
                  </a:lnTo>
                  <a:close/>
                </a:path>
              </a:pathLst>
            </a:custGeom>
            <a:ln w="20425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19148" y="1153540"/>
              <a:ext cx="2061845" cy="4092575"/>
            </a:xfrm>
            <a:custGeom>
              <a:avLst/>
              <a:gdLst/>
              <a:ahLst/>
              <a:cxnLst/>
              <a:rect l="l" t="t" r="r" b="b"/>
              <a:pathLst>
                <a:path w="2061845" h="4092575">
                  <a:moveTo>
                    <a:pt x="0" y="343556"/>
                  </a:moveTo>
                  <a:lnTo>
                    <a:pt x="3136" y="296938"/>
                  </a:lnTo>
                  <a:lnTo>
                    <a:pt x="12272" y="252225"/>
                  </a:lnTo>
                  <a:lnTo>
                    <a:pt x="26998" y="209829"/>
                  </a:lnTo>
                  <a:lnTo>
                    <a:pt x="46905" y="170157"/>
                  </a:lnTo>
                  <a:lnTo>
                    <a:pt x="71584" y="133619"/>
                  </a:lnTo>
                  <a:lnTo>
                    <a:pt x="100625" y="100625"/>
                  </a:lnTo>
                  <a:lnTo>
                    <a:pt x="133620" y="71584"/>
                  </a:lnTo>
                  <a:lnTo>
                    <a:pt x="170157" y="46905"/>
                  </a:lnTo>
                  <a:lnTo>
                    <a:pt x="209829" y="26998"/>
                  </a:lnTo>
                  <a:lnTo>
                    <a:pt x="252226" y="12272"/>
                  </a:lnTo>
                  <a:lnTo>
                    <a:pt x="296939" y="3136"/>
                  </a:lnTo>
                  <a:lnTo>
                    <a:pt x="343558" y="0"/>
                  </a:lnTo>
                  <a:lnTo>
                    <a:pt x="1717752" y="0"/>
                  </a:lnTo>
                  <a:lnTo>
                    <a:pt x="1764371" y="3136"/>
                  </a:lnTo>
                  <a:lnTo>
                    <a:pt x="1809082" y="12272"/>
                  </a:lnTo>
                  <a:lnTo>
                    <a:pt x="1851479" y="26998"/>
                  </a:lnTo>
                  <a:lnTo>
                    <a:pt x="1891150" y="46905"/>
                  </a:lnTo>
                  <a:lnTo>
                    <a:pt x="1927687" y="71584"/>
                  </a:lnTo>
                  <a:lnTo>
                    <a:pt x="1960680" y="100625"/>
                  </a:lnTo>
                  <a:lnTo>
                    <a:pt x="1989720" y="133619"/>
                  </a:lnTo>
                  <a:lnTo>
                    <a:pt x="2014399" y="170157"/>
                  </a:lnTo>
                  <a:lnTo>
                    <a:pt x="2034305" y="209829"/>
                  </a:lnTo>
                  <a:lnTo>
                    <a:pt x="2049031" y="252225"/>
                  </a:lnTo>
                  <a:lnTo>
                    <a:pt x="2058167" y="296938"/>
                  </a:lnTo>
                  <a:lnTo>
                    <a:pt x="2061303" y="343556"/>
                  </a:lnTo>
                  <a:lnTo>
                    <a:pt x="2061303" y="3748411"/>
                  </a:lnTo>
                  <a:lnTo>
                    <a:pt x="2058167" y="3795030"/>
                  </a:lnTo>
                  <a:lnTo>
                    <a:pt x="2049031" y="3839742"/>
                  </a:lnTo>
                  <a:lnTo>
                    <a:pt x="2034305" y="3882139"/>
                  </a:lnTo>
                  <a:lnTo>
                    <a:pt x="2014399" y="3921812"/>
                  </a:lnTo>
                  <a:lnTo>
                    <a:pt x="1989720" y="3958350"/>
                  </a:lnTo>
                  <a:lnTo>
                    <a:pt x="1960680" y="3991345"/>
                  </a:lnTo>
                  <a:lnTo>
                    <a:pt x="1927687" y="4020386"/>
                  </a:lnTo>
                  <a:lnTo>
                    <a:pt x="1891150" y="4045066"/>
                  </a:lnTo>
                  <a:lnTo>
                    <a:pt x="1851479" y="4064973"/>
                  </a:lnTo>
                  <a:lnTo>
                    <a:pt x="1809082" y="4079700"/>
                  </a:lnTo>
                  <a:lnTo>
                    <a:pt x="1764371" y="4088836"/>
                  </a:lnTo>
                  <a:lnTo>
                    <a:pt x="1717752" y="4091973"/>
                  </a:lnTo>
                  <a:lnTo>
                    <a:pt x="343558" y="4091973"/>
                  </a:lnTo>
                  <a:lnTo>
                    <a:pt x="296939" y="4088836"/>
                  </a:lnTo>
                  <a:lnTo>
                    <a:pt x="252226" y="4079700"/>
                  </a:lnTo>
                  <a:lnTo>
                    <a:pt x="209829" y="4064973"/>
                  </a:lnTo>
                  <a:lnTo>
                    <a:pt x="170157" y="4045066"/>
                  </a:lnTo>
                  <a:lnTo>
                    <a:pt x="133620" y="4020386"/>
                  </a:lnTo>
                  <a:lnTo>
                    <a:pt x="100625" y="3991345"/>
                  </a:lnTo>
                  <a:lnTo>
                    <a:pt x="71584" y="3958350"/>
                  </a:lnTo>
                  <a:lnTo>
                    <a:pt x="46905" y="3921812"/>
                  </a:lnTo>
                  <a:lnTo>
                    <a:pt x="26998" y="3882139"/>
                  </a:lnTo>
                  <a:lnTo>
                    <a:pt x="12272" y="3839742"/>
                  </a:lnTo>
                  <a:lnTo>
                    <a:pt x="3136" y="3795030"/>
                  </a:lnTo>
                  <a:lnTo>
                    <a:pt x="0" y="3748411"/>
                  </a:lnTo>
                  <a:lnTo>
                    <a:pt x="0" y="343556"/>
                  </a:lnTo>
                  <a:close/>
                </a:path>
              </a:pathLst>
            </a:custGeom>
            <a:ln w="20425">
              <a:solidFill>
                <a:srgbClr val="4171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5872" y="5565140"/>
            <a:ext cx="13773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5" dirty="0">
                <a:solidFill>
                  <a:srgbClr val="0070C0"/>
                </a:solidFill>
                <a:latin typeface="Carlito"/>
                <a:cs typeface="Carlito"/>
              </a:rPr>
              <a:t>Client</a:t>
            </a:r>
            <a:r>
              <a:rPr sz="2600" spc="-10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600" spc="-10" dirty="0">
                <a:solidFill>
                  <a:srgbClr val="0070C0"/>
                </a:solidFill>
                <a:latin typeface="Carlito"/>
                <a:cs typeface="Carlito"/>
              </a:rPr>
              <a:t>Tier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16" name="object 16"/>
          <p:cNvSpPr txBox="1"/>
          <p:nvPr/>
        </p:nvSpPr>
        <p:spPr>
          <a:xfrm>
            <a:off x="5650839" y="5565140"/>
            <a:ext cx="14643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5" dirty="0">
                <a:solidFill>
                  <a:srgbClr val="0070C0"/>
                </a:solidFill>
                <a:latin typeface="Carlito"/>
                <a:cs typeface="Carlito"/>
              </a:rPr>
              <a:t>Server</a:t>
            </a:r>
            <a:r>
              <a:rPr sz="2600" spc="-75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600" spc="-10" dirty="0">
                <a:solidFill>
                  <a:srgbClr val="0070C0"/>
                </a:solidFill>
                <a:latin typeface="Carlito"/>
                <a:cs typeface="Carlito"/>
              </a:rPr>
              <a:t>Tier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82356" y="5565140"/>
            <a:ext cx="18478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solidFill>
                  <a:srgbClr val="0070C0"/>
                </a:solidFill>
                <a:latin typeface="Carlito"/>
                <a:cs typeface="Carlito"/>
              </a:rPr>
              <a:t>Database</a:t>
            </a:r>
            <a:r>
              <a:rPr sz="2600" spc="-7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600" spc="-10" dirty="0">
                <a:solidFill>
                  <a:srgbClr val="0070C0"/>
                </a:solidFill>
                <a:latin typeface="Carlito"/>
                <a:cs typeface="Carlito"/>
              </a:rPr>
              <a:t>Tier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733288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51282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Processing </a:t>
            </a:r>
            <a:r>
              <a:rPr spc="-30" dirty="0"/>
              <a:t>a </a:t>
            </a:r>
            <a:r>
              <a:rPr spc="-35" dirty="0"/>
              <a:t>static web</a:t>
            </a:r>
            <a:r>
              <a:rPr spc="195" dirty="0"/>
              <a:t> </a:t>
            </a:r>
            <a:r>
              <a:rPr spc="-35" dirty="0"/>
              <a:t>Page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154684"/>
            <a:ext cx="8481695" cy="453644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5" dirty="0">
                <a:solidFill>
                  <a:srgbClr val="0070C0"/>
                </a:solidFill>
                <a:latin typeface="Carlito"/>
                <a:cs typeface="Carlito"/>
              </a:rPr>
              <a:t>Two </a:t>
            </a:r>
            <a:r>
              <a:rPr sz="3000" spc="-15" dirty="0">
                <a:solidFill>
                  <a:srgbClr val="0070C0"/>
                </a:solidFill>
                <a:latin typeface="Carlito"/>
                <a:cs typeface="Carlito"/>
              </a:rPr>
              <a:t>Protocols </a:t>
            </a:r>
            <a:r>
              <a:rPr sz="3000" spc="-10" dirty="0">
                <a:solidFill>
                  <a:srgbClr val="0070C0"/>
                </a:solidFill>
                <a:latin typeface="Carlito"/>
                <a:cs typeface="Carlito"/>
              </a:rPr>
              <a:t>that </a:t>
            </a: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spc="-20" dirty="0">
                <a:solidFill>
                  <a:srgbClr val="0070C0"/>
                </a:solidFill>
                <a:latin typeface="Carlito"/>
                <a:cs typeface="Carlito"/>
              </a:rPr>
              <a:t>Pages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Depend</a:t>
            </a:r>
            <a:r>
              <a:rPr sz="3000" spc="17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on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1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45" dirty="0">
                <a:latin typeface="Carlito"/>
                <a:cs typeface="Carlito"/>
              </a:rPr>
              <a:t>Hyper-Text </a:t>
            </a:r>
            <a:r>
              <a:rPr sz="2700" i="1" spc="-30" dirty="0">
                <a:latin typeface="Carlito"/>
                <a:cs typeface="Carlito"/>
              </a:rPr>
              <a:t>Transfer </a:t>
            </a:r>
            <a:r>
              <a:rPr sz="2700" i="1" spc="-15" dirty="0">
                <a:latin typeface="Carlito"/>
                <a:cs typeface="Carlito"/>
              </a:rPr>
              <a:t>Protocol</a:t>
            </a:r>
            <a:r>
              <a:rPr sz="2700" i="1" spc="35" dirty="0">
                <a:latin typeface="Carlito"/>
                <a:cs typeface="Carlito"/>
              </a:rPr>
              <a:t> </a:t>
            </a:r>
            <a:r>
              <a:rPr sz="2700" i="1" spc="-5" dirty="0">
                <a:latin typeface="Carlito"/>
                <a:cs typeface="Carlito"/>
              </a:rPr>
              <a:t>(HTTP)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20" dirty="0">
                <a:latin typeface="Carlito"/>
                <a:cs typeface="Carlito"/>
              </a:rPr>
              <a:t>Transmission </a:t>
            </a:r>
            <a:r>
              <a:rPr sz="2700" i="1" spc="-15" dirty="0">
                <a:latin typeface="Carlito"/>
                <a:cs typeface="Carlito"/>
              </a:rPr>
              <a:t>Control </a:t>
            </a:r>
            <a:r>
              <a:rPr sz="2700" i="1" spc="-20" dirty="0">
                <a:latin typeface="Carlito"/>
                <a:cs typeface="Carlito"/>
              </a:rPr>
              <a:t>Protocol/Internet Protocol</a:t>
            </a:r>
            <a:r>
              <a:rPr sz="2700" i="1" spc="35" dirty="0">
                <a:latin typeface="Carlito"/>
                <a:cs typeface="Carlito"/>
              </a:rPr>
              <a:t> </a:t>
            </a:r>
            <a:r>
              <a:rPr sz="2700" i="1" spc="-40" dirty="0">
                <a:latin typeface="Carlito"/>
                <a:cs typeface="Carlito"/>
              </a:rPr>
              <a:t>(TCP/IP)</a:t>
            </a:r>
            <a:endParaRPr sz="27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i="1" spc="-55" dirty="0">
                <a:solidFill>
                  <a:srgbClr val="0070C0"/>
                </a:solidFill>
                <a:latin typeface="Carlito"/>
                <a:cs typeface="Carlito"/>
              </a:rPr>
              <a:t>Terms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1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45" dirty="0">
                <a:latin typeface="Carlito"/>
                <a:cs typeface="Carlito"/>
              </a:rPr>
              <a:t>Hyper-Text </a:t>
            </a:r>
            <a:r>
              <a:rPr sz="2700" i="1" spc="-20" dirty="0">
                <a:latin typeface="Carlito"/>
                <a:cs typeface="Carlito"/>
              </a:rPr>
              <a:t>Markup </a:t>
            </a:r>
            <a:r>
              <a:rPr sz="2700" i="1" spc="-10" dirty="0">
                <a:latin typeface="Carlito"/>
                <a:cs typeface="Carlito"/>
              </a:rPr>
              <a:t>Language</a:t>
            </a:r>
            <a:r>
              <a:rPr sz="2700" i="1" spc="20" dirty="0">
                <a:latin typeface="Carlito"/>
                <a:cs typeface="Carlito"/>
              </a:rPr>
              <a:t> </a:t>
            </a:r>
            <a:r>
              <a:rPr sz="2700" i="1" spc="-15" dirty="0">
                <a:latin typeface="Carlito"/>
                <a:cs typeface="Carlito"/>
              </a:rPr>
              <a:t>(HTML)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15" dirty="0">
                <a:latin typeface="Carlito"/>
                <a:cs typeface="Carlito"/>
              </a:rPr>
              <a:t>Static </a:t>
            </a:r>
            <a:r>
              <a:rPr sz="2700" i="1" spc="-45" dirty="0">
                <a:latin typeface="Carlito"/>
                <a:cs typeface="Carlito"/>
              </a:rPr>
              <a:t>Web</a:t>
            </a:r>
            <a:r>
              <a:rPr sz="2700" i="1" spc="-25" dirty="0">
                <a:latin typeface="Carlito"/>
                <a:cs typeface="Carlito"/>
              </a:rPr>
              <a:t> Page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15" dirty="0">
                <a:latin typeface="Carlito"/>
                <a:cs typeface="Carlito"/>
              </a:rPr>
              <a:t>Dynamic </a:t>
            </a:r>
            <a:r>
              <a:rPr sz="2700" i="1" spc="-45" dirty="0">
                <a:latin typeface="Carlito"/>
                <a:cs typeface="Carlito"/>
              </a:rPr>
              <a:t>Web</a:t>
            </a:r>
            <a:r>
              <a:rPr sz="2700" i="1" spc="-25" dirty="0">
                <a:latin typeface="Carlito"/>
                <a:cs typeface="Carlito"/>
              </a:rPr>
              <a:t> Page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4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5" dirty="0">
                <a:latin typeface="Carlito"/>
                <a:cs typeface="Carlito"/>
              </a:rPr>
              <a:t>HTTP</a:t>
            </a:r>
            <a:r>
              <a:rPr sz="2700" i="1" spc="-30" dirty="0">
                <a:latin typeface="Carlito"/>
                <a:cs typeface="Carlito"/>
              </a:rPr>
              <a:t> </a:t>
            </a:r>
            <a:r>
              <a:rPr sz="2700" i="1" spc="-20" dirty="0">
                <a:latin typeface="Carlito"/>
                <a:cs typeface="Carlito"/>
              </a:rPr>
              <a:t>Request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i="1" spc="-5" dirty="0">
                <a:latin typeface="Carlito"/>
                <a:cs typeface="Carlito"/>
              </a:rPr>
              <a:t>HTTP</a:t>
            </a:r>
            <a:r>
              <a:rPr sz="2700" i="1" spc="-30" dirty="0">
                <a:latin typeface="Carlito"/>
                <a:cs typeface="Carlito"/>
              </a:rPr>
              <a:t> </a:t>
            </a:r>
            <a:r>
              <a:rPr sz="2700" i="1" spc="-15" dirty="0">
                <a:latin typeface="Carlito"/>
                <a:cs typeface="Carlito"/>
              </a:rPr>
              <a:t>Response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733288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51282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Processing </a:t>
            </a:r>
            <a:r>
              <a:rPr spc="-30" dirty="0"/>
              <a:t>a </a:t>
            </a:r>
            <a:r>
              <a:rPr spc="-35" dirty="0"/>
              <a:t>static web</a:t>
            </a:r>
            <a:r>
              <a:rPr spc="195" dirty="0"/>
              <a:t> </a:t>
            </a:r>
            <a:r>
              <a:rPr spc="-35" dirty="0"/>
              <a:t>Page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8" name="object 8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18173" y="2607614"/>
            <a:ext cx="1577340" cy="831850"/>
            <a:chOff x="1418173" y="2607614"/>
            <a:chExt cx="1577340" cy="831850"/>
          </a:xfrm>
        </p:grpSpPr>
        <p:sp>
          <p:nvSpPr>
            <p:cNvPr id="11" name="object 11"/>
            <p:cNvSpPr/>
            <p:nvPr/>
          </p:nvSpPr>
          <p:spPr>
            <a:xfrm>
              <a:off x="1973770" y="3205321"/>
              <a:ext cx="335280" cy="224790"/>
            </a:xfrm>
            <a:custGeom>
              <a:avLst/>
              <a:gdLst/>
              <a:ahLst/>
              <a:cxnLst/>
              <a:rect l="l" t="t" r="r" b="b"/>
              <a:pathLst>
                <a:path w="335280" h="224789">
                  <a:moveTo>
                    <a:pt x="261490" y="0"/>
                  </a:moveTo>
                  <a:lnTo>
                    <a:pt x="249059" y="730"/>
                  </a:lnTo>
                  <a:lnTo>
                    <a:pt x="0" y="224161"/>
                  </a:lnTo>
                  <a:lnTo>
                    <a:pt x="154012" y="223285"/>
                  </a:lnTo>
                  <a:lnTo>
                    <a:pt x="201629" y="215943"/>
                  </a:lnTo>
                  <a:lnTo>
                    <a:pt x="246818" y="198280"/>
                  </a:lnTo>
                  <a:lnTo>
                    <a:pt x="288386" y="170923"/>
                  </a:lnTo>
                  <a:lnTo>
                    <a:pt x="325145" y="134499"/>
                  </a:lnTo>
                  <a:lnTo>
                    <a:pt x="334696" y="100714"/>
                  </a:lnTo>
                  <a:lnTo>
                    <a:pt x="332563" y="66378"/>
                  </a:lnTo>
                  <a:lnTo>
                    <a:pt x="296900" y="11830"/>
                  </a:lnTo>
                  <a:lnTo>
                    <a:pt x="261490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72919" y="3155530"/>
              <a:ext cx="253860" cy="2739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72921" y="3155536"/>
              <a:ext cx="254000" cy="274320"/>
            </a:xfrm>
            <a:custGeom>
              <a:avLst/>
              <a:gdLst/>
              <a:ahLst/>
              <a:cxnLst/>
              <a:rect l="l" t="t" r="r" b="b"/>
              <a:pathLst>
                <a:path w="254000" h="274320">
                  <a:moveTo>
                    <a:pt x="0" y="273958"/>
                  </a:moveTo>
                  <a:lnTo>
                    <a:pt x="0" y="198021"/>
                  </a:lnTo>
                  <a:lnTo>
                    <a:pt x="253849" y="0"/>
                  </a:lnTo>
                  <a:lnTo>
                    <a:pt x="253849" y="98718"/>
                  </a:lnTo>
                  <a:lnTo>
                    <a:pt x="0" y="273958"/>
                  </a:lnTo>
                  <a:close/>
                </a:path>
              </a:pathLst>
            </a:custGeom>
            <a:ln w="193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28330" y="2777591"/>
              <a:ext cx="798448" cy="575957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8333" y="2777601"/>
              <a:ext cx="798830" cy="576580"/>
            </a:xfrm>
            <a:custGeom>
              <a:avLst/>
              <a:gdLst/>
              <a:ahLst/>
              <a:cxnLst/>
              <a:rect l="l" t="t" r="r" b="b"/>
              <a:pathLst>
                <a:path w="798830" h="576579">
                  <a:moveTo>
                    <a:pt x="0" y="202694"/>
                  </a:moveTo>
                  <a:lnTo>
                    <a:pt x="244614" y="0"/>
                  </a:lnTo>
                  <a:lnTo>
                    <a:pt x="798437" y="377934"/>
                  </a:lnTo>
                  <a:lnTo>
                    <a:pt x="544588" y="575956"/>
                  </a:lnTo>
                  <a:lnTo>
                    <a:pt x="0" y="202694"/>
                  </a:lnTo>
                  <a:close/>
                </a:path>
              </a:pathLst>
            </a:custGeom>
            <a:ln w="1993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51379" y="2607614"/>
              <a:ext cx="644525" cy="523240"/>
            </a:xfrm>
            <a:custGeom>
              <a:avLst/>
              <a:gdLst/>
              <a:ahLst/>
              <a:cxnLst/>
              <a:rect l="l" t="t" r="r" b="b"/>
              <a:pathLst>
                <a:path w="644525" h="523239">
                  <a:moveTo>
                    <a:pt x="504139" y="0"/>
                  </a:moveTo>
                  <a:lnTo>
                    <a:pt x="0" y="487743"/>
                  </a:lnTo>
                  <a:lnTo>
                    <a:pt x="184607" y="520750"/>
                  </a:lnTo>
                  <a:lnTo>
                    <a:pt x="234978" y="522640"/>
                  </a:lnTo>
                  <a:lnTo>
                    <a:pt x="284943" y="519232"/>
                  </a:lnTo>
                  <a:lnTo>
                    <a:pt x="334224" y="510636"/>
                  </a:lnTo>
                  <a:lnTo>
                    <a:pt x="382542" y="496963"/>
                  </a:lnTo>
                  <a:lnTo>
                    <a:pt x="429620" y="478324"/>
                  </a:lnTo>
                  <a:lnTo>
                    <a:pt x="475180" y="454830"/>
                  </a:lnTo>
                  <a:lnTo>
                    <a:pt x="518944" y="426591"/>
                  </a:lnTo>
                  <a:lnTo>
                    <a:pt x="560634" y="393719"/>
                  </a:lnTo>
                  <a:lnTo>
                    <a:pt x="599973" y="356323"/>
                  </a:lnTo>
                  <a:lnTo>
                    <a:pt x="623788" y="314001"/>
                  </a:lnTo>
                  <a:lnTo>
                    <a:pt x="638441" y="267895"/>
                  </a:lnTo>
                  <a:lnTo>
                    <a:pt x="644059" y="219868"/>
                  </a:lnTo>
                  <a:lnTo>
                    <a:pt x="640770" y="171786"/>
                  </a:lnTo>
                  <a:lnTo>
                    <a:pt x="628702" y="125512"/>
                  </a:lnTo>
                  <a:lnTo>
                    <a:pt x="607982" y="82911"/>
                  </a:lnTo>
                  <a:lnTo>
                    <a:pt x="578738" y="45847"/>
                  </a:lnTo>
                  <a:lnTo>
                    <a:pt x="543648" y="17775"/>
                  </a:lnTo>
                  <a:lnTo>
                    <a:pt x="50413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11073" y="2610976"/>
            <a:ext cx="12446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140" dirty="0">
                <a:latin typeface="Arial"/>
                <a:cs typeface="Arial"/>
              </a:rPr>
              <a:t>`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07508" y="1727108"/>
            <a:ext cx="4299585" cy="1723389"/>
            <a:chOff x="1407508" y="1727108"/>
            <a:chExt cx="4299585" cy="1723389"/>
          </a:xfrm>
        </p:grpSpPr>
        <p:sp>
          <p:nvSpPr>
            <p:cNvPr id="19" name="object 19"/>
            <p:cNvSpPr/>
            <p:nvPr/>
          </p:nvSpPr>
          <p:spPr>
            <a:xfrm>
              <a:off x="1813699" y="2114600"/>
              <a:ext cx="1040726" cy="71732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813699" y="2114609"/>
              <a:ext cx="1040765" cy="717550"/>
            </a:xfrm>
            <a:custGeom>
              <a:avLst/>
              <a:gdLst/>
              <a:ahLst/>
              <a:cxnLst/>
              <a:rect l="l" t="t" r="r" b="b"/>
              <a:pathLst>
                <a:path w="1040764" h="717550">
                  <a:moveTo>
                    <a:pt x="537680" y="717316"/>
                  </a:moveTo>
                  <a:lnTo>
                    <a:pt x="1040724" y="372385"/>
                  </a:lnTo>
                  <a:lnTo>
                    <a:pt x="500741" y="0"/>
                  </a:lnTo>
                  <a:lnTo>
                    <a:pt x="0" y="350480"/>
                  </a:lnTo>
                  <a:lnTo>
                    <a:pt x="35421" y="389608"/>
                  </a:lnTo>
                  <a:lnTo>
                    <a:pt x="71998" y="427035"/>
                  </a:lnTo>
                  <a:lnTo>
                    <a:pt x="109685" y="462729"/>
                  </a:lnTo>
                  <a:lnTo>
                    <a:pt x="148436" y="496657"/>
                  </a:lnTo>
                  <a:lnTo>
                    <a:pt x="188207" y="528788"/>
                  </a:lnTo>
                  <a:lnTo>
                    <a:pt x="228953" y="559091"/>
                  </a:lnTo>
                  <a:lnTo>
                    <a:pt x="270628" y="587532"/>
                  </a:lnTo>
                  <a:lnTo>
                    <a:pt x="313188" y="614081"/>
                  </a:lnTo>
                  <a:lnTo>
                    <a:pt x="356587" y="638705"/>
                  </a:lnTo>
                  <a:lnTo>
                    <a:pt x="400781" y="661372"/>
                  </a:lnTo>
                  <a:lnTo>
                    <a:pt x="445725" y="682051"/>
                  </a:lnTo>
                  <a:lnTo>
                    <a:pt x="491373" y="700710"/>
                  </a:lnTo>
                  <a:lnTo>
                    <a:pt x="537680" y="717316"/>
                  </a:lnTo>
                  <a:close/>
                </a:path>
              </a:pathLst>
            </a:custGeom>
            <a:ln w="1999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88298" y="2041588"/>
              <a:ext cx="105663" cy="68665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88295" y="2041592"/>
              <a:ext cx="106045" cy="687070"/>
            </a:xfrm>
            <a:custGeom>
              <a:avLst/>
              <a:gdLst/>
              <a:ahLst/>
              <a:cxnLst/>
              <a:rect l="l" t="t" r="r" b="b"/>
              <a:pathLst>
                <a:path w="106044" h="687069">
                  <a:moveTo>
                    <a:pt x="0" y="686649"/>
                  </a:moveTo>
                  <a:lnTo>
                    <a:pt x="0" y="73016"/>
                  </a:lnTo>
                  <a:lnTo>
                    <a:pt x="105669" y="0"/>
                  </a:lnTo>
                  <a:lnTo>
                    <a:pt x="101534" y="582381"/>
                  </a:lnTo>
                  <a:lnTo>
                    <a:pt x="0" y="686649"/>
                  </a:lnTo>
                  <a:close/>
                </a:path>
              </a:pathLst>
            </a:custGeom>
            <a:ln w="17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89834" y="2010333"/>
              <a:ext cx="198437" cy="55346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89829" y="2010341"/>
              <a:ext cx="198755" cy="553720"/>
            </a:xfrm>
            <a:custGeom>
              <a:avLst/>
              <a:gdLst/>
              <a:ahLst/>
              <a:cxnLst/>
              <a:rect l="l" t="t" r="r" b="b"/>
              <a:pathLst>
                <a:path w="198755" h="553719">
                  <a:moveTo>
                    <a:pt x="3738" y="88496"/>
                  </a:moveTo>
                  <a:lnTo>
                    <a:pt x="198439" y="0"/>
                  </a:lnTo>
                  <a:lnTo>
                    <a:pt x="198439" y="361578"/>
                  </a:lnTo>
                  <a:lnTo>
                    <a:pt x="0" y="553466"/>
                  </a:lnTo>
                  <a:lnTo>
                    <a:pt x="3738" y="88496"/>
                  </a:lnTo>
                  <a:close/>
                </a:path>
              </a:pathLst>
            </a:custGeom>
            <a:ln w="1819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75992" y="1769376"/>
              <a:ext cx="512279" cy="32945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75990" y="1769386"/>
              <a:ext cx="512445" cy="329565"/>
            </a:xfrm>
            <a:custGeom>
              <a:avLst/>
              <a:gdLst/>
              <a:ahLst/>
              <a:cxnLst/>
              <a:rect l="l" t="t" r="r" b="b"/>
              <a:pathLst>
                <a:path w="512444" h="329564">
                  <a:moveTo>
                    <a:pt x="317577" y="329451"/>
                  </a:moveTo>
                  <a:lnTo>
                    <a:pt x="317973" y="272206"/>
                  </a:lnTo>
                  <a:lnTo>
                    <a:pt x="0" y="54616"/>
                  </a:lnTo>
                  <a:lnTo>
                    <a:pt x="161524" y="0"/>
                  </a:lnTo>
                  <a:lnTo>
                    <a:pt x="512278" y="240955"/>
                  </a:lnTo>
                  <a:lnTo>
                    <a:pt x="317577" y="329451"/>
                  </a:lnTo>
                  <a:close/>
                </a:path>
              </a:pathLst>
            </a:custGeom>
            <a:ln w="200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1379" y="2486990"/>
              <a:ext cx="503047" cy="6083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51380" y="2486995"/>
              <a:ext cx="503555" cy="608965"/>
            </a:xfrm>
            <a:custGeom>
              <a:avLst/>
              <a:gdLst/>
              <a:ahLst/>
              <a:cxnLst/>
              <a:rect l="l" t="t" r="r" b="b"/>
              <a:pathLst>
                <a:path w="503555" h="608964">
                  <a:moveTo>
                    <a:pt x="0" y="344931"/>
                  </a:moveTo>
                  <a:lnTo>
                    <a:pt x="503043" y="0"/>
                  </a:lnTo>
                  <a:lnTo>
                    <a:pt x="503043" y="263152"/>
                  </a:lnTo>
                  <a:lnTo>
                    <a:pt x="0" y="608375"/>
                  </a:lnTo>
                  <a:lnTo>
                    <a:pt x="0" y="344931"/>
                  </a:lnTo>
                  <a:close/>
                </a:path>
              </a:pathLst>
            </a:custGeom>
            <a:ln w="191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36013" y="1747177"/>
              <a:ext cx="557949" cy="36742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936006" y="1747189"/>
              <a:ext cx="558165" cy="367665"/>
            </a:xfrm>
            <a:custGeom>
              <a:avLst/>
              <a:gdLst/>
              <a:ahLst/>
              <a:cxnLst/>
              <a:rect l="l" t="t" r="r" b="b"/>
              <a:pathLst>
                <a:path w="558164" h="367664">
                  <a:moveTo>
                    <a:pt x="0" y="60457"/>
                  </a:moveTo>
                  <a:lnTo>
                    <a:pt x="129214" y="0"/>
                  </a:lnTo>
                  <a:lnTo>
                    <a:pt x="240306" y="77105"/>
                  </a:lnTo>
                  <a:lnTo>
                    <a:pt x="557958" y="294695"/>
                  </a:lnTo>
                  <a:lnTo>
                    <a:pt x="452288" y="367420"/>
                  </a:lnTo>
                  <a:lnTo>
                    <a:pt x="407060" y="348974"/>
                  </a:lnTo>
                  <a:lnTo>
                    <a:pt x="362523" y="328545"/>
                  </a:lnTo>
                  <a:lnTo>
                    <a:pt x="318719" y="306164"/>
                  </a:lnTo>
                  <a:lnTo>
                    <a:pt x="275693" y="281861"/>
                  </a:lnTo>
                  <a:lnTo>
                    <a:pt x="233489" y="255665"/>
                  </a:lnTo>
                  <a:lnTo>
                    <a:pt x="192151" y="227608"/>
                  </a:lnTo>
                  <a:lnTo>
                    <a:pt x="151724" y="197720"/>
                  </a:lnTo>
                  <a:lnTo>
                    <a:pt x="112251" y="166030"/>
                  </a:lnTo>
                  <a:lnTo>
                    <a:pt x="73777" y="132570"/>
                  </a:lnTo>
                  <a:lnTo>
                    <a:pt x="36345" y="97369"/>
                  </a:lnTo>
                  <a:lnTo>
                    <a:pt x="0" y="60457"/>
                  </a:lnTo>
                  <a:close/>
                </a:path>
              </a:pathLst>
            </a:custGeom>
            <a:ln w="20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28330" y="2980283"/>
              <a:ext cx="544588" cy="44919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28332" y="2980296"/>
              <a:ext cx="544830" cy="449580"/>
            </a:xfrm>
            <a:custGeom>
              <a:avLst/>
              <a:gdLst/>
              <a:ahLst/>
              <a:cxnLst/>
              <a:rect l="l" t="t" r="r" b="b"/>
              <a:pathLst>
                <a:path w="544830" h="449579">
                  <a:moveTo>
                    <a:pt x="0" y="0"/>
                  </a:moveTo>
                  <a:lnTo>
                    <a:pt x="544588" y="373261"/>
                  </a:lnTo>
                  <a:lnTo>
                    <a:pt x="544588" y="449199"/>
                  </a:lnTo>
                  <a:lnTo>
                    <a:pt x="0" y="76813"/>
                  </a:lnTo>
                  <a:lnTo>
                    <a:pt x="0" y="0"/>
                  </a:lnTo>
                  <a:close/>
                </a:path>
              </a:pathLst>
            </a:custGeom>
            <a:ln w="19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87627" y="2815564"/>
              <a:ext cx="666750" cy="488315"/>
            </a:xfrm>
            <a:custGeom>
              <a:avLst/>
              <a:gdLst/>
              <a:ahLst/>
              <a:cxnLst/>
              <a:rect l="l" t="t" r="r" b="b"/>
              <a:pathLst>
                <a:path w="666750" h="488314">
                  <a:moveTo>
                    <a:pt x="478218" y="434009"/>
                  </a:moveTo>
                  <a:lnTo>
                    <a:pt x="444969" y="459714"/>
                  </a:lnTo>
                  <a:lnTo>
                    <a:pt x="484873" y="487756"/>
                  </a:lnTo>
                  <a:lnTo>
                    <a:pt x="518147" y="462051"/>
                  </a:lnTo>
                  <a:lnTo>
                    <a:pt x="478218" y="434009"/>
                  </a:lnTo>
                  <a:close/>
                </a:path>
                <a:path w="666750" h="488314">
                  <a:moveTo>
                    <a:pt x="527659" y="394576"/>
                  </a:moveTo>
                  <a:lnTo>
                    <a:pt x="494385" y="420573"/>
                  </a:lnTo>
                  <a:lnTo>
                    <a:pt x="534314" y="448614"/>
                  </a:lnTo>
                  <a:lnTo>
                    <a:pt x="567588" y="422617"/>
                  </a:lnTo>
                  <a:lnTo>
                    <a:pt x="527659" y="394576"/>
                  </a:lnTo>
                  <a:close/>
                </a:path>
                <a:path w="666750" h="488314">
                  <a:moveTo>
                    <a:pt x="404063" y="381139"/>
                  </a:moveTo>
                  <a:lnTo>
                    <a:pt x="370789" y="407136"/>
                  </a:lnTo>
                  <a:lnTo>
                    <a:pt x="410718" y="435178"/>
                  </a:lnTo>
                  <a:lnTo>
                    <a:pt x="443992" y="409181"/>
                  </a:lnTo>
                  <a:lnTo>
                    <a:pt x="404063" y="381139"/>
                  </a:lnTo>
                  <a:close/>
                </a:path>
                <a:path w="666750" h="488314">
                  <a:moveTo>
                    <a:pt x="577100" y="355447"/>
                  </a:moveTo>
                  <a:lnTo>
                    <a:pt x="543826" y="381139"/>
                  </a:lnTo>
                  <a:lnTo>
                    <a:pt x="583755" y="409181"/>
                  </a:lnTo>
                  <a:lnTo>
                    <a:pt x="617042" y="383476"/>
                  </a:lnTo>
                  <a:lnTo>
                    <a:pt x="577100" y="355447"/>
                  </a:lnTo>
                  <a:close/>
                </a:path>
                <a:path w="666750" h="488314">
                  <a:moveTo>
                    <a:pt x="453504" y="342010"/>
                  </a:moveTo>
                  <a:lnTo>
                    <a:pt x="420230" y="367715"/>
                  </a:lnTo>
                  <a:lnTo>
                    <a:pt x="460171" y="395744"/>
                  </a:lnTo>
                  <a:lnTo>
                    <a:pt x="493445" y="370052"/>
                  </a:lnTo>
                  <a:lnTo>
                    <a:pt x="453504" y="342010"/>
                  </a:lnTo>
                  <a:close/>
                </a:path>
                <a:path w="666750" h="488314">
                  <a:moveTo>
                    <a:pt x="181610" y="223138"/>
                  </a:moveTo>
                  <a:lnTo>
                    <a:pt x="148336" y="248843"/>
                  </a:lnTo>
                  <a:lnTo>
                    <a:pt x="336575" y="382308"/>
                  </a:lnTo>
                  <a:lnTo>
                    <a:pt x="369849" y="356615"/>
                  </a:lnTo>
                  <a:lnTo>
                    <a:pt x="181610" y="223138"/>
                  </a:lnTo>
                  <a:close/>
                </a:path>
                <a:path w="666750" h="488314">
                  <a:moveTo>
                    <a:pt x="626541" y="316014"/>
                  </a:moveTo>
                  <a:lnTo>
                    <a:pt x="593267" y="342010"/>
                  </a:lnTo>
                  <a:lnTo>
                    <a:pt x="633209" y="370052"/>
                  </a:lnTo>
                  <a:lnTo>
                    <a:pt x="666483" y="344055"/>
                  </a:lnTo>
                  <a:lnTo>
                    <a:pt x="626541" y="316014"/>
                  </a:lnTo>
                  <a:close/>
                </a:path>
                <a:path w="666750" h="488314">
                  <a:moveTo>
                    <a:pt x="502945" y="302577"/>
                  </a:moveTo>
                  <a:lnTo>
                    <a:pt x="469671" y="328574"/>
                  </a:lnTo>
                  <a:lnTo>
                    <a:pt x="509612" y="356615"/>
                  </a:lnTo>
                  <a:lnTo>
                    <a:pt x="542886" y="330619"/>
                  </a:lnTo>
                  <a:lnTo>
                    <a:pt x="502945" y="302577"/>
                  </a:lnTo>
                  <a:close/>
                </a:path>
                <a:path w="666750" h="488314">
                  <a:moveTo>
                    <a:pt x="379349" y="289140"/>
                  </a:moveTo>
                  <a:lnTo>
                    <a:pt x="346075" y="315137"/>
                  </a:lnTo>
                  <a:lnTo>
                    <a:pt x="386016" y="343179"/>
                  </a:lnTo>
                  <a:lnTo>
                    <a:pt x="419290" y="317182"/>
                  </a:lnTo>
                  <a:lnTo>
                    <a:pt x="379349" y="289140"/>
                  </a:lnTo>
                  <a:close/>
                </a:path>
                <a:path w="666750" h="488314">
                  <a:moveTo>
                    <a:pt x="552386" y="263448"/>
                  </a:moveTo>
                  <a:lnTo>
                    <a:pt x="519112" y="289140"/>
                  </a:lnTo>
                  <a:lnTo>
                    <a:pt x="559054" y="317182"/>
                  </a:lnTo>
                  <a:lnTo>
                    <a:pt x="592328" y="291477"/>
                  </a:lnTo>
                  <a:lnTo>
                    <a:pt x="552386" y="263448"/>
                  </a:lnTo>
                  <a:close/>
                </a:path>
                <a:path w="666750" h="488314">
                  <a:moveTo>
                    <a:pt x="428790" y="250012"/>
                  </a:moveTo>
                  <a:lnTo>
                    <a:pt x="395516" y="275704"/>
                  </a:lnTo>
                  <a:lnTo>
                    <a:pt x="435457" y="303745"/>
                  </a:lnTo>
                  <a:lnTo>
                    <a:pt x="468731" y="278041"/>
                  </a:lnTo>
                  <a:lnTo>
                    <a:pt x="428790" y="250012"/>
                  </a:lnTo>
                  <a:close/>
                </a:path>
                <a:path w="666750" h="488314">
                  <a:moveTo>
                    <a:pt x="305206" y="236575"/>
                  </a:moveTo>
                  <a:lnTo>
                    <a:pt x="271919" y="262280"/>
                  </a:lnTo>
                  <a:lnTo>
                    <a:pt x="311861" y="290309"/>
                  </a:lnTo>
                  <a:lnTo>
                    <a:pt x="345135" y="264617"/>
                  </a:lnTo>
                  <a:lnTo>
                    <a:pt x="305206" y="236575"/>
                  </a:lnTo>
                  <a:close/>
                </a:path>
                <a:path w="666750" h="488314">
                  <a:moveTo>
                    <a:pt x="478243" y="210578"/>
                  </a:moveTo>
                  <a:lnTo>
                    <a:pt x="444969" y="236575"/>
                  </a:lnTo>
                  <a:lnTo>
                    <a:pt x="484898" y="264617"/>
                  </a:lnTo>
                  <a:lnTo>
                    <a:pt x="518172" y="238620"/>
                  </a:lnTo>
                  <a:lnTo>
                    <a:pt x="478243" y="210578"/>
                  </a:lnTo>
                  <a:close/>
                </a:path>
                <a:path w="666750" h="488314">
                  <a:moveTo>
                    <a:pt x="354647" y="197142"/>
                  </a:moveTo>
                  <a:lnTo>
                    <a:pt x="321373" y="223138"/>
                  </a:lnTo>
                  <a:lnTo>
                    <a:pt x="361276" y="251180"/>
                  </a:lnTo>
                  <a:lnTo>
                    <a:pt x="394576" y="225183"/>
                  </a:lnTo>
                  <a:lnTo>
                    <a:pt x="354647" y="197142"/>
                  </a:lnTo>
                  <a:close/>
                </a:path>
                <a:path w="666750" h="488314">
                  <a:moveTo>
                    <a:pt x="231051" y="183705"/>
                  </a:moveTo>
                  <a:lnTo>
                    <a:pt x="197777" y="209702"/>
                  </a:lnTo>
                  <a:lnTo>
                    <a:pt x="237680" y="237743"/>
                  </a:lnTo>
                  <a:lnTo>
                    <a:pt x="270954" y="211747"/>
                  </a:lnTo>
                  <a:lnTo>
                    <a:pt x="231051" y="183705"/>
                  </a:lnTo>
                  <a:close/>
                </a:path>
                <a:path w="666750" h="488314">
                  <a:moveTo>
                    <a:pt x="107454" y="170268"/>
                  </a:moveTo>
                  <a:lnTo>
                    <a:pt x="74180" y="196265"/>
                  </a:lnTo>
                  <a:lnTo>
                    <a:pt x="114096" y="224307"/>
                  </a:lnTo>
                  <a:lnTo>
                    <a:pt x="147370" y="198310"/>
                  </a:lnTo>
                  <a:lnTo>
                    <a:pt x="107454" y="170268"/>
                  </a:lnTo>
                  <a:close/>
                </a:path>
                <a:path w="666750" h="488314">
                  <a:moveTo>
                    <a:pt x="404088" y="158000"/>
                  </a:moveTo>
                  <a:lnTo>
                    <a:pt x="370814" y="183705"/>
                  </a:lnTo>
                  <a:lnTo>
                    <a:pt x="410718" y="211747"/>
                  </a:lnTo>
                  <a:lnTo>
                    <a:pt x="444030" y="186042"/>
                  </a:lnTo>
                  <a:lnTo>
                    <a:pt x="404088" y="158000"/>
                  </a:lnTo>
                  <a:close/>
                </a:path>
                <a:path w="666750" h="488314">
                  <a:moveTo>
                    <a:pt x="280492" y="144564"/>
                  </a:moveTo>
                  <a:lnTo>
                    <a:pt x="247218" y="170268"/>
                  </a:lnTo>
                  <a:lnTo>
                    <a:pt x="287121" y="198310"/>
                  </a:lnTo>
                  <a:lnTo>
                    <a:pt x="320408" y="172605"/>
                  </a:lnTo>
                  <a:lnTo>
                    <a:pt x="280492" y="144564"/>
                  </a:lnTo>
                  <a:close/>
                </a:path>
                <a:path w="666750" h="488314">
                  <a:moveTo>
                    <a:pt x="156870" y="131140"/>
                  </a:moveTo>
                  <a:lnTo>
                    <a:pt x="123621" y="156832"/>
                  </a:lnTo>
                  <a:lnTo>
                    <a:pt x="163537" y="184873"/>
                  </a:lnTo>
                  <a:lnTo>
                    <a:pt x="196811" y="159169"/>
                  </a:lnTo>
                  <a:lnTo>
                    <a:pt x="156870" y="131140"/>
                  </a:lnTo>
                  <a:close/>
                </a:path>
                <a:path w="666750" h="488314">
                  <a:moveTo>
                    <a:pt x="33274" y="117703"/>
                  </a:moveTo>
                  <a:lnTo>
                    <a:pt x="0" y="143408"/>
                  </a:lnTo>
                  <a:lnTo>
                    <a:pt x="39941" y="171437"/>
                  </a:lnTo>
                  <a:lnTo>
                    <a:pt x="73215" y="145732"/>
                  </a:lnTo>
                  <a:lnTo>
                    <a:pt x="33274" y="117703"/>
                  </a:lnTo>
                  <a:close/>
                </a:path>
                <a:path w="666750" h="488314">
                  <a:moveTo>
                    <a:pt x="329933" y="105435"/>
                  </a:moveTo>
                  <a:lnTo>
                    <a:pt x="296659" y="131140"/>
                  </a:lnTo>
                  <a:lnTo>
                    <a:pt x="336575" y="159169"/>
                  </a:lnTo>
                  <a:lnTo>
                    <a:pt x="369849" y="133476"/>
                  </a:lnTo>
                  <a:lnTo>
                    <a:pt x="329933" y="105435"/>
                  </a:lnTo>
                  <a:close/>
                </a:path>
                <a:path w="666750" h="488314">
                  <a:moveTo>
                    <a:pt x="206311" y="91706"/>
                  </a:moveTo>
                  <a:lnTo>
                    <a:pt x="173062" y="117703"/>
                  </a:lnTo>
                  <a:lnTo>
                    <a:pt x="212979" y="145732"/>
                  </a:lnTo>
                  <a:lnTo>
                    <a:pt x="246253" y="119748"/>
                  </a:lnTo>
                  <a:lnTo>
                    <a:pt x="206311" y="91706"/>
                  </a:lnTo>
                  <a:close/>
                </a:path>
                <a:path w="666750" h="488314">
                  <a:moveTo>
                    <a:pt x="82727" y="78270"/>
                  </a:moveTo>
                  <a:lnTo>
                    <a:pt x="49441" y="104266"/>
                  </a:lnTo>
                  <a:lnTo>
                    <a:pt x="89382" y="132308"/>
                  </a:lnTo>
                  <a:lnTo>
                    <a:pt x="122656" y="106311"/>
                  </a:lnTo>
                  <a:lnTo>
                    <a:pt x="82727" y="78270"/>
                  </a:lnTo>
                  <a:close/>
                </a:path>
                <a:path w="666750" h="488314">
                  <a:moveTo>
                    <a:pt x="255752" y="52565"/>
                  </a:moveTo>
                  <a:lnTo>
                    <a:pt x="222504" y="78270"/>
                  </a:lnTo>
                  <a:lnTo>
                    <a:pt x="262420" y="106311"/>
                  </a:lnTo>
                  <a:lnTo>
                    <a:pt x="295694" y="80606"/>
                  </a:lnTo>
                  <a:lnTo>
                    <a:pt x="255752" y="52565"/>
                  </a:lnTo>
                  <a:close/>
                </a:path>
                <a:path w="666750" h="488314">
                  <a:moveTo>
                    <a:pt x="132168" y="39128"/>
                  </a:moveTo>
                  <a:lnTo>
                    <a:pt x="98894" y="64833"/>
                  </a:lnTo>
                  <a:lnTo>
                    <a:pt x="138823" y="92875"/>
                  </a:lnTo>
                  <a:lnTo>
                    <a:pt x="172097" y="67170"/>
                  </a:lnTo>
                  <a:lnTo>
                    <a:pt x="132168" y="39128"/>
                  </a:lnTo>
                  <a:close/>
                </a:path>
                <a:path w="666750" h="488314">
                  <a:moveTo>
                    <a:pt x="181610" y="0"/>
                  </a:moveTo>
                  <a:lnTo>
                    <a:pt x="148336" y="25704"/>
                  </a:lnTo>
                  <a:lnTo>
                    <a:pt x="188264" y="53733"/>
                  </a:lnTo>
                  <a:lnTo>
                    <a:pt x="221538" y="28041"/>
                  </a:lnTo>
                  <a:lnTo>
                    <a:pt x="181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87652" y="2841269"/>
              <a:ext cx="666750" cy="473709"/>
            </a:xfrm>
            <a:custGeom>
              <a:avLst/>
              <a:gdLst/>
              <a:ahLst/>
              <a:cxnLst/>
              <a:rect l="l" t="t" r="r" b="b"/>
              <a:pathLst>
                <a:path w="666750" h="473710">
                  <a:moveTo>
                    <a:pt x="148336" y="0"/>
                  </a:moveTo>
                  <a:lnTo>
                    <a:pt x="148336" y="11099"/>
                  </a:lnTo>
                  <a:lnTo>
                    <a:pt x="188239" y="39110"/>
                  </a:lnTo>
                  <a:lnTo>
                    <a:pt x="188251" y="28019"/>
                  </a:lnTo>
                  <a:lnTo>
                    <a:pt x="148336" y="0"/>
                  </a:lnTo>
                  <a:close/>
                </a:path>
                <a:path w="666750" h="473710">
                  <a:moveTo>
                    <a:pt x="221513" y="2044"/>
                  </a:moveTo>
                  <a:lnTo>
                    <a:pt x="188251" y="28019"/>
                  </a:lnTo>
                  <a:lnTo>
                    <a:pt x="188264" y="39109"/>
                  </a:lnTo>
                  <a:lnTo>
                    <a:pt x="221513" y="13423"/>
                  </a:lnTo>
                  <a:lnTo>
                    <a:pt x="221513" y="2044"/>
                  </a:lnTo>
                  <a:close/>
                </a:path>
                <a:path w="666750" h="473710">
                  <a:moveTo>
                    <a:pt x="222478" y="52565"/>
                  </a:moveTo>
                  <a:lnTo>
                    <a:pt x="222478" y="63957"/>
                  </a:lnTo>
                  <a:lnTo>
                    <a:pt x="262394" y="91980"/>
                  </a:lnTo>
                  <a:lnTo>
                    <a:pt x="262406" y="80597"/>
                  </a:lnTo>
                  <a:lnTo>
                    <a:pt x="222478" y="52565"/>
                  </a:lnTo>
                  <a:close/>
                </a:path>
                <a:path w="666750" h="473710">
                  <a:moveTo>
                    <a:pt x="295668" y="54902"/>
                  </a:moveTo>
                  <a:lnTo>
                    <a:pt x="262406" y="80597"/>
                  </a:lnTo>
                  <a:lnTo>
                    <a:pt x="262420" y="91978"/>
                  </a:lnTo>
                  <a:lnTo>
                    <a:pt x="295668" y="66001"/>
                  </a:lnTo>
                  <a:lnTo>
                    <a:pt x="295668" y="54902"/>
                  </a:lnTo>
                  <a:close/>
                </a:path>
                <a:path w="666750" h="473710">
                  <a:moveTo>
                    <a:pt x="296633" y="105435"/>
                  </a:moveTo>
                  <a:lnTo>
                    <a:pt x="296633" y="116535"/>
                  </a:lnTo>
                  <a:lnTo>
                    <a:pt x="336550" y="144546"/>
                  </a:lnTo>
                  <a:lnTo>
                    <a:pt x="336562" y="133454"/>
                  </a:lnTo>
                  <a:lnTo>
                    <a:pt x="296633" y="105435"/>
                  </a:lnTo>
                  <a:close/>
                </a:path>
                <a:path w="666750" h="473710">
                  <a:moveTo>
                    <a:pt x="369824" y="107480"/>
                  </a:moveTo>
                  <a:lnTo>
                    <a:pt x="336562" y="133454"/>
                  </a:lnTo>
                  <a:lnTo>
                    <a:pt x="336575" y="144544"/>
                  </a:lnTo>
                  <a:lnTo>
                    <a:pt x="369824" y="118859"/>
                  </a:lnTo>
                  <a:lnTo>
                    <a:pt x="369824" y="107480"/>
                  </a:lnTo>
                  <a:close/>
                </a:path>
                <a:path w="666750" h="473710">
                  <a:moveTo>
                    <a:pt x="370789" y="158000"/>
                  </a:moveTo>
                  <a:lnTo>
                    <a:pt x="370789" y="169392"/>
                  </a:lnTo>
                  <a:lnTo>
                    <a:pt x="410718" y="197434"/>
                  </a:lnTo>
                  <a:lnTo>
                    <a:pt x="410718" y="186042"/>
                  </a:lnTo>
                  <a:lnTo>
                    <a:pt x="370789" y="158000"/>
                  </a:lnTo>
                  <a:close/>
                </a:path>
                <a:path w="666750" h="473710">
                  <a:moveTo>
                    <a:pt x="444004" y="160337"/>
                  </a:moveTo>
                  <a:lnTo>
                    <a:pt x="410718" y="186042"/>
                  </a:lnTo>
                  <a:lnTo>
                    <a:pt x="410718" y="197434"/>
                  </a:lnTo>
                  <a:lnTo>
                    <a:pt x="444004" y="171437"/>
                  </a:lnTo>
                  <a:lnTo>
                    <a:pt x="444004" y="160337"/>
                  </a:lnTo>
                  <a:close/>
                </a:path>
                <a:path w="666750" h="473710">
                  <a:moveTo>
                    <a:pt x="444944" y="210870"/>
                  </a:moveTo>
                  <a:lnTo>
                    <a:pt x="444944" y="221970"/>
                  </a:lnTo>
                  <a:lnTo>
                    <a:pt x="484873" y="249999"/>
                  </a:lnTo>
                  <a:lnTo>
                    <a:pt x="484873" y="238912"/>
                  </a:lnTo>
                  <a:lnTo>
                    <a:pt x="444944" y="210870"/>
                  </a:lnTo>
                  <a:close/>
                </a:path>
                <a:path w="666750" h="473710">
                  <a:moveTo>
                    <a:pt x="518147" y="212915"/>
                  </a:moveTo>
                  <a:lnTo>
                    <a:pt x="484873" y="238912"/>
                  </a:lnTo>
                  <a:lnTo>
                    <a:pt x="484873" y="249999"/>
                  </a:lnTo>
                  <a:lnTo>
                    <a:pt x="518147" y="224307"/>
                  </a:lnTo>
                  <a:lnTo>
                    <a:pt x="518147" y="212915"/>
                  </a:lnTo>
                  <a:close/>
                </a:path>
                <a:path w="666750" h="473710">
                  <a:moveTo>
                    <a:pt x="519087" y="263436"/>
                  </a:moveTo>
                  <a:lnTo>
                    <a:pt x="519087" y="274827"/>
                  </a:lnTo>
                  <a:lnTo>
                    <a:pt x="559028" y="302869"/>
                  </a:lnTo>
                  <a:lnTo>
                    <a:pt x="559028" y="291477"/>
                  </a:lnTo>
                  <a:lnTo>
                    <a:pt x="519087" y="263436"/>
                  </a:lnTo>
                  <a:close/>
                </a:path>
                <a:path w="666750" h="473710">
                  <a:moveTo>
                    <a:pt x="592302" y="265772"/>
                  </a:moveTo>
                  <a:lnTo>
                    <a:pt x="559028" y="291477"/>
                  </a:lnTo>
                  <a:lnTo>
                    <a:pt x="559028" y="302869"/>
                  </a:lnTo>
                  <a:lnTo>
                    <a:pt x="592302" y="276872"/>
                  </a:lnTo>
                  <a:lnTo>
                    <a:pt x="592302" y="265772"/>
                  </a:lnTo>
                  <a:close/>
                </a:path>
                <a:path w="666750" h="473710">
                  <a:moveTo>
                    <a:pt x="593242" y="316306"/>
                  </a:moveTo>
                  <a:lnTo>
                    <a:pt x="593242" y="327405"/>
                  </a:lnTo>
                  <a:lnTo>
                    <a:pt x="633183" y="355434"/>
                  </a:lnTo>
                  <a:lnTo>
                    <a:pt x="633183" y="344347"/>
                  </a:lnTo>
                  <a:lnTo>
                    <a:pt x="593242" y="316306"/>
                  </a:lnTo>
                  <a:close/>
                </a:path>
                <a:path w="666750" h="473710">
                  <a:moveTo>
                    <a:pt x="666457" y="318350"/>
                  </a:moveTo>
                  <a:lnTo>
                    <a:pt x="633183" y="344347"/>
                  </a:lnTo>
                  <a:lnTo>
                    <a:pt x="633183" y="355434"/>
                  </a:lnTo>
                  <a:lnTo>
                    <a:pt x="666457" y="329742"/>
                  </a:lnTo>
                  <a:lnTo>
                    <a:pt x="666457" y="318350"/>
                  </a:lnTo>
                  <a:close/>
                </a:path>
                <a:path w="666750" h="473710">
                  <a:moveTo>
                    <a:pt x="98894" y="39128"/>
                  </a:moveTo>
                  <a:lnTo>
                    <a:pt x="98894" y="50520"/>
                  </a:lnTo>
                  <a:lnTo>
                    <a:pt x="138798" y="78544"/>
                  </a:lnTo>
                  <a:lnTo>
                    <a:pt x="138810" y="67160"/>
                  </a:lnTo>
                  <a:lnTo>
                    <a:pt x="98894" y="39128"/>
                  </a:lnTo>
                  <a:close/>
                </a:path>
                <a:path w="666750" h="473710">
                  <a:moveTo>
                    <a:pt x="172072" y="41465"/>
                  </a:moveTo>
                  <a:lnTo>
                    <a:pt x="138810" y="67160"/>
                  </a:lnTo>
                  <a:lnTo>
                    <a:pt x="138823" y="78542"/>
                  </a:lnTo>
                  <a:lnTo>
                    <a:pt x="172072" y="52565"/>
                  </a:lnTo>
                  <a:lnTo>
                    <a:pt x="172072" y="41465"/>
                  </a:lnTo>
                  <a:close/>
                </a:path>
                <a:path w="666750" h="473710">
                  <a:moveTo>
                    <a:pt x="173037" y="91998"/>
                  </a:moveTo>
                  <a:lnTo>
                    <a:pt x="173037" y="103098"/>
                  </a:lnTo>
                  <a:lnTo>
                    <a:pt x="212953" y="131109"/>
                  </a:lnTo>
                  <a:lnTo>
                    <a:pt x="212965" y="120018"/>
                  </a:lnTo>
                  <a:lnTo>
                    <a:pt x="173037" y="91998"/>
                  </a:lnTo>
                  <a:close/>
                </a:path>
                <a:path w="666750" h="473710">
                  <a:moveTo>
                    <a:pt x="246227" y="94043"/>
                  </a:moveTo>
                  <a:lnTo>
                    <a:pt x="212965" y="120018"/>
                  </a:lnTo>
                  <a:lnTo>
                    <a:pt x="212978" y="131107"/>
                  </a:lnTo>
                  <a:lnTo>
                    <a:pt x="246227" y="105435"/>
                  </a:lnTo>
                  <a:lnTo>
                    <a:pt x="246227" y="94043"/>
                  </a:lnTo>
                  <a:close/>
                </a:path>
                <a:path w="666750" h="473710">
                  <a:moveTo>
                    <a:pt x="247192" y="144564"/>
                  </a:moveTo>
                  <a:lnTo>
                    <a:pt x="247192" y="155955"/>
                  </a:lnTo>
                  <a:lnTo>
                    <a:pt x="287096" y="183979"/>
                  </a:lnTo>
                  <a:lnTo>
                    <a:pt x="287108" y="172596"/>
                  </a:lnTo>
                  <a:lnTo>
                    <a:pt x="247192" y="144564"/>
                  </a:lnTo>
                  <a:close/>
                </a:path>
                <a:path w="666750" h="473710">
                  <a:moveTo>
                    <a:pt x="320382" y="146900"/>
                  </a:moveTo>
                  <a:lnTo>
                    <a:pt x="287108" y="172596"/>
                  </a:lnTo>
                  <a:lnTo>
                    <a:pt x="287121" y="183977"/>
                  </a:lnTo>
                  <a:lnTo>
                    <a:pt x="320382" y="158000"/>
                  </a:lnTo>
                  <a:lnTo>
                    <a:pt x="320382" y="146900"/>
                  </a:lnTo>
                  <a:close/>
                </a:path>
                <a:path w="666750" h="473710">
                  <a:moveTo>
                    <a:pt x="444919" y="434009"/>
                  </a:moveTo>
                  <a:lnTo>
                    <a:pt x="444944" y="445109"/>
                  </a:lnTo>
                  <a:lnTo>
                    <a:pt x="484847" y="473138"/>
                  </a:lnTo>
                  <a:lnTo>
                    <a:pt x="484847" y="462051"/>
                  </a:lnTo>
                  <a:lnTo>
                    <a:pt x="444919" y="434009"/>
                  </a:lnTo>
                  <a:close/>
                </a:path>
                <a:path w="666750" h="473710">
                  <a:moveTo>
                    <a:pt x="518121" y="436346"/>
                  </a:moveTo>
                  <a:lnTo>
                    <a:pt x="484847" y="462051"/>
                  </a:lnTo>
                  <a:lnTo>
                    <a:pt x="484847" y="473138"/>
                  </a:lnTo>
                  <a:lnTo>
                    <a:pt x="518121" y="447446"/>
                  </a:lnTo>
                  <a:lnTo>
                    <a:pt x="518121" y="436346"/>
                  </a:lnTo>
                  <a:close/>
                </a:path>
                <a:path w="666750" h="473710">
                  <a:moveTo>
                    <a:pt x="494360" y="394868"/>
                  </a:moveTo>
                  <a:lnTo>
                    <a:pt x="494360" y="405968"/>
                  </a:lnTo>
                  <a:lnTo>
                    <a:pt x="534288" y="434009"/>
                  </a:lnTo>
                  <a:lnTo>
                    <a:pt x="534288" y="422909"/>
                  </a:lnTo>
                  <a:lnTo>
                    <a:pt x="494360" y="394868"/>
                  </a:lnTo>
                  <a:close/>
                </a:path>
                <a:path w="666750" h="473710">
                  <a:moveTo>
                    <a:pt x="567563" y="396913"/>
                  </a:moveTo>
                  <a:lnTo>
                    <a:pt x="534288" y="422909"/>
                  </a:lnTo>
                  <a:lnTo>
                    <a:pt x="534288" y="434009"/>
                  </a:lnTo>
                  <a:lnTo>
                    <a:pt x="567563" y="408304"/>
                  </a:lnTo>
                  <a:lnTo>
                    <a:pt x="567563" y="396913"/>
                  </a:lnTo>
                  <a:close/>
                </a:path>
                <a:path w="666750" h="473710">
                  <a:moveTo>
                    <a:pt x="370763" y="381431"/>
                  </a:moveTo>
                  <a:lnTo>
                    <a:pt x="370789" y="392531"/>
                  </a:lnTo>
                  <a:lnTo>
                    <a:pt x="410692" y="420573"/>
                  </a:lnTo>
                  <a:lnTo>
                    <a:pt x="410692" y="409473"/>
                  </a:lnTo>
                  <a:lnTo>
                    <a:pt x="370763" y="381431"/>
                  </a:lnTo>
                  <a:close/>
                </a:path>
                <a:path w="666750" h="473710">
                  <a:moveTo>
                    <a:pt x="443966" y="383476"/>
                  </a:moveTo>
                  <a:lnTo>
                    <a:pt x="410692" y="409473"/>
                  </a:lnTo>
                  <a:lnTo>
                    <a:pt x="410692" y="420573"/>
                  </a:lnTo>
                  <a:lnTo>
                    <a:pt x="443966" y="394868"/>
                  </a:lnTo>
                  <a:lnTo>
                    <a:pt x="443966" y="383476"/>
                  </a:lnTo>
                  <a:close/>
                </a:path>
                <a:path w="666750" h="473710">
                  <a:moveTo>
                    <a:pt x="543801" y="355434"/>
                  </a:moveTo>
                  <a:lnTo>
                    <a:pt x="543801" y="366826"/>
                  </a:lnTo>
                  <a:lnTo>
                    <a:pt x="583730" y="394868"/>
                  </a:lnTo>
                  <a:lnTo>
                    <a:pt x="583730" y="383476"/>
                  </a:lnTo>
                  <a:lnTo>
                    <a:pt x="543801" y="355434"/>
                  </a:lnTo>
                  <a:close/>
                </a:path>
                <a:path w="666750" h="473710">
                  <a:moveTo>
                    <a:pt x="617016" y="357771"/>
                  </a:moveTo>
                  <a:lnTo>
                    <a:pt x="583730" y="383476"/>
                  </a:lnTo>
                  <a:lnTo>
                    <a:pt x="583730" y="394868"/>
                  </a:lnTo>
                  <a:lnTo>
                    <a:pt x="617016" y="368871"/>
                  </a:lnTo>
                  <a:lnTo>
                    <a:pt x="617016" y="357771"/>
                  </a:lnTo>
                  <a:close/>
                </a:path>
                <a:path w="666750" h="473710">
                  <a:moveTo>
                    <a:pt x="420204" y="342010"/>
                  </a:moveTo>
                  <a:lnTo>
                    <a:pt x="420204" y="353402"/>
                  </a:lnTo>
                  <a:lnTo>
                    <a:pt x="460146" y="381431"/>
                  </a:lnTo>
                  <a:lnTo>
                    <a:pt x="460146" y="370039"/>
                  </a:lnTo>
                  <a:lnTo>
                    <a:pt x="420204" y="342010"/>
                  </a:lnTo>
                  <a:close/>
                </a:path>
                <a:path w="666750" h="473710">
                  <a:moveTo>
                    <a:pt x="493420" y="344347"/>
                  </a:moveTo>
                  <a:lnTo>
                    <a:pt x="460146" y="370039"/>
                  </a:lnTo>
                  <a:lnTo>
                    <a:pt x="460146" y="381431"/>
                  </a:lnTo>
                  <a:lnTo>
                    <a:pt x="493420" y="355434"/>
                  </a:lnTo>
                  <a:lnTo>
                    <a:pt x="493420" y="344347"/>
                  </a:lnTo>
                  <a:close/>
                </a:path>
                <a:path w="666750" h="473710">
                  <a:moveTo>
                    <a:pt x="148310" y="223138"/>
                  </a:moveTo>
                  <a:lnTo>
                    <a:pt x="148310" y="234238"/>
                  </a:lnTo>
                  <a:lnTo>
                    <a:pt x="336550" y="367703"/>
                  </a:lnTo>
                  <a:lnTo>
                    <a:pt x="336550" y="356603"/>
                  </a:lnTo>
                  <a:lnTo>
                    <a:pt x="148310" y="223138"/>
                  </a:lnTo>
                  <a:close/>
                </a:path>
                <a:path w="666750" h="473710">
                  <a:moveTo>
                    <a:pt x="369824" y="330911"/>
                  </a:moveTo>
                  <a:lnTo>
                    <a:pt x="336550" y="356603"/>
                  </a:lnTo>
                  <a:lnTo>
                    <a:pt x="336550" y="367703"/>
                  </a:lnTo>
                  <a:lnTo>
                    <a:pt x="369824" y="342010"/>
                  </a:lnTo>
                  <a:lnTo>
                    <a:pt x="369824" y="330911"/>
                  </a:lnTo>
                  <a:close/>
                </a:path>
                <a:path w="666750" h="473710">
                  <a:moveTo>
                    <a:pt x="469645" y="302869"/>
                  </a:moveTo>
                  <a:lnTo>
                    <a:pt x="469645" y="313969"/>
                  </a:lnTo>
                  <a:lnTo>
                    <a:pt x="509587" y="342010"/>
                  </a:lnTo>
                  <a:lnTo>
                    <a:pt x="509587" y="330911"/>
                  </a:lnTo>
                  <a:lnTo>
                    <a:pt x="469645" y="302869"/>
                  </a:lnTo>
                  <a:close/>
                </a:path>
                <a:path w="666750" h="473710">
                  <a:moveTo>
                    <a:pt x="542861" y="304914"/>
                  </a:moveTo>
                  <a:lnTo>
                    <a:pt x="509587" y="330911"/>
                  </a:lnTo>
                  <a:lnTo>
                    <a:pt x="509587" y="342010"/>
                  </a:lnTo>
                  <a:lnTo>
                    <a:pt x="542861" y="316306"/>
                  </a:lnTo>
                  <a:lnTo>
                    <a:pt x="542861" y="304914"/>
                  </a:lnTo>
                  <a:close/>
                </a:path>
                <a:path w="666750" h="473710">
                  <a:moveTo>
                    <a:pt x="346049" y="289432"/>
                  </a:moveTo>
                  <a:lnTo>
                    <a:pt x="346049" y="300532"/>
                  </a:lnTo>
                  <a:lnTo>
                    <a:pt x="385991" y="328574"/>
                  </a:lnTo>
                  <a:lnTo>
                    <a:pt x="385991" y="317474"/>
                  </a:lnTo>
                  <a:lnTo>
                    <a:pt x="346049" y="289432"/>
                  </a:lnTo>
                  <a:close/>
                </a:path>
                <a:path w="666750" h="473710">
                  <a:moveTo>
                    <a:pt x="419265" y="291477"/>
                  </a:moveTo>
                  <a:lnTo>
                    <a:pt x="385991" y="317474"/>
                  </a:lnTo>
                  <a:lnTo>
                    <a:pt x="385991" y="328574"/>
                  </a:lnTo>
                  <a:lnTo>
                    <a:pt x="419265" y="302869"/>
                  </a:lnTo>
                  <a:lnTo>
                    <a:pt x="419265" y="291477"/>
                  </a:lnTo>
                  <a:close/>
                </a:path>
                <a:path w="666750" h="473710">
                  <a:moveTo>
                    <a:pt x="395490" y="249999"/>
                  </a:moveTo>
                  <a:lnTo>
                    <a:pt x="395490" y="261391"/>
                  </a:lnTo>
                  <a:lnTo>
                    <a:pt x="435432" y="289432"/>
                  </a:lnTo>
                  <a:lnTo>
                    <a:pt x="435432" y="278041"/>
                  </a:lnTo>
                  <a:lnTo>
                    <a:pt x="395490" y="249999"/>
                  </a:lnTo>
                  <a:close/>
                </a:path>
                <a:path w="666750" h="473710">
                  <a:moveTo>
                    <a:pt x="468706" y="252336"/>
                  </a:moveTo>
                  <a:lnTo>
                    <a:pt x="435432" y="278041"/>
                  </a:lnTo>
                  <a:lnTo>
                    <a:pt x="435432" y="289432"/>
                  </a:lnTo>
                  <a:lnTo>
                    <a:pt x="468706" y="263436"/>
                  </a:lnTo>
                  <a:lnTo>
                    <a:pt x="468706" y="252336"/>
                  </a:lnTo>
                  <a:close/>
                </a:path>
                <a:path w="666750" h="473710">
                  <a:moveTo>
                    <a:pt x="271894" y="236575"/>
                  </a:moveTo>
                  <a:lnTo>
                    <a:pt x="271894" y="247954"/>
                  </a:lnTo>
                  <a:lnTo>
                    <a:pt x="311835" y="275996"/>
                  </a:lnTo>
                  <a:lnTo>
                    <a:pt x="311835" y="264604"/>
                  </a:lnTo>
                  <a:lnTo>
                    <a:pt x="271894" y="236575"/>
                  </a:lnTo>
                  <a:close/>
                </a:path>
                <a:path w="666750" h="473710">
                  <a:moveTo>
                    <a:pt x="345109" y="238912"/>
                  </a:moveTo>
                  <a:lnTo>
                    <a:pt x="311835" y="264604"/>
                  </a:lnTo>
                  <a:lnTo>
                    <a:pt x="311835" y="275996"/>
                  </a:lnTo>
                  <a:lnTo>
                    <a:pt x="345109" y="249999"/>
                  </a:lnTo>
                  <a:lnTo>
                    <a:pt x="345109" y="238912"/>
                  </a:lnTo>
                  <a:close/>
                </a:path>
                <a:path w="666750" h="473710">
                  <a:moveTo>
                    <a:pt x="321348" y="197434"/>
                  </a:moveTo>
                  <a:lnTo>
                    <a:pt x="321348" y="208533"/>
                  </a:lnTo>
                  <a:lnTo>
                    <a:pt x="361276" y="236575"/>
                  </a:lnTo>
                  <a:lnTo>
                    <a:pt x="361276" y="225475"/>
                  </a:lnTo>
                  <a:lnTo>
                    <a:pt x="321348" y="197434"/>
                  </a:lnTo>
                  <a:close/>
                </a:path>
                <a:path w="666750" h="473710">
                  <a:moveTo>
                    <a:pt x="394550" y="199478"/>
                  </a:moveTo>
                  <a:lnTo>
                    <a:pt x="361276" y="225475"/>
                  </a:lnTo>
                  <a:lnTo>
                    <a:pt x="361276" y="236575"/>
                  </a:lnTo>
                  <a:lnTo>
                    <a:pt x="394550" y="210870"/>
                  </a:lnTo>
                  <a:lnTo>
                    <a:pt x="394550" y="199478"/>
                  </a:lnTo>
                  <a:close/>
                </a:path>
                <a:path w="666750" h="473710">
                  <a:moveTo>
                    <a:pt x="197751" y="183997"/>
                  </a:moveTo>
                  <a:lnTo>
                    <a:pt x="197751" y="195097"/>
                  </a:lnTo>
                  <a:lnTo>
                    <a:pt x="237655" y="223121"/>
                  </a:lnTo>
                  <a:lnTo>
                    <a:pt x="237667" y="212029"/>
                  </a:lnTo>
                  <a:lnTo>
                    <a:pt x="197751" y="183997"/>
                  </a:lnTo>
                  <a:close/>
                </a:path>
                <a:path w="666750" h="473710">
                  <a:moveTo>
                    <a:pt x="270929" y="186042"/>
                  </a:moveTo>
                  <a:lnTo>
                    <a:pt x="237667" y="212029"/>
                  </a:lnTo>
                  <a:lnTo>
                    <a:pt x="237680" y="223119"/>
                  </a:lnTo>
                  <a:lnTo>
                    <a:pt x="270929" y="197434"/>
                  </a:lnTo>
                  <a:lnTo>
                    <a:pt x="270929" y="186042"/>
                  </a:lnTo>
                  <a:close/>
                </a:path>
                <a:path w="666750" h="473710">
                  <a:moveTo>
                    <a:pt x="49441" y="78562"/>
                  </a:moveTo>
                  <a:lnTo>
                    <a:pt x="49441" y="89661"/>
                  </a:lnTo>
                  <a:lnTo>
                    <a:pt x="89357" y="117685"/>
                  </a:lnTo>
                  <a:lnTo>
                    <a:pt x="89369" y="106594"/>
                  </a:lnTo>
                  <a:lnTo>
                    <a:pt x="49441" y="78562"/>
                  </a:lnTo>
                  <a:close/>
                </a:path>
                <a:path w="666750" h="473710">
                  <a:moveTo>
                    <a:pt x="122631" y="80606"/>
                  </a:moveTo>
                  <a:lnTo>
                    <a:pt x="89369" y="106594"/>
                  </a:lnTo>
                  <a:lnTo>
                    <a:pt x="89382" y="117683"/>
                  </a:lnTo>
                  <a:lnTo>
                    <a:pt x="122631" y="91998"/>
                  </a:lnTo>
                  <a:lnTo>
                    <a:pt x="122631" y="80606"/>
                  </a:lnTo>
                  <a:close/>
                </a:path>
                <a:path w="666750" h="473710">
                  <a:moveTo>
                    <a:pt x="123596" y="131127"/>
                  </a:moveTo>
                  <a:lnTo>
                    <a:pt x="123596" y="142519"/>
                  </a:lnTo>
                  <a:lnTo>
                    <a:pt x="163512" y="170543"/>
                  </a:lnTo>
                  <a:lnTo>
                    <a:pt x="163524" y="159159"/>
                  </a:lnTo>
                  <a:lnTo>
                    <a:pt x="123596" y="131127"/>
                  </a:lnTo>
                  <a:close/>
                </a:path>
                <a:path w="666750" h="473710">
                  <a:moveTo>
                    <a:pt x="196786" y="133464"/>
                  </a:moveTo>
                  <a:lnTo>
                    <a:pt x="163524" y="159159"/>
                  </a:lnTo>
                  <a:lnTo>
                    <a:pt x="163537" y="170541"/>
                  </a:lnTo>
                  <a:lnTo>
                    <a:pt x="196786" y="144564"/>
                  </a:lnTo>
                  <a:lnTo>
                    <a:pt x="196786" y="133464"/>
                  </a:lnTo>
                  <a:close/>
                </a:path>
                <a:path w="666750" h="473710">
                  <a:moveTo>
                    <a:pt x="0" y="117703"/>
                  </a:moveTo>
                  <a:lnTo>
                    <a:pt x="0" y="129082"/>
                  </a:lnTo>
                  <a:lnTo>
                    <a:pt x="39941" y="157124"/>
                  </a:lnTo>
                  <a:lnTo>
                    <a:pt x="39916" y="156832"/>
                  </a:lnTo>
                  <a:lnTo>
                    <a:pt x="39928" y="145723"/>
                  </a:lnTo>
                  <a:lnTo>
                    <a:pt x="0" y="117703"/>
                  </a:lnTo>
                  <a:close/>
                </a:path>
                <a:path w="666750" h="473710">
                  <a:moveTo>
                    <a:pt x="39941" y="156812"/>
                  </a:moveTo>
                  <a:close/>
                </a:path>
                <a:path w="666750" h="473710">
                  <a:moveTo>
                    <a:pt x="73190" y="120027"/>
                  </a:moveTo>
                  <a:lnTo>
                    <a:pt x="39928" y="145723"/>
                  </a:lnTo>
                  <a:lnTo>
                    <a:pt x="39941" y="156812"/>
                  </a:lnTo>
                  <a:lnTo>
                    <a:pt x="73190" y="131127"/>
                  </a:lnTo>
                  <a:lnTo>
                    <a:pt x="73190" y="120027"/>
                  </a:lnTo>
                  <a:close/>
                </a:path>
                <a:path w="666750" h="473710">
                  <a:moveTo>
                    <a:pt x="74155" y="170560"/>
                  </a:moveTo>
                  <a:lnTo>
                    <a:pt x="74155" y="181660"/>
                  </a:lnTo>
                  <a:lnTo>
                    <a:pt x="114071" y="209684"/>
                  </a:lnTo>
                  <a:lnTo>
                    <a:pt x="114083" y="198593"/>
                  </a:lnTo>
                  <a:lnTo>
                    <a:pt x="74155" y="170560"/>
                  </a:lnTo>
                  <a:close/>
                </a:path>
                <a:path w="666750" h="473710">
                  <a:moveTo>
                    <a:pt x="147345" y="172605"/>
                  </a:moveTo>
                  <a:lnTo>
                    <a:pt x="114083" y="198593"/>
                  </a:lnTo>
                  <a:lnTo>
                    <a:pt x="114096" y="209682"/>
                  </a:lnTo>
                  <a:lnTo>
                    <a:pt x="147345" y="183997"/>
                  </a:lnTo>
                  <a:lnTo>
                    <a:pt x="147345" y="172605"/>
                  </a:lnTo>
                  <a:close/>
                </a:path>
              </a:pathLst>
            </a:custGeom>
            <a:solidFill>
              <a:srgbClr val="959595">
                <a:alpha val="297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36951" y="2571978"/>
              <a:ext cx="63500" cy="179070"/>
            </a:xfrm>
            <a:custGeom>
              <a:avLst/>
              <a:gdLst/>
              <a:ahLst/>
              <a:cxnLst/>
              <a:rect l="l" t="t" r="r" b="b"/>
              <a:pathLst>
                <a:path w="63500" h="179069">
                  <a:moveTo>
                    <a:pt x="59956" y="0"/>
                  </a:moveTo>
                  <a:lnTo>
                    <a:pt x="58445" y="1168"/>
                  </a:lnTo>
                  <a:lnTo>
                    <a:pt x="33197" y="18402"/>
                  </a:lnTo>
                  <a:lnTo>
                    <a:pt x="32207" y="18986"/>
                  </a:lnTo>
                  <a:lnTo>
                    <a:pt x="31610" y="20154"/>
                  </a:lnTo>
                  <a:lnTo>
                    <a:pt x="31610" y="153631"/>
                  </a:lnTo>
                  <a:lnTo>
                    <a:pt x="31762" y="154216"/>
                  </a:lnTo>
                  <a:lnTo>
                    <a:pt x="32931" y="156552"/>
                  </a:lnTo>
                  <a:lnTo>
                    <a:pt x="34861" y="157137"/>
                  </a:lnTo>
                  <a:lnTo>
                    <a:pt x="36372" y="156260"/>
                  </a:lnTo>
                  <a:lnTo>
                    <a:pt x="61620" y="139026"/>
                  </a:lnTo>
                  <a:lnTo>
                    <a:pt x="62585" y="138150"/>
                  </a:lnTo>
                  <a:lnTo>
                    <a:pt x="63182" y="136982"/>
                  </a:lnTo>
                  <a:lnTo>
                    <a:pt x="63182" y="3797"/>
                  </a:lnTo>
                  <a:lnTo>
                    <a:pt x="63030" y="2920"/>
                  </a:lnTo>
                  <a:lnTo>
                    <a:pt x="62763" y="2336"/>
                  </a:lnTo>
                  <a:lnTo>
                    <a:pt x="61887" y="584"/>
                  </a:lnTo>
                  <a:lnTo>
                    <a:pt x="59956" y="0"/>
                  </a:lnTo>
                  <a:close/>
                </a:path>
                <a:path w="63500" h="179069">
                  <a:moveTo>
                    <a:pt x="17843" y="28917"/>
                  </a:moveTo>
                  <a:lnTo>
                    <a:pt x="16332" y="30086"/>
                  </a:lnTo>
                  <a:lnTo>
                    <a:pt x="1562" y="40017"/>
                  </a:lnTo>
                  <a:lnTo>
                    <a:pt x="584" y="40893"/>
                  </a:lnTo>
                  <a:lnTo>
                    <a:pt x="0" y="42062"/>
                  </a:lnTo>
                  <a:lnTo>
                    <a:pt x="0" y="175234"/>
                  </a:lnTo>
                  <a:lnTo>
                    <a:pt x="139" y="176110"/>
                  </a:lnTo>
                  <a:lnTo>
                    <a:pt x="1308" y="178447"/>
                  </a:lnTo>
                  <a:lnTo>
                    <a:pt x="3238" y="179031"/>
                  </a:lnTo>
                  <a:lnTo>
                    <a:pt x="4749" y="177863"/>
                  </a:lnTo>
                  <a:lnTo>
                    <a:pt x="19507" y="167932"/>
                  </a:lnTo>
                  <a:lnTo>
                    <a:pt x="20472" y="167068"/>
                  </a:lnTo>
                  <a:lnTo>
                    <a:pt x="21069" y="165900"/>
                  </a:lnTo>
                  <a:lnTo>
                    <a:pt x="20942" y="31838"/>
                  </a:lnTo>
                  <a:lnTo>
                    <a:pt x="19773" y="29502"/>
                  </a:lnTo>
                  <a:lnTo>
                    <a:pt x="17843" y="28917"/>
                  </a:lnTo>
                  <a:close/>
                </a:path>
              </a:pathLst>
            </a:custGeom>
            <a:solidFill>
              <a:srgbClr val="808080">
                <a:alpha val="497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13699" y="1807641"/>
              <a:ext cx="574598" cy="128771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13699" y="1807647"/>
              <a:ext cx="574675" cy="1287780"/>
            </a:xfrm>
            <a:custGeom>
              <a:avLst/>
              <a:gdLst/>
              <a:ahLst/>
              <a:cxnLst/>
              <a:rect l="l" t="t" r="r" b="b"/>
              <a:pathLst>
                <a:path w="574675" h="1287780">
                  <a:moveTo>
                    <a:pt x="574595" y="920595"/>
                  </a:moveTo>
                  <a:lnTo>
                    <a:pt x="528599" y="904918"/>
                  </a:lnTo>
                  <a:lnTo>
                    <a:pt x="483378" y="886754"/>
                  </a:lnTo>
                  <a:lnTo>
                    <a:pt x="438999" y="866150"/>
                  </a:lnTo>
                  <a:lnTo>
                    <a:pt x="395530" y="843155"/>
                  </a:lnTo>
                  <a:lnTo>
                    <a:pt x="353036" y="817814"/>
                  </a:lnTo>
                  <a:lnTo>
                    <a:pt x="311584" y="790176"/>
                  </a:lnTo>
                  <a:lnTo>
                    <a:pt x="271242" y="760287"/>
                  </a:lnTo>
                  <a:lnTo>
                    <a:pt x="232077" y="728196"/>
                  </a:lnTo>
                  <a:lnTo>
                    <a:pt x="194154" y="693950"/>
                  </a:lnTo>
                  <a:lnTo>
                    <a:pt x="157542" y="657596"/>
                  </a:lnTo>
                  <a:lnTo>
                    <a:pt x="122307" y="619182"/>
                  </a:lnTo>
                  <a:lnTo>
                    <a:pt x="122307" y="0"/>
                  </a:lnTo>
                  <a:lnTo>
                    <a:pt x="158568" y="37056"/>
                  </a:lnTo>
                  <a:lnTo>
                    <a:pt x="195937" y="72372"/>
                  </a:lnTo>
                  <a:lnTo>
                    <a:pt x="234368" y="105920"/>
                  </a:lnTo>
                  <a:lnTo>
                    <a:pt x="273816" y="137667"/>
                  </a:lnTo>
                  <a:lnTo>
                    <a:pt x="314234" y="167585"/>
                  </a:lnTo>
                  <a:lnTo>
                    <a:pt x="355579" y="195642"/>
                  </a:lnTo>
                  <a:lnTo>
                    <a:pt x="397803" y="221808"/>
                  </a:lnTo>
                  <a:lnTo>
                    <a:pt x="440862" y="246054"/>
                  </a:lnTo>
                  <a:lnTo>
                    <a:pt x="484711" y="268348"/>
                  </a:lnTo>
                  <a:lnTo>
                    <a:pt x="529304" y="288661"/>
                  </a:lnTo>
                  <a:lnTo>
                    <a:pt x="574595" y="306962"/>
                  </a:lnTo>
                  <a:lnTo>
                    <a:pt x="574595" y="920595"/>
                  </a:lnTo>
                  <a:close/>
                </a:path>
                <a:path w="574675" h="1287780">
                  <a:moveTo>
                    <a:pt x="0" y="920595"/>
                  </a:moveTo>
                  <a:lnTo>
                    <a:pt x="35262" y="959977"/>
                  </a:lnTo>
                  <a:lnTo>
                    <a:pt x="71715" y="997625"/>
                  </a:lnTo>
                  <a:lnTo>
                    <a:pt x="109309" y="1033505"/>
                  </a:lnTo>
                  <a:lnTo>
                    <a:pt x="147998" y="1067584"/>
                  </a:lnTo>
                  <a:lnTo>
                    <a:pt x="187735" y="1099829"/>
                  </a:lnTo>
                  <a:lnTo>
                    <a:pt x="228472" y="1130206"/>
                  </a:lnTo>
                  <a:lnTo>
                    <a:pt x="270161" y="1158681"/>
                  </a:lnTo>
                  <a:lnTo>
                    <a:pt x="312756" y="1185221"/>
                  </a:lnTo>
                  <a:lnTo>
                    <a:pt x="356209" y="1209792"/>
                  </a:lnTo>
                  <a:lnTo>
                    <a:pt x="400473" y="1232362"/>
                  </a:lnTo>
                  <a:lnTo>
                    <a:pt x="445500" y="1252896"/>
                  </a:lnTo>
                  <a:lnTo>
                    <a:pt x="491243" y="1271361"/>
                  </a:lnTo>
                  <a:lnTo>
                    <a:pt x="537656" y="1287723"/>
                  </a:lnTo>
                  <a:lnTo>
                    <a:pt x="537680" y="1024278"/>
                  </a:lnTo>
                  <a:lnTo>
                    <a:pt x="491301" y="1007859"/>
                  </a:lnTo>
                  <a:lnTo>
                    <a:pt x="445587" y="989356"/>
                  </a:lnTo>
                  <a:lnTo>
                    <a:pt x="400586" y="968801"/>
                  </a:lnTo>
                  <a:lnTo>
                    <a:pt x="356343" y="946227"/>
                  </a:lnTo>
                  <a:lnTo>
                    <a:pt x="312905" y="921665"/>
                  </a:lnTo>
                  <a:lnTo>
                    <a:pt x="270320" y="895148"/>
                  </a:lnTo>
                  <a:lnTo>
                    <a:pt x="228633" y="866706"/>
                  </a:lnTo>
                  <a:lnTo>
                    <a:pt x="187892" y="836373"/>
                  </a:lnTo>
                  <a:lnTo>
                    <a:pt x="148143" y="804179"/>
                  </a:lnTo>
                  <a:lnTo>
                    <a:pt x="109432" y="770158"/>
                  </a:lnTo>
                  <a:lnTo>
                    <a:pt x="71807" y="734340"/>
                  </a:lnTo>
                  <a:lnTo>
                    <a:pt x="35314" y="696757"/>
                  </a:lnTo>
                  <a:lnTo>
                    <a:pt x="0" y="657442"/>
                  </a:lnTo>
                  <a:lnTo>
                    <a:pt x="0" y="920595"/>
                  </a:lnTo>
                  <a:close/>
                </a:path>
              </a:pathLst>
            </a:custGeom>
            <a:ln w="19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43039" y="2565029"/>
              <a:ext cx="139759" cy="24990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286760" y="1842987"/>
              <a:ext cx="295910" cy="173355"/>
            </a:xfrm>
            <a:custGeom>
              <a:avLst/>
              <a:gdLst/>
              <a:ahLst/>
              <a:cxnLst/>
              <a:rect l="l" t="t" r="r" b="b"/>
              <a:pathLst>
                <a:path w="295910" h="173355">
                  <a:moveTo>
                    <a:pt x="0" y="27454"/>
                  </a:moveTo>
                  <a:lnTo>
                    <a:pt x="212304" y="172903"/>
                  </a:lnTo>
                </a:path>
                <a:path w="295910" h="173355">
                  <a:moveTo>
                    <a:pt x="27680" y="18108"/>
                  </a:moveTo>
                  <a:lnTo>
                    <a:pt x="239984" y="163849"/>
                  </a:lnTo>
                </a:path>
                <a:path w="295910" h="173355">
                  <a:moveTo>
                    <a:pt x="55384" y="9054"/>
                  </a:moveTo>
                  <a:lnTo>
                    <a:pt x="267664" y="154795"/>
                  </a:lnTo>
                </a:path>
                <a:path w="295910" h="173355">
                  <a:moveTo>
                    <a:pt x="83064" y="0"/>
                  </a:moveTo>
                  <a:lnTo>
                    <a:pt x="295369" y="145449"/>
                  </a:lnTo>
                </a:path>
              </a:pathLst>
            </a:custGeom>
            <a:ln w="19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91391" y="1944626"/>
              <a:ext cx="328295" cy="673100"/>
            </a:xfrm>
            <a:custGeom>
              <a:avLst/>
              <a:gdLst/>
              <a:ahLst/>
              <a:cxnLst/>
              <a:rect l="l" t="t" r="r" b="b"/>
              <a:pathLst>
                <a:path w="328294" h="673100">
                  <a:moveTo>
                    <a:pt x="0" y="0"/>
                  </a:moveTo>
                  <a:lnTo>
                    <a:pt x="0" y="443941"/>
                  </a:lnTo>
                  <a:lnTo>
                    <a:pt x="36901" y="480159"/>
                  </a:lnTo>
                  <a:lnTo>
                    <a:pt x="75091" y="514302"/>
                  </a:lnTo>
                  <a:lnTo>
                    <a:pt x="114503" y="546323"/>
                  </a:lnTo>
                  <a:lnTo>
                    <a:pt x="155075" y="576175"/>
                  </a:lnTo>
                  <a:lnTo>
                    <a:pt x="196742" y="603808"/>
                  </a:lnTo>
                  <a:lnTo>
                    <a:pt x="239441" y="629176"/>
                  </a:lnTo>
                  <a:lnTo>
                    <a:pt x="283108" y="652230"/>
                  </a:lnTo>
                  <a:lnTo>
                    <a:pt x="327679" y="672922"/>
                  </a:lnTo>
                </a:path>
              </a:pathLst>
            </a:custGeom>
            <a:ln w="184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428332" y="1747189"/>
              <a:ext cx="1426210" cy="1682750"/>
            </a:xfrm>
            <a:custGeom>
              <a:avLst/>
              <a:gdLst/>
              <a:ahLst/>
              <a:cxnLst/>
              <a:rect l="l" t="t" r="r" b="b"/>
              <a:pathLst>
                <a:path w="1426210" h="1682750">
                  <a:moveTo>
                    <a:pt x="923047" y="1348181"/>
                  </a:moveTo>
                  <a:lnTo>
                    <a:pt x="1426090" y="1002958"/>
                  </a:lnTo>
                  <a:lnTo>
                    <a:pt x="1426090" y="739805"/>
                  </a:lnTo>
                  <a:lnTo>
                    <a:pt x="1259936" y="624731"/>
                  </a:lnTo>
                  <a:lnTo>
                    <a:pt x="1259936" y="263152"/>
                  </a:lnTo>
                  <a:lnTo>
                    <a:pt x="909182" y="22197"/>
                  </a:lnTo>
                  <a:lnTo>
                    <a:pt x="747657" y="76813"/>
                  </a:lnTo>
                  <a:lnTo>
                    <a:pt x="636888" y="0"/>
                  </a:lnTo>
                  <a:lnTo>
                    <a:pt x="507673" y="60457"/>
                  </a:lnTo>
                  <a:lnTo>
                    <a:pt x="507673" y="635829"/>
                  </a:lnTo>
                  <a:lnTo>
                    <a:pt x="385366" y="717900"/>
                  </a:lnTo>
                  <a:lnTo>
                    <a:pt x="385366" y="981053"/>
                  </a:lnTo>
                  <a:lnTo>
                    <a:pt x="420742" y="1020243"/>
                  </a:lnTo>
                  <a:lnTo>
                    <a:pt x="457284" y="1057723"/>
                  </a:lnTo>
                  <a:lnTo>
                    <a:pt x="494945" y="1093460"/>
                  </a:lnTo>
                  <a:lnTo>
                    <a:pt x="533679" y="1127425"/>
                  </a:lnTo>
                  <a:lnTo>
                    <a:pt x="573442" y="1159585"/>
                  </a:lnTo>
                  <a:lnTo>
                    <a:pt x="614187" y="1189910"/>
                  </a:lnTo>
                  <a:lnTo>
                    <a:pt x="655868" y="1218368"/>
                  </a:lnTo>
                  <a:lnTo>
                    <a:pt x="698439" y="1244929"/>
                  </a:lnTo>
                  <a:lnTo>
                    <a:pt x="741855" y="1269561"/>
                  </a:lnTo>
                  <a:lnTo>
                    <a:pt x="786070" y="1292233"/>
                  </a:lnTo>
                  <a:lnTo>
                    <a:pt x="831037" y="1312915"/>
                  </a:lnTo>
                  <a:lnTo>
                    <a:pt x="876711" y="1331574"/>
                  </a:lnTo>
                  <a:lnTo>
                    <a:pt x="923047" y="1348181"/>
                  </a:lnTo>
                  <a:close/>
                </a:path>
                <a:path w="1426210" h="1682750">
                  <a:moveTo>
                    <a:pt x="0" y="1233106"/>
                  </a:moveTo>
                  <a:lnTo>
                    <a:pt x="244614" y="1030412"/>
                  </a:lnTo>
                  <a:lnTo>
                    <a:pt x="798437" y="1408347"/>
                  </a:lnTo>
                  <a:lnTo>
                    <a:pt x="798437" y="1507065"/>
                  </a:lnTo>
                  <a:lnTo>
                    <a:pt x="544588" y="1682305"/>
                  </a:lnTo>
                  <a:lnTo>
                    <a:pt x="0" y="1309920"/>
                  </a:lnTo>
                  <a:lnTo>
                    <a:pt x="0" y="1233106"/>
                  </a:lnTo>
                  <a:close/>
                </a:path>
              </a:pathLst>
            </a:custGeom>
            <a:ln w="40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92389" y="2756208"/>
              <a:ext cx="236427" cy="24598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57121" y="2622274"/>
              <a:ext cx="33581" cy="4615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257118" y="2622276"/>
              <a:ext cx="33655" cy="46355"/>
            </a:xfrm>
            <a:custGeom>
              <a:avLst/>
              <a:gdLst/>
              <a:ahLst/>
              <a:cxnLst/>
              <a:rect l="l" t="t" r="r" b="b"/>
              <a:pathLst>
                <a:path w="33655" h="46355">
                  <a:moveTo>
                    <a:pt x="30186" y="13964"/>
                  </a:moveTo>
                  <a:lnTo>
                    <a:pt x="25105" y="6425"/>
                  </a:lnTo>
                  <a:lnTo>
                    <a:pt x="18946" y="1624"/>
                  </a:lnTo>
                  <a:lnTo>
                    <a:pt x="12472" y="0"/>
                  </a:lnTo>
                  <a:lnTo>
                    <a:pt x="6443" y="1989"/>
                  </a:lnTo>
                  <a:lnTo>
                    <a:pt x="2040" y="7141"/>
                  </a:lnTo>
                  <a:lnTo>
                    <a:pt x="0" y="14512"/>
                  </a:lnTo>
                  <a:lnTo>
                    <a:pt x="420" y="23141"/>
                  </a:lnTo>
                  <a:lnTo>
                    <a:pt x="3398" y="32072"/>
                  </a:lnTo>
                  <a:lnTo>
                    <a:pt x="8479" y="39616"/>
                  </a:lnTo>
                  <a:lnTo>
                    <a:pt x="14638" y="44448"/>
                  </a:lnTo>
                  <a:lnTo>
                    <a:pt x="21112" y="46160"/>
                  </a:lnTo>
                  <a:lnTo>
                    <a:pt x="27141" y="44339"/>
                  </a:lnTo>
                  <a:lnTo>
                    <a:pt x="31544" y="39018"/>
                  </a:lnTo>
                  <a:lnTo>
                    <a:pt x="33584" y="31561"/>
                  </a:lnTo>
                  <a:lnTo>
                    <a:pt x="33164" y="22899"/>
                  </a:lnTo>
                  <a:lnTo>
                    <a:pt x="30186" y="13964"/>
                  </a:lnTo>
                  <a:close/>
                </a:path>
              </a:pathLst>
            </a:custGeom>
            <a:ln w="3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991398" y="1944611"/>
              <a:ext cx="327672" cy="65336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91391" y="1838822"/>
              <a:ext cx="3532504" cy="779145"/>
            </a:xfrm>
            <a:custGeom>
              <a:avLst/>
              <a:gdLst/>
              <a:ahLst/>
              <a:cxnLst/>
              <a:rect l="l" t="t" r="r" b="b"/>
              <a:pathLst>
                <a:path w="3532504" h="779144">
                  <a:moveTo>
                    <a:pt x="13889" y="539231"/>
                  </a:moveTo>
                  <a:lnTo>
                    <a:pt x="13889" y="122159"/>
                  </a:lnTo>
                  <a:lnTo>
                    <a:pt x="0" y="105803"/>
                  </a:lnTo>
                  <a:lnTo>
                    <a:pt x="35423" y="144575"/>
                  </a:lnTo>
                  <a:lnTo>
                    <a:pt x="72653" y="180659"/>
                  </a:lnTo>
                  <a:lnTo>
                    <a:pt x="111578" y="213972"/>
                  </a:lnTo>
                  <a:lnTo>
                    <a:pt x="152085" y="244426"/>
                  </a:lnTo>
                  <a:lnTo>
                    <a:pt x="194061" y="271937"/>
                  </a:lnTo>
                  <a:lnTo>
                    <a:pt x="237393" y="296418"/>
                  </a:lnTo>
                  <a:lnTo>
                    <a:pt x="281970" y="317785"/>
                  </a:lnTo>
                  <a:lnTo>
                    <a:pt x="327679" y="335952"/>
                  </a:lnTo>
                  <a:lnTo>
                    <a:pt x="327679" y="778726"/>
                  </a:lnTo>
                  <a:lnTo>
                    <a:pt x="327679" y="759157"/>
                  </a:lnTo>
                  <a:lnTo>
                    <a:pt x="284977" y="739285"/>
                  </a:lnTo>
                  <a:lnTo>
                    <a:pt x="243146" y="717154"/>
                  </a:lnTo>
                  <a:lnTo>
                    <a:pt x="202248" y="692806"/>
                  </a:lnTo>
                  <a:lnTo>
                    <a:pt x="162344" y="666280"/>
                  </a:lnTo>
                  <a:lnTo>
                    <a:pt x="123495" y="637619"/>
                  </a:lnTo>
                  <a:lnTo>
                    <a:pt x="85762" y="606863"/>
                  </a:lnTo>
                  <a:lnTo>
                    <a:pt x="49206" y="574053"/>
                  </a:lnTo>
                  <a:lnTo>
                    <a:pt x="13889" y="539231"/>
                  </a:lnTo>
                  <a:close/>
                </a:path>
                <a:path w="3532504" h="779144">
                  <a:moveTo>
                    <a:pt x="1041293" y="525796"/>
                  </a:moveTo>
                  <a:lnTo>
                    <a:pt x="1080431" y="492413"/>
                  </a:lnTo>
                  <a:lnTo>
                    <a:pt x="1119976" y="460118"/>
                  </a:lnTo>
                  <a:lnTo>
                    <a:pt x="1159914" y="428910"/>
                  </a:lnTo>
                  <a:lnTo>
                    <a:pt x="1200233" y="398791"/>
                  </a:lnTo>
                  <a:lnTo>
                    <a:pt x="1240919" y="369761"/>
                  </a:lnTo>
                  <a:lnTo>
                    <a:pt x="1281958" y="341822"/>
                  </a:lnTo>
                  <a:lnTo>
                    <a:pt x="1323338" y="314974"/>
                  </a:lnTo>
                  <a:lnTo>
                    <a:pt x="1365046" y="289218"/>
                  </a:lnTo>
                  <a:lnTo>
                    <a:pt x="1407067" y="264554"/>
                  </a:lnTo>
                  <a:lnTo>
                    <a:pt x="1449388" y="240984"/>
                  </a:lnTo>
                  <a:lnTo>
                    <a:pt x="1491997" y="218508"/>
                  </a:lnTo>
                  <a:lnTo>
                    <a:pt x="1534879" y="197127"/>
                  </a:lnTo>
                  <a:lnTo>
                    <a:pt x="1578022" y="176841"/>
                  </a:lnTo>
                  <a:lnTo>
                    <a:pt x="1621412" y="157653"/>
                  </a:lnTo>
                  <a:lnTo>
                    <a:pt x="1665036" y="139562"/>
                  </a:lnTo>
                  <a:lnTo>
                    <a:pt x="1708881" y="122569"/>
                  </a:lnTo>
                  <a:lnTo>
                    <a:pt x="1752932" y="106675"/>
                  </a:lnTo>
                  <a:lnTo>
                    <a:pt x="1797178" y="91881"/>
                  </a:lnTo>
                  <a:lnTo>
                    <a:pt x="1841604" y="78187"/>
                  </a:lnTo>
                  <a:lnTo>
                    <a:pt x="1886197" y="65595"/>
                  </a:lnTo>
                  <a:lnTo>
                    <a:pt x="1930944" y="54105"/>
                  </a:lnTo>
                  <a:lnTo>
                    <a:pt x="1975831" y="43718"/>
                  </a:lnTo>
                  <a:lnTo>
                    <a:pt x="2020846" y="34434"/>
                  </a:lnTo>
                  <a:lnTo>
                    <a:pt x="2065975" y="26256"/>
                  </a:lnTo>
                  <a:lnTo>
                    <a:pt x="2111204" y="19182"/>
                  </a:lnTo>
                  <a:lnTo>
                    <a:pt x="2156520" y="13215"/>
                  </a:lnTo>
                  <a:lnTo>
                    <a:pt x="2201910" y="8355"/>
                  </a:lnTo>
                  <a:lnTo>
                    <a:pt x="2247361" y="4603"/>
                  </a:lnTo>
                  <a:lnTo>
                    <a:pt x="2292859" y="1959"/>
                  </a:lnTo>
                  <a:lnTo>
                    <a:pt x="2338391" y="424"/>
                  </a:lnTo>
                  <a:lnTo>
                    <a:pt x="2383944" y="0"/>
                  </a:lnTo>
                  <a:lnTo>
                    <a:pt x="2429504" y="686"/>
                  </a:lnTo>
                  <a:lnTo>
                    <a:pt x="2475058" y="2484"/>
                  </a:lnTo>
                  <a:lnTo>
                    <a:pt x="2520592" y="5395"/>
                  </a:lnTo>
                  <a:lnTo>
                    <a:pt x="2566094" y="9419"/>
                  </a:lnTo>
                  <a:lnTo>
                    <a:pt x="2611550" y="14557"/>
                  </a:lnTo>
                  <a:lnTo>
                    <a:pt x="2656946" y="20810"/>
                  </a:lnTo>
                  <a:lnTo>
                    <a:pt x="2702269" y="28179"/>
                  </a:lnTo>
                  <a:lnTo>
                    <a:pt x="2747507" y="36664"/>
                  </a:lnTo>
                  <a:lnTo>
                    <a:pt x="2792645" y="46266"/>
                  </a:lnTo>
                  <a:lnTo>
                    <a:pt x="2837670" y="56987"/>
                  </a:lnTo>
                  <a:lnTo>
                    <a:pt x="2882570" y="68826"/>
                  </a:lnTo>
                  <a:lnTo>
                    <a:pt x="2927330" y="81785"/>
                  </a:lnTo>
                  <a:lnTo>
                    <a:pt x="2971937" y="95865"/>
                  </a:lnTo>
                  <a:lnTo>
                    <a:pt x="3016379" y="111066"/>
                  </a:lnTo>
                  <a:lnTo>
                    <a:pt x="3060641" y="127388"/>
                  </a:lnTo>
                  <a:lnTo>
                    <a:pt x="3104710" y="144834"/>
                  </a:lnTo>
                  <a:lnTo>
                    <a:pt x="3148574" y="163403"/>
                  </a:lnTo>
                  <a:lnTo>
                    <a:pt x="3192218" y="183097"/>
                  </a:lnTo>
                  <a:lnTo>
                    <a:pt x="3235630" y="203916"/>
                  </a:lnTo>
                  <a:lnTo>
                    <a:pt x="3278795" y="225861"/>
                  </a:lnTo>
                  <a:lnTo>
                    <a:pt x="3321701" y="248933"/>
                  </a:lnTo>
                  <a:lnTo>
                    <a:pt x="3364335" y="273133"/>
                  </a:lnTo>
                  <a:lnTo>
                    <a:pt x="3406683" y="298461"/>
                  </a:lnTo>
                  <a:lnTo>
                    <a:pt x="3448731" y="324918"/>
                  </a:lnTo>
                  <a:lnTo>
                    <a:pt x="3490467" y="352505"/>
                  </a:lnTo>
                  <a:lnTo>
                    <a:pt x="3531877" y="381223"/>
                  </a:lnTo>
                </a:path>
              </a:pathLst>
            </a:custGeom>
            <a:ln w="19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461876" y="2128037"/>
              <a:ext cx="245110" cy="236854"/>
            </a:xfrm>
            <a:custGeom>
              <a:avLst/>
              <a:gdLst/>
              <a:ahLst/>
              <a:cxnLst/>
              <a:rect l="l" t="t" r="r" b="b"/>
              <a:pathLst>
                <a:path w="245110" h="236855">
                  <a:moveTo>
                    <a:pt x="89128" y="0"/>
                  </a:moveTo>
                  <a:lnTo>
                    <a:pt x="0" y="157416"/>
                  </a:lnTo>
                  <a:lnTo>
                    <a:pt x="244868" y="236575"/>
                  </a:lnTo>
                  <a:lnTo>
                    <a:pt x="891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14982" y="2830757"/>
              <a:ext cx="2435860" cy="525780"/>
            </a:xfrm>
            <a:custGeom>
              <a:avLst/>
              <a:gdLst/>
              <a:ahLst/>
              <a:cxnLst/>
              <a:rect l="l" t="t" r="r" b="b"/>
              <a:pathLst>
                <a:path w="2435860" h="525779">
                  <a:moveTo>
                    <a:pt x="2435792" y="0"/>
                  </a:moveTo>
                  <a:lnTo>
                    <a:pt x="2396839" y="33923"/>
                  </a:lnTo>
                  <a:lnTo>
                    <a:pt x="2357474" y="66723"/>
                  </a:lnTo>
                  <a:lnTo>
                    <a:pt x="2317710" y="98398"/>
                  </a:lnTo>
                  <a:lnTo>
                    <a:pt x="2277561" y="128949"/>
                  </a:lnTo>
                  <a:lnTo>
                    <a:pt x="2237042" y="158373"/>
                  </a:lnTo>
                  <a:lnTo>
                    <a:pt x="2196165" y="186671"/>
                  </a:lnTo>
                  <a:lnTo>
                    <a:pt x="2154945" y="213841"/>
                  </a:lnTo>
                  <a:lnTo>
                    <a:pt x="2113394" y="239883"/>
                  </a:lnTo>
                  <a:lnTo>
                    <a:pt x="2071528" y="264795"/>
                  </a:lnTo>
                  <a:lnTo>
                    <a:pt x="2029360" y="288578"/>
                  </a:lnTo>
                  <a:lnTo>
                    <a:pt x="1986902" y="311229"/>
                  </a:lnTo>
                  <a:lnTo>
                    <a:pt x="1944170" y="332749"/>
                  </a:lnTo>
                  <a:lnTo>
                    <a:pt x="1901177" y="353136"/>
                  </a:lnTo>
                  <a:lnTo>
                    <a:pt x="1857935" y="372389"/>
                  </a:lnTo>
                  <a:lnTo>
                    <a:pt x="1814461" y="390509"/>
                  </a:lnTo>
                  <a:lnTo>
                    <a:pt x="1770766" y="407493"/>
                  </a:lnTo>
                  <a:lnTo>
                    <a:pt x="1726865" y="423342"/>
                  </a:lnTo>
                  <a:lnTo>
                    <a:pt x="1682771" y="438054"/>
                  </a:lnTo>
                  <a:lnTo>
                    <a:pt x="1638498" y="451628"/>
                  </a:lnTo>
                  <a:lnTo>
                    <a:pt x="1594060" y="464064"/>
                  </a:lnTo>
                  <a:lnTo>
                    <a:pt x="1549471" y="475361"/>
                  </a:lnTo>
                  <a:lnTo>
                    <a:pt x="1504743" y="485517"/>
                  </a:lnTo>
                  <a:lnTo>
                    <a:pt x="1459892" y="494533"/>
                  </a:lnTo>
                  <a:lnTo>
                    <a:pt x="1414930" y="502408"/>
                  </a:lnTo>
                  <a:lnTo>
                    <a:pt x="1369872" y="509139"/>
                  </a:lnTo>
                  <a:lnTo>
                    <a:pt x="1324731" y="514728"/>
                  </a:lnTo>
                  <a:lnTo>
                    <a:pt x="1279521" y="519172"/>
                  </a:lnTo>
                  <a:lnTo>
                    <a:pt x="1234255" y="522471"/>
                  </a:lnTo>
                  <a:lnTo>
                    <a:pt x="1188948" y="524624"/>
                  </a:lnTo>
                  <a:lnTo>
                    <a:pt x="1143612" y="525631"/>
                  </a:lnTo>
                  <a:lnTo>
                    <a:pt x="1098263" y="525490"/>
                  </a:lnTo>
                  <a:lnTo>
                    <a:pt x="1052912" y="524201"/>
                  </a:lnTo>
                  <a:lnTo>
                    <a:pt x="1007575" y="521763"/>
                  </a:lnTo>
                  <a:lnTo>
                    <a:pt x="962265" y="518175"/>
                  </a:lnTo>
                  <a:lnTo>
                    <a:pt x="916995" y="513436"/>
                  </a:lnTo>
                  <a:lnTo>
                    <a:pt x="871779" y="507545"/>
                  </a:lnTo>
                  <a:lnTo>
                    <a:pt x="826632" y="500502"/>
                  </a:lnTo>
                  <a:lnTo>
                    <a:pt x="781566" y="492306"/>
                  </a:lnTo>
                  <a:lnTo>
                    <a:pt x="736596" y="482955"/>
                  </a:lnTo>
                  <a:lnTo>
                    <a:pt x="691735" y="472450"/>
                  </a:lnTo>
                  <a:lnTo>
                    <a:pt x="646997" y="460789"/>
                  </a:lnTo>
                  <a:lnTo>
                    <a:pt x="602395" y="447971"/>
                  </a:lnTo>
                  <a:lnTo>
                    <a:pt x="557944" y="433996"/>
                  </a:lnTo>
                  <a:lnTo>
                    <a:pt x="513657" y="418862"/>
                  </a:lnTo>
                  <a:lnTo>
                    <a:pt x="469547" y="402570"/>
                  </a:lnTo>
                  <a:lnTo>
                    <a:pt x="425629" y="385118"/>
                  </a:lnTo>
                  <a:lnTo>
                    <a:pt x="381917" y="366505"/>
                  </a:lnTo>
                  <a:lnTo>
                    <a:pt x="338423" y="346730"/>
                  </a:lnTo>
                  <a:lnTo>
                    <a:pt x="295162" y="325793"/>
                  </a:lnTo>
                  <a:lnTo>
                    <a:pt x="252147" y="303693"/>
                  </a:lnTo>
                  <a:lnTo>
                    <a:pt x="209392" y="280428"/>
                  </a:lnTo>
                  <a:lnTo>
                    <a:pt x="166911" y="255999"/>
                  </a:lnTo>
                  <a:lnTo>
                    <a:pt x="124718" y="230404"/>
                  </a:lnTo>
                  <a:lnTo>
                    <a:pt x="82825" y="203643"/>
                  </a:lnTo>
                  <a:lnTo>
                    <a:pt x="41248" y="175714"/>
                  </a:lnTo>
                  <a:lnTo>
                    <a:pt x="0" y="146617"/>
                  </a:lnTo>
                </a:path>
              </a:pathLst>
            </a:custGeom>
            <a:ln w="208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032683" y="2830753"/>
              <a:ext cx="244475" cy="238125"/>
            </a:xfrm>
            <a:custGeom>
              <a:avLst/>
              <a:gdLst/>
              <a:ahLst/>
              <a:cxnLst/>
              <a:rect l="l" t="t" r="r" b="b"/>
              <a:pathLst>
                <a:path w="244475" h="238125">
                  <a:moveTo>
                    <a:pt x="0" y="0"/>
                  </a:moveTo>
                  <a:lnTo>
                    <a:pt x="153708" y="238036"/>
                  </a:lnTo>
                  <a:lnTo>
                    <a:pt x="244055" y="81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253912" y="3498860"/>
            <a:ext cx="1776095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285" dirty="0">
                <a:latin typeface="Arial"/>
                <a:cs typeface="Arial"/>
              </a:rPr>
              <a:t>Web</a:t>
            </a:r>
            <a:r>
              <a:rPr sz="2750" spc="-190" dirty="0">
                <a:latin typeface="Arial"/>
                <a:cs typeface="Arial"/>
              </a:rPr>
              <a:t> </a:t>
            </a:r>
            <a:r>
              <a:rPr sz="2750" spc="-210" dirty="0">
                <a:latin typeface="Arial"/>
                <a:cs typeface="Arial"/>
              </a:rPr>
              <a:t>browser</a:t>
            </a:r>
            <a:endParaRPr sz="275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827315" y="1734079"/>
            <a:ext cx="2467610" cy="1678939"/>
            <a:chOff x="5827315" y="1734079"/>
            <a:chExt cx="2467610" cy="1678939"/>
          </a:xfrm>
        </p:grpSpPr>
        <p:sp>
          <p:nvSpPr>
            <p:cNvPr id="52" name="object 52"/>
            <p:cNvSpPr/>
            <p:nvPr/>
          </p:nvSpPr>
          <p:spPr>
            <a:xfrm>
              <a:off x="6208344" y="2862580"/>
              <a:ext cx="695960" cy="537210"/>
            </a:xfrm>
            <a:custGeom>
              <a:avLst/>
              <a:gdLst/>
              <a:ahLst/>
              <a:cxnLst/>
              <a:rect l="l" t="t" r="r" b="b"/>
              <a:pathLst>
                <a:path w="695959" h="537210">
                  <a:moveTo>
                    <a:pt x="537514" y="0"/>
                  </a:moveTo>
                  <a:lnTo>
                    <a:pt x="0" y="536828"/>
                  </a:lnTo>
                  <a:lnTo>
                    <a:pt x="209461" y="537121"/>
                  </a:lnTo>
                  <a:lnTo>
                    <a:pt x="257735" y="536898"/>
                  </a:lnTo>
                  <a:lnTo>
                    <a:pt x="305558" y="532606"/>
                  </a:lnTo>
                  <a:lnTo>
                    <a:pt x="352715" y="524329"/>
                  </a:lnTo>
                  <a:lnTo>
                    <a:pt x="398992" y="512150"/>
                  </a:lnTo>
                  <a:lnTo>
                    <a:pt x="444176" y="496155"/>
                  </a:lnTo>
                  <a:lnTo>
                    <a:pt x="488052" y="476427"/>
                  </a:lnTo>
                  <a:lnTo>
                    <a:pt x="530406" y="453051"/>
                  </a:lnTo>
                  <a:lnTo>
                    <a:pt x="571025" y="426110"/>
                  </a:lnTo>
                  <a:lnTo>
                    <a:pt x="609695" y="395690"/>
                  </a:lnTo>
                  <a:lnTo>
                    <a:pt x="646201" y="361873"/>
                  </a:lnTo>
                  <a:lnTo>
                    <a:pt x="670485" y="324601"/>
                  </a:lnTo>
                  <a:lnTo>
                    <a:pt x="686770" y="284166"/>
                  </a:lnTo>
                  <a:lnTo>
                    <a:pt x="695157" y="241841"/>
                  </a:lnTo>
                  <a:lnTo>
                    <a:pt x="695748" y="198901"/>
                  </a:lnTo>
                  <a:lnTo>
                    <a:pt x="688645" y="156617"/>
                  </a:lnTo>
                  <a:lnTo>
                    <a:pt x="673949" y="116264"/>
                  </a:lnTo>
                  <a:lnTo>
                    <a:pt x="651762" y="79115"/>
                  </a:lnTo>
                  <a:lnTo>
                    <a:pt x="622185" y="46443"/>
                  </a:lnTo>
                  <a:lnTo>
                    <a:pt x="582355" y="18073"/>
                  </a:lnTo>
                  <a:lnTo>
                    <a:pt x="537514" y="0"/>
                  </a:lnTo>
                  <a:close/>
                </a:path>
              </a:pathLst>
            </a:custGeom>
            <a:solidFill>
              <a:srgbClr val="DCD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840437" y="1747469"/>
              <a:ext cx="980439" cy="64664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40425" y="1747481"/>
              <a:ext cx="980440" cy="647065"/>
            </a:xfrm>
            <a:custGeom>
              <a:avLst/>
              <a:gdLst/>
              <a:ahLst/>
              <a:cxnLst/>
              <a:rect l="l" t="t" r="r" b="b"/>
              <a:pathLst>
                <a:path w="980440" h="647064">
                  <a:moveTo>
                    <a:pt x="371873" y="646636"/>
                  </a:moveTo>
                  <a:lnTo>
                    <a:pt x="980189" y="244752"/>
                  </a:lnTo>
                  <a:lnTo>
                    <a:pt x="603117" y="0"/>
                  </a:lnTo>
                  <a:lnTo>
                    <a:pt x="0" y="398671"/>
                  </a:lnTo>
                  <a:lnTo>
                    <a:pt x="33220" y="439790"/>
                  </a:lnTo>
                  <a:lnTo>
                    <a:pt x="68885" y="477786"/>
                  </a:lnTo>
                  <a:lnTo>
                    <a:pt x="106819" y="512545"/>
                  </a:lnTo>
                  <a:lnTo>
                    <a:pt x="146843" y="543950"/>
                  </a:lnTo>
                  <a:lnTo>
                    <a:pt x="188781" y="571886"/>
                  </a:lnTo>
                  <a:lnTo>
                    <a:pt x="232455" y="596238"/>
                  </a:lnTo>
                  <a:lnTo>
                    <a:pt x="277687" y="616891"/>
                  </a:lnTo>
                  <a:lnTo>
                    <a:pt x="324302" y="633728"/>
                  </a:lnTo>
                  <a:lnTo>
                    <a:pt x="372120" y="646636"/>
                  </a:lnTo>
                </a:path>
              </a:pathLst>
            </a:custGeom>
            <a:ln w="1002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840437" y="2144979"/>
              <a:ext cx="372122" cy="125472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840425" y="2144984"/>
              <a:ext cx="372745" cy="1254760"/>
            </a:xfrm>
            <a:custGeom>
              <a:avLst/>
              <a:gdLst/>
              <a:ahLst/>
              <a:cxnLst/>
              <a:rect l="l" t="t" r="r" b="b"/>
              <a:pathLst>
                <a:path w="372745" h="1254760">
                  <a:moveTo>
                    <a:pt x="372120" y="249133"/>
                  </a:moveTo>
                  <a:lnTo>
                    <a:pt x="324155" y="236291"/>
                  </a:lnTo>
                  <a:lnTo>
                    <a:pt x="277430" y="219459"/>
                  </a:lnTo>
                  <a:lnTo>
                    <a:pt x="232124" y="198756"/>
                  </a:lnTo>
                  <a:lnTo>
                    <a:pt x="188414" y="174304"/>
                  </a:lnTo>
                  <a:lnTo>
                    <a:pt x="146476" y="146222"/>
                  </a:lnTo>
                  <a:lnTo>
                    <a:pt x="106489" y="114630"/>
                  </a:lnTo>
                  <a:lnTo>
                    <a:pt x="68628" y="79649"/>
                  </a:lnTo>
                  <a:lnTo>
                    <a:pt x="33073" y="41399"/>
                  </a:lnTo>
                  <a:lnTo>
                    <a:pt x="0" y="0"/>
                  </a:lnTo>
                  <a:lnTo>
                    <a:pt x="0" y="1025447"/>
                  </a:lnTo>
                  <a:lnTo>
                    <a:pt x="33668" y="1064684"/>
                  </a:lnTo>
                  <a:lnTo>
                    <a:pt x="69684" y="1100739"/>
                  </a:lnTo>
                  <a:lnTo>
                    <a:pt x="107864" y="1133501"/>
                  </a:lnTo>
                  <a:lnTo>
                    <a:pt x="148025" y="1162858"/>
                  </a:lnTo>
                  <a:lnTo>
                    <a:pt x="189983" y="1188702"/>
                  </a:lnTo>
                  <a:lnTo>
                    <a:pt x="233555" y="1210920"/>
                  </a:lnTo>
                  <a:lnTo>
                    <a:pt x="278557" y="1229403"/>
                  </a:lnTo>
                  <a:lnTo>
                    <a:pt x="324807" y="1244039"/>
                  </a:lnTo>
                  <a:lnTo>
                    <a:pt x="372120" y="1254719"/>
                  </a:lnTo>
                  <a:lnTo>
                    <a:pt x="371873" y="249133"/>
                  </a:lnTo>
                </a:path>
              </a:pathLst>
            </a:custGeom>
            <a:ln w="904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212306" y="1992223"/>
              <a:ext cx="608317" cy="140630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212298" y="1992233"/>
              <a:ext cx="608330" cy="1406525"/>
            </a:xfrm>
            <a:custGeom>
              <a:avLst/>
              <a:gdLst/>
              <a:ahLst/>
              <a:cxnLst/>
              <a:rect l="l" t="t" r="r" b="b"/>
              <a:pathLst>
                <a:path w="608329" h="1406525">
                  <a:moveTo>
                    <a:pt x="0" y="401884"/>
                  </a:moveTo>
                  <a:lnTo>
                    <a:pt x="0" y="1406302"/>
                  </a:lnTo>
                  <a:lnTo>
                    <a:pt x="608316" y="1008507"/>
                  </a:lnTo>
                  <a:lnTo>
                    <a:pt x="608316" y="0"/>
                  </a:lnTo>
                  <a:lnTo>
                    <a:pt x="0" y="401884"/>
                  </a:lnTo>
                  <a:close/>
                </a:path>
              </a:pathLst>
            </a:custGeom>
            <a:ln w="916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840425" y="1747189"/>
              <a:ext cx="980440" cy="1652905"/>
            </a:xfrm>
            <a:custGeom>
              <a:avLst/>
              <a:gdLst/>
              <a:ahLst/>
              <a:cxnLst/>
              <a:rect l="l" t="t" r="r" b="b"/>
              <a:pathLst>
                <a:path w="980440" h="1652904">
                  <a:moveTo>
                    <a:pt x="980189" y="245044"/>
                  </a:moveTo>
                  <a:lnTo>
                    <a:pt x="603117" y="0"/>
                  </a:lnTo>
                  <a:lnTo>
                    <a:pt x="0" y="398963"/>
                  </a:lnTo>
                  <a:lnTo>
                    <a:pt x="0" y="1423242"/>
                  </a:lnTo>
                  <a:lnTo>
                    <a:pt x="33668" y="1462479"/>
                  </a:lnTo>
                  <a:lnTo>
                    <a:pt x="69684" y="1498534"/>
                  </a:lnTo>
                  <a:lnTo>
                    <a:pt x="107864" y="1531296"/>
                  </a:lnTo>
                  <a:lnTo>
                    <a:pt x="148025" y="1560654"/>
                  </a:lnTo>
                  <a:lnTo>
                    <a:pt x="189983" y="1586497"/>
                  </a:lnTo>
                  <a:lnTo>
                    <a:pt x="233555" y="1608715"/>
                  </a:lnTo>
                  <a:lnTo>
                    <a:pt x="278557" y="1627198"/>
                  </a:lnTo>
                  <a:lnTo>
                    <a:pt x="324807" y="1641835"/>
                  </a:lnTo>
                  <a:lnTo>
                    <a:pt x="372120" y="1652515"/>
                  </a:lnTo>
                  <a:lnTo>
                    <a:pt x="980189" y="1253551"/>
                  </a:lnTo>
                  <a:lnTo>
                    <a:pt x="980189" y="245044"/>
                  </a:lnTo>
                  <a:close/>
                </a:path>
              </a:pathLst>
            </a:custGeom>
            <a:ln w="25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981499" y="2767317"/>
              <a:ext cx="60034" cy="9018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976729" y="2762567"/>
              <a:ext cx="69555" cy="9970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900588" y="2975038"/>
              <a:ext cx="252095" cy="279400"/>
            </a:xfrm>
            <a:custGeom>
              <a:avLst/>
              <a:gdLst/>
              <a:ahLst/>
              <a:cxnLst/>
              <a:rect l="l" t="t" r="r" b="b"/>
              <a:pathLst>
                <a:path w="252095" h="279400">
                  <a:moveTo>
                    <a:pt x="0" y="0"/>
                  </a:moveTo>
                  <a:lnTo>
                    <a:pt x="38371" y="35591"/>
                  </a:lnTo>
                  <a:lnTo>
                    <a:pt x="78365" y="67532"/>
                  </a:lnTo>
                  <a:lnTo>
                    <a:pt x="119831" y="95724"/>
                  </a:lnTo>
                  <a:lnTo>
                    <a:pt x="162617" y="120071"/>
                  </a:lnTo>
                  <a:lnTo>
                    <a:pt x="206573" y="140476"/>
                  </a:lnTo>
                  <a:lnTo>
                    <a:pt x="251546" y="156839"/>
                  </a:lnTo>
                </a:path>
                <a:path w="252095" h="279400">
                  <a:moveTo>
                    <a:pt x="0" y="61334"/>
                  </a:moveTo>
                  <a:lnTo>
                    <a:pt x="38371" y="96924"/>
                  </a:lnTo>
                  <a:lnTo>
                    <a:pt x="78365" y="128855"/>
                  </a:lnTo>
                  <a:lnTo>
                    <a:pt x="119831" y="157022"/>
                  </a:lnTo>
                  <a:lnTo>
                    <a:pt x="162617" y="181319"/>
                  </a:lnTo>
                  <a:lnTo>
                    <a:pt x="206573" y="201641"/>
                  </a:lnTo>
                  <a:lnTo>
                    <a:pt x="251546" y="217881"/>
                  </a:lnTo>
                </a:path>
                <a:path w="252095" h="279400">
                  <a:moveTo>
                    <a:pt x="0" y="122668"/>
                  </a:moveTo>
                  <a:lnTo>
                    <a:pt x="38371" y="158238"/>
                  </a:lnTo>
                  <a:lnTo>
                    <a:pt x="78365" y="190124"/>
                  </a:lnTo>
                  <a:lnTo>
                    <a:pt x="119831" y="218247"/>
                  </a:lnTo>
                  <a:lnTo>
                    <a:pt x="162617" y="242523"/>
                  </a:lnTo>
                  <a:lnTo>
                    <a:pt x="206573" y="262873"/>
                  </a:lnTo>
                  <a:lnTo>
                    <a:pt x="251546" y="279216"/>
                  </a:lnTo>
                </a:path>
              </a:pathLst>
            </a:custGeom>
            <a:ln w="161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890450" y="2338324"/>
              <a:ext cx="272415" cy="184785"/>
            </a:xfrm>
            <a:custGeom>
              <a:avLst/>
              <a:gdLst/>
              <a:ahLst/>
              <a:cxnLst/>
              <a:rect l="l" t="t" r="r" b="b"/>
              <a:pathLst>
                <a:path w="272414" h="184785">
                  <a:moveTo>
                    <a:pt x="10642" y="0"/>
                  </a:moveTo>
                  <a:lnTo>
                    <a:pt x="5448" y="292"/>
                  </a:lnTo>
                  <a:lnTo>
                    <a:pt x="2222" y="4089"/>
                  </a:lnTo>
                  <a:lnTo>
                    <a:pt x="736" y="6134"/>
                  </a:lnTo>
                  <a:lnTo>
                    <a:pt x="0" y="9055"/>
                  </a:lnTo>
                  <a:lnTo>
                    <a:pt x="736" y="18402"/>
                  </a:lnTo>
                  <a:lnTo>
                    <a:pt x="3962" y="24244"/>
                  </a:lnTo>
                  <a:lnTo>
                    <a:pt x="9156" y="27457"/>
                  </a:lnTo>
                  <a:lnTo>
                    <a:pt x="46306" y="62459"/>
                  </a:lnTo>
                  <a:lnTo>
                    <a:pt x="85588" y="94079"/>
                  </a:lnTo>
                  <a:lnTo>
                    <a:pt x="126823" y="122194"/>
                  </a:lnTo>
                  <a:lnTo>
                    <a:pt x="169834" y="146683"/>
                  </a:lnTo>
                  <a:lnTo>
                    <a:pt x="214440" y="167422"/>
                  </a:lnTo>
                  <a:lnTo>
                    <a:pt x="260464" y="184289"/>
                  </a:lnTo>
                  <a:lnTo>
                    <a:pt x="267385" y="182537"/>
                  </a:lnTo>
                  <a:lnTo>
                    <a:pt x="271843" y="174650"/>
                  </a:lnTo>
                  <a:lnTo>
                    <a:pt x="269125" y="161226"/>
                  </a:lnTo>
                  <a:lnTo>
                    <a:pt x="265404" y="157137"/>
                  </a:lnTo>
                  <a:lnTo>
                    <a:pt x="260464" y="155676"/>
                  </a:lnTo>
                  <a:lnTo>
                    <a:pt x="215409" y="139434"/>
                  </a:lnTo>
                  <a:lnTo>
                    <a:pt x="171725" y="119402"/>
                  </a:lnTo>
                  <a:lnTo>
                    <a:pt x="129581" y="95688"/>
                  </a:lnTo>
                  <a:lnTo>
                    <a:pt x="89149" y="68396"/>
                  </a:lnTo>
                  <a:lnTo>
                    <a:pt x="50602" y="37633"/>
                  </a:lnTo>
                  <a:lnTo>
                    <a:pt x="14109" y="3505"/>
                  </a:lnTo>
                  <a:lnTo>
                    <a:pt x="106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890437" y="2338332"/>
              <a:ext cx="272415" cy="184785"/>
            </a:xfrm>
            <a:custGeom>
              <a:avLst/>
              <a:gdLst/>
              <a:ahLst/>
              <a:cxnLst/>
              <a:rect l="l" t="t" r="r" b="b"/>
              <a:pathLst>
                <a:path w="272414" h="184785">
                  <a:moveTo>
                    <a:pt x="9160" y="27454"/>
                  </a:moveTo>
                  <a:lnTo>
                    <a:pt x="46309" y="62457"/>
                  </a:lnTo>
                  <a:lnTo>
                    <a:pt x="85591" y="94078"/>
                  </a:lnTo>
                  <a:lnTo>
                    <a:pt x="126825" y="122193"/>
                  </a:lnTo>
                  <a:lnTo>
                    <a:pt x="169834" y="146682"/>
                  </a:lnTo>
                  <a:lnTo>
                    <a:pt x="214438" y="167423"/>
                  </a:lnTo>
                  <a:lnTo>
                    <a:pt x="260459" y="184294"/>
                  </a:lnTo>
                  <a:lnTo>
                    <a:pt x="267392" y="182541"/>
                  </a:lnTo>
                  <a:lnTo>
                    <a:pt x="271848" y="174656"/>
                  </a:lnTo>
                  <a:lnTo>
                    <a:pt x="270363" y="166770"/>
                  </a:lnTo>
                  <a:lnTo>
                    <a:pt x="269125" y="161220"/>
                  </a:lnTo>
                  <a:lnTo>
                    <a:pt x="265411" y="157132"/>
                  </a:lnTo>
                  <a:lnTo>
                    <a:pt x="260459" y="155671"/>
                  </a:lnTo>
                  <a:lnTo>
                    <a:pt x="215407" y="139430"/>
                  </a:lnTo>
                  <a:lnTo>
                    <a:pt x="171723" y="119401"/>
                  </a:lnTo>
                  <a:lnTo>
                    <a:pt x="129579" y="95688"/>
                  </a:lnTo>
                  <a:lnTo>
                    <a:pt x="89149" y="68397"/>
                  </a:lnTo>
                  <a:lnTo>
                    <a:pt x="50602" y="37634"/>
                  </a:lnTo>
                  <a:lnTo>
                    <a:pt x="14112" y="3504"/>
                  </a:lnTo>
                  <a:lnTo>
                    <a:pt x="10646" y="0"/>
                  </a:lnTo>
                  <a:lnTo>
                    <a:pt x="5446" y="292"/>
                  </a:lnTo>
                  <a:lnTo>
                    <a:pt x="2228" y="4088"/>
                  </a:lnTo>
                  <a:lnTo>
                    <a:pt x="742" y="6133"/>
                  </a:lnTo>
                  <a:lnTo>
                    <a:pt x="0" y="9054"/>
                  </a:lnTo>
                  <a:lnTo>
                    <a:pt x="247" y="11682"/>
                  </a:lnTo>
                  <a:lnTo>
                    <a:pt x="742" y="18400"/>
                  </a:lnTo>
                  <a:lnTo>
                    <a:pt x="3961" y="24241"/>
                  </a:lnTo>
                  <a:lnTo>
                    <a:pt x="9160" y="27454"/>
                  </a:lnTo>
                  <a:close/>
                </a:path>
              </a:pathLst>
            </a:custGeom>
            <a:ln w="10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71187" y="2428515"/>
              <a:ext cx="76730" cy="58109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71173" y="2428526"/>
              <a:ext cx="76835" cy="58419"/>
            </a:xfrm>
            <a:custGeom>
              <a:avLst/>
              <a:gdLst/>
              <a:ahLst/>
              <a:cxnLst/>
              <a:rect l="l" t="t" r="r" b="b"/>
              <a:pathLst>
                <a:path w="76835" h="58419">
                  <a:moveTo>
                    <a:pt x="76728" y="57007"/>
                  </a:moveTo>
                  <a:lnTo>
                    <a:pt x="62143" y="24095"/>
                  </a:lnTo>
                  <a:lnTo>
                    <a:pt x="43242" y="4654"/>
                  </a:lnTo>
                  <a:lnTo>
                    <a:pt x="22205" y="0"/>
                  </a:lnTo>
                  <a:lnTo>
                    <a:pt x="1214" y="11445"/>
                  </a:lnTo>
                  <a:lnTo>
                    <a:pt x="0" y="26327"/>
                  </a:lnTo>
                  <a:lnTo>
                    <a:pt x="8023" y="39812"/>
                  </a:lnTo>
                  <a:lnTo>
                    <a:pt x="23845" y="50504"/>
                  </a:lnTo>
                  <a:lnTo>
                    <a:pt x="46027" y="57007"/>
                  </a:lnTo>
                  <a:lnTo>
                    <a:pt x="53679" y="57829"/>
                  </a:lnTo>
                  <a:lnTo>
                    <a:pt x="61377" y="58103"/>
                  </a:lnTo>
                  <a:lnTo>
                    <a:pt x="69076" y="57829"/>
                  </a:lnTo>
                  <a:lnTo>
                    <a:pt x="76728" y="57007"/>
                  </a:lnTo>
                  <a:close/>
                </a:path>
              </a:pathLst>
            </a:custGeom>
            <a:ln w="38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00597" y="2449601"/>
              <a:ext cx="251548" cy="236283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00597" y="2465082"/>
              <a:ext cx="252095" cy="177165"/>
            </a:xfrm>
            <a:custGeom>
              <a:avLst/>
              <a:gdLst/>
              <a:ahLst/>
              <a:cxnLst/>
              <a:rect l="l" t="t" r="r" b="b"/>
              <a:pathLst>
                <a:path w="252095" h="177164">
                  <a:moveTo>
                    <a:pt x="0" y="0"/>
                  </a:moveTo>
                  <a:lnTo>
                    <a:pt x="0" y="20154"/>
                  </a:lnTo>
                  <a:lnTo>
                    <a:pt x="37066" y="55378"/>
                  </a:lnTo>
                  <a:lnTo>
                    <a:pt x="76333" y="87090"/>
                  </a:lnTo>
                  <a:lnTo>
                    <a:pt x="117606" y="115184"/>
                  </a:lnTo>
                  <a:lnTo>
                    <a:pt x="160695" y="139553"/>
                  </a:lnTo>
                  <a:lnTo>
                    <a:pt x="205406" y="160092"/>
                  </a:lnTo>
                  <a:lnTo>
                    <a:pt x="251548" y="176695"/>
                  </a:lnTo>
                  <a:lnTo>
                    <a:pt x="251548" y="156845"/>
                  </a:lnTo>
                  <a:lnTo>
                    <a:pt x="205752" y="139262"/>
                  </a:lnTo>
                  <a:lnTo>
                    <a:pt x="161302" y="118125"/>
                  </a:lnTo>
                  <a:lnTo>
                    <a:pt x="118349" y="93533"/>
                  </a:lnTo>
                  <a:lnTo>
                    <a:pt x="77047" y="65583"/>
                  </a:lnTo>
                  <a:lnTo>
                    <a:pt x="37546" y="343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900588" y="2448150"/>
              <a:ext cx="252095" cy="236854"/>
            </a:xfrm>
            <a:custGeom>
              <a:avLst/>
              <a:gdLst/>
              <a:ahLst/>
              <a:cxnLst/>
              <a:rect l="l" t="t" r="r" b="b"/>
              <a:pathLst>
                <a:path w="252095" h="236855">
                  <a:moveTo>
                    <a:pt x="0" y="0"/>
                  </a:moveTo>
                  <a:lnTo>
                    <a:pt x="0" y="79734"/>
                  </a:lnTo>
                  <a:lnTo>
                    <a:pt x="37545" y="114107"/>
                  </a:lnTo>
                  <a:lnTo>
                    <a:pt x="77044" y="145308"/>
                  </a:lnTo>
                  <a:lnTo>
                    <a:pt x="118345" y="173232"/>
                  </a:lnTo>
                  <a:lnTo>
                    <a:pt x="161297" y="197772"/>
                  </a:lnTo>
                  <a:lnTo>
                    <a:pt x="205747" y="218824"/>
                  </a:lnTo>
                  <a:lnTo>
                    <a:pt x="251546" y="236282"/>
                  </a:lnTo>
                </a:path>
              </a:pathLst>
            </a:custGeom>
            <a:ln w="976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00588" y="2451070"/>
              <a:ext cx="252095" cy="236854"/>
            </a:xfrm>
            <a:custGeom>
              <a:avLst/>
              <a:gdLst/>
              <a:ahLst/>
              <a:cxnLst/>
              <a:rect l="l" t="t" r="r" b="b"/>
              <a:pathLst>
                <a:path w="252095" h="236855">
                  <a:moveTo>
                    <a:pt x="251546" y="236282"/>
                  </a:moveTo>
                  <a:lnTo>
                    <a:pt x="251546" y="156547"/>
                  </a:lnTo>
                  <a:lnTo>
                    <a:pt x="205868" y="138745"/>
                  </a:lnTo>
                  <a:lnTo>
                    <a:pt x="161517" y="117519"/>
                  </a:lnTo>
                  <a:lnTo>
                    <a:pt x="118624" y="92950"/>
                  </a:lnTo>
                  <a:lnTo>
                    <a:pt x="77319" y="65120"/>
                  </a:lnTo>
                  <a:lnTo>
                    <a:pt x="37734" y="34109"/>
                  </a:lnTo>
                  <a:lnTo>
                    <a:pt x="0" y="0"/>
                  </a:lnTo>
                </a:path>
              </a:pathLst>
            </a:custGeom>
            <a:ln w="97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330899" y="2909608"/>
              <a:ext cx="382524" cy="45124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346748" y="2916034"/>
              <a:ext cx="367030" cy="440055"/>
            </a:xfrm>
            <a:custGeom>
              <a:avLst/>
              <a:gdLst/>
              <a:ahLst/>
              <a:cxnLst/>
              <a:rect l="l" t="t" r="r" b="b"/>
              <a:pathLst>
                <a:path w="367029" h="440054">
                  <a:moveTo>
                    <a:pt x="26746" y="77393"/>
                  </a:moveTo>
                  <a:lnTo>
                    <a:pt x="18630" y="89429"/>
                  </a:lnTo>
                  <a:lnTo>
                    <a:pt x="11420" y="102258"/>
                  </a:lnTo>
                  <a:lnTo>
                    <a:pt x="5186" y="115800"/>
                  </a:lnTo>
                  <a:lnTo>
                    <a:pt x="0" y="129971"/>
                  </a:lnTo>
                  <a:lnTo>
                    <a:pt x="20802" y="139318"/>
                  </a:lnTo>
                  <a:lnTo>
                    <a:pt x="28356" y="152557"/>
                  </a:lnTo>
                  <a:lnTo>
                    <a:pt x="33520" y="167025"/>
                  </a:lnTo>
                  <a:lnTo>
                    <a:pt x="36224" y="182315"/>
                  </a:lnTo>
                  <a:lnTo>
                    <a:pt x="36398" y="198018"/>
                  </a:lnTo>
                  <a:lnTo>
                    <a:pt x="47877" y="216032"/>
                  </a:lnTo>
                  <a:lnTo>
                    <a:pt x="63045" y="229309"/>
                  </a:lnTo>
                  <a:lnTo>
                    <a:pt x="80857" y="237164"/>
                  </a:lnTo>
                  <a:lnTo>
                    <a:pt x="100266" y="238912"/>
                  </a:lnTo>
                  <a:lnTo>
                    <a:pt x="113389" y="246474"/>
                  </a:lnTo>
                  <a:lnTo>
                    <a:pt x="123699" y="258006"/>
                  </a:lnTo>
                  <a:lnTo>
                    <a:pt x="130525" y="272548"/>
                  </a:lnTo>
                  <a:lnTo>
                    <a:pt x="133197" y="289140"/>
                  </a:lnTo>
                  <a:lnTo>
                    <a:pt x="127416" y="297465"/>
                  </a:lnTo>
                  <a:lnTo>
                    <a:pt x="124628" y="307324"/>
                  </a:lnTo>
                  <a:lnTo>
                    <a:pt x="124950" y="317730"/>
                  </a:lnTo>
                  <a:lnTo>
                    <a:pt x="128498" y="327698"/>
                  </a:lnTo>
                  <a:lnTo>
                    <a:pt x="151028" y="340842"/>
                  </a:lnTo>
                  <a:lnTo>
                    <a:pt x="150871" y="350089"/>
                  </a:lnTo>
                  <a:lnTo>
                    <a:pt x="148674" y="358733"/>
                  </a:lnTo>
                  <a:lnTo>
                    <a:pt x="144622" y="366392"/>
                  </a:lnTo>
                  <a:lnTo>
                    <a:pt x="138899" y="372681"/>
                  </a:lnTo>
                  <a:lnTo>
                    <a:pt x="137909" y="390400"/>
                  </a:lnTo>
                  <a:lnTo>
                    <a:pt x="139730" y="407795"/>
                  </a:lnTo>
                  <a:lnTo>
                    <a:pt x="144291" y="424425"/>
                  </a:lnTo>
                  <a:lnTo>
                    <a:pt x="151523" y="439851"/>
                  </a:lnTo>
                  <a:lnTo>
                    <a:pt x="173799" y="370636"/>
                  </a:lnTo>
                  <a:lnTo>
                    <a:pt x="186943" y="356100"/>
                  </a:lnTo>
                  <a:lnTo>
                    <a:pt x="197575" y="339126"/>
                  </a:lnTo>
                  <a:lnTo>
                    <a:pt x="205419" y="320235"/>
                  </a:lnTo>
                  <a:lnTo>
                    <a:pt x="210197" y="299948"/>
                  </a:lnTo>
                  <a:lnTo>
                    <a:pt x="205741" y="285122"/>
                  </a:lnTo>
                  <a:lnTo>
                    <a:pt x="204054" y="282422"/>
                  </a:lnTo>
                  <a:lnTo>
                    <a:pt x="138899" y="282422"/>
                  </a:lnTo>
                  <a:lnTo>
                    <a:pt x="129984" y="265785"/>
                  </a:lnTo>
                  <a:lnTo>
                    <a:pt x="139151" y="260559"/>
                  </a:lnTo>
                  <a:lnTo>
                    <a:pt x="146694" y="252677"/>
                  </a:lnTo>
                  <a:lnTo>
                    <a:pt x="152194" y="242659"/>
                  </a:lnTo>
                  <a:lnTo>
                    <a:pt x="155232" y="231025"/>
                  </a:lnTo>
                  <a:lnTo>
                    <a:pt x="147129" y="226269"/>
                  </a:lnTo>
                  <a:lnTo>
                    <a:pt x="139604" y="220364"/>
                  </a:lnTo>
                  <a:lnTo>
                    <a:pt x="132775" y="213362"/>
                  </a:lnTo>
                  <a:lnTo>
                    <a:pt x="126758" y="205320"/>
                  </a:lnTo>
                  <a:lnTo>
                    <a:pt x="158203" y="174650"/>
                  </a:lnTo>
                  <a:lnTo>
                    <a:pt x="166382" y="133769"/>
                  </a:lnTo>
                  <a:lnTo>
                    <a:pt x="163315" y="131432"/>
                  </a:lnTo>
                  <a:lnTo>
                    <a:pt x="115620" y="131432"/>
                  </a:lnTo>
                  <a:lnTo>
                    <a:pt x="114960" y="131345"/>
                  </a:lnTo>
                  <a:lnTo>
                    <a:pt x="105396" y="131345"/>
                  </a:lnTo>
                  <a:lnTo>
                    <a:pt x="99653" y="130008"/>
                  </a:lnTo>
                  <a:lnTo>
                    <a:pt x="94840" y="126315"/>
                  </a:lnTo>
                  <a:lnTo>
                    <a:pt x="91605" y="120624"/>
                  </a:lnTo>
                  <a:lnTo>
                    <a:pt x="90373" y="117703"/>
                  </a:lnTo>
                  <a:lnTo>
                    <a:pt x="90119" y="114490"/>
                  </a:lnTo>
                  <a:lnTo>
                    <a:pt x="90614" y="111277"/>
                  </a:lnTo>
                  <a:lnTo>
                    <a:pt x="96918" y="79146"/>
                  </a:lnTo>
                  <a:lnTo>
                    <a:pt x="44564" y="79146"/>
                  </a:lnTo>
                  <a:lnTo>
                    <a:pt x="26746" y="77393"/>
                  </a:lnTo>
                  <a:close/>
                </a:path>
                <a:path w="367029" h="440054">
                  <a:moveTo>
                    <a:pt x="361752" y="268998"/>
                  </a:moveTo>
                  <a:lnTo>
                    <a:pt x="294385" y="268998"/>
                  </a:lnTo>
                  <a:lnTo>
                    <a:pt x="303242" y="275897"/>
                  </a:lnTo>
                  <a:lnTo>
                    <a:pt x="309918" y="285203"/>
                  </a:lnTo>
                  <a:lnTo>
                    <a:pt x="314088" y="296262"/>
                  </a:lnTo>
                  <a:lnTo>
                    <a:pt x="315429" y="308419"/>
                  </a:lnTo>
                  <a:lnTo>
                    <a:pt x="323596" y="360705"/>
                  </a:lnTo>
                  <a:lnTo>
                    <a:pt x="343280" y="327627"/>
                  </a:lnTo>
                  <a:lnTo>
                    <a:pt x="357208" y="291264"/>
                  </a:lnTo>
                  <a:lnTo>
                    <a:pt x="361752" y="268998"/>
                  </a:lnTo>
                  <a:close/>
                </a:path>
                <a:path w="367029" h="440054">
                  <a:moveTo>
                    <a:pt x="174548" y="257606"/>
                  </a:moveTo>
                  <a:lnTo>
                    <a:pt x="163965" y="260293"/>
                  </a:lnTo>
                  <a:lnTo>
                    <a:pt x="154309" y="265523"/>
                  </a:lnTo>
                  <a:lnTo>
                    <a:pt x="145861" y="272999"/>
                  </a:lnTo>
                  <a:lnTo>
                    <a:pt x="138899" y="282422"/>
                  </a:lnTo>
                  <a:lnTo>
                    <a:pt x="204054" y="282422"/>
                  </a:lnTo>
                  <a:lnTo>
                    <a:pt x="197945" y="272648"/>
                  </a:lnTo>
                  <a:lnTo>
                    <a:pt x="187362" y="263238"/>
                  </a:lnTo>
                  <a:lnTo>
                    <a:pt x="174548" y="257606"/>
                  </a:lnTo>
                  <a:close/>
                </a:path>
                <a:path w="367029" h="440054">
                  <a:moveTo>
                    <a:pt x="264667" y="132892"/>
                  </a:moveTo>
                  <a:lnTo>
                    <a:pt x="261159" y="172708"/>
                  </a:lnTo>
                  <a:lnTo>
                    <a:pt x="262191" y="175526"/>
                  </a:lnTo>
                  <a:lnTo>
                    <a:pt x="255257" y="209702"/>
                  </a:lnTo>
                  <a:lnTo>
                    <a:pt x="239166" y="222262"/>
                  </a:lnTo>
                  <a:lnTo>
                    <a:pt x="246100" y="245338"/>
                  </a:lnTo>
                  <a:lnTo>
                    <a:pt x="251186" y="258884"/>
                  </a:lnTo>
                  <a:lnTo>
                    <a:pt x="260057" y="268706"/>
                  </a:lnTo>
                  <a:lnTo>
                    <a:pt x="271482" y="273927"/>
                  </a:lnTo>
                  <a:lnTo>
                    <a:pt x="284225" y="273672"/>
                  </a:lnTo>
                  <a:lnTo>
                    <a:pt x="287947" y="272795"/>
                  </a:lnTo>
                  <a:lnTo>
                    <a:pt x="291160" y="271335"/>
                  </a:lnTo>
                  <a:lnTo>
                    <a:pt x="294385" y="268998"/>
                  </a:lnTo>
                  <a:lnTo>
                    <a:pt x="361752" y="268998"/>
                  </a:lnTo>
                  <a:lnTo>
                    <a:pt x="365099" y="252602"/>
                  </a:lnTo>
                  <a:lnTo>
                    <a:pt x="366674" y="212623"/>
                  </a:lnTo>
                  <a:lnTo>
                    <a:pt x="365615" y="190882"/>
                  </a:lnTo>
                  <a:lnTo>
                    <a:pt x="361724" y="169691"/>
                  </a:lnTo>
                  <a:lnTo>
                    <a:pt x="355047" y="149376"/>
                  </a:lnTo>
                  <a:lnTo>
                    <a:pt x="350218" y="139574"/>
                  </a:lnTo>
                  <a:lnTo>
                    <a:pt x="279214" y="139574"/>
                  </a:lnTo>
                  <a:lnTo>
                    <a:pt x="271570" y="137643"/>
                  </a:lnTo>
                  <a:lnTo>
                    <a:pt x="264667" y="132892"/>
                  </a:lnTo>
                  <a:close/>
                </a:path>
                <a:path w="367029" h="440054">
                  <a:moveTo>
                    <a:pt x="241425" y="118799"/>
                  </a:moveTo>
                  <a:lnTo>
                    <a:pt x="240652" y="119164"/>
                  </a:lnTo>
                  <a:lnTo>
                    <a:pt x="246641" y="133390"/>
                  </a:lnTo>
                  <a:lnTo>
                    <a:pt x="251979" y="147970"/>
                  </a:lnTo>
                  <a:lnTo>
                    <a:pt x="256666" y="162823"/>
                  </a:lnTo>
                  <a:lnTo>
                    <a:pt x="260705" y="177863"/>
                  </a:lnTo>
                  <a:lnTo>
                    <a:pt x="261159" y="172708"/>
                  </a:lnTo>
                  <a:lnTo>
                    <a:pt x="241425" y="118799"/>
                  </a:lnTo>
                  <a:close/>
                </a:path>
                <a:path w="367029" h="440054">
                  <a:moveTo>
                    <a:pt x="312953" y="74180"/>
                  </a:moveTo>
                  <a:lnTo>
                    <a:pt x="303684" y="78434"/>
                  </a:lnTo>
                  <a:lnTo>
                    <a:pt x="295835" y="85207"/>
                  </a:lnTo>
                  <a:lnTo>
                    <a:pt x="289798" y="94061"/>
                  </a:lnTo>
                  <a:lnTo>
                    <a:pt x="285965" y="104559"/>
                  </a:lnTo>
                  <a:lnTo>
                    <a:pt x="294131" y="134645"/>
                  </a:lnTo>
                  <a:lnTo>
                    <a:pt x="286951" y="138602"/>
                  </a:lnTo>
                  <a:lnTo>
                    <a:pt x="279214" y="139574"/>
                  </a:lnTo>
                  <a:lnTo>
                    <a:pt x="350218" y="139574"/>
                  </a:lnTo>
                  <a:lnTo>
                    <a:pt x="345630" y="130263"/>
                  </a:lnTo>
                  <a:lnTo>
                    <a:pt x="339515" y="114846"/>
                  </a:lnTo>
                  <a:lnTo>
                    <a:pt x="331982" y="100250"/>
                  </a:lnTo>
                  <a:lnTo>
                    <a:pt x="323104" y="86640"/>
                  </a:lnTo>
                  <a:lnTo>
                    <a:pt x="312953" y="74180"/>
                  </a:lnTo>
                  <a:close/>
                </a:path>
                <a:path w="367029" h="440054">
                  <a:moveTo>
                    <a:pt x="148056" y="0"/>
                  </a:moveTo>
                  <a:lnTo>
                    <a:pt x="96062" y="33883"/>
                  </a:lnTo>
                  <a:lnTo>
                    <a:pt x="120078" y="51396"/>
                  </a:lnTo>
                  <a:lnTo>
                    <a:pt x="102501" y="83819"/>
                  </a:lnTo>
                  <a:lnTo>
                    <a:pt x="124921" y="114846"/>
                  </a:lnTo>
                  <a:lnTo>
                    <a:pt x="125031" y="116827"/>
                  </a:lnTo>
                  <a:lnTo>
                    <a:pt x="124777" y="117119"/>
                  </a:lnTo>
                  <a:lnTo>
                    <a:pt x="124839" y="117703"/>
                  </a:lnTo>
                  <a:lnTo>
                    <a:pt x="126022" y="123253"/>
                  </a:lnTo>
                  <a:lnTo>
                    <a:pt x="123050" y="129387"/>
                  </a:lnTo>
                  <a:lnTo>
                    <a:pt x="117855" y="130848"/>
                  </a:lnTo>
                  <a:lnTo>
                    <a:pt x="115620" y="131432"/>
                  </a:lnTo>
                  <a:lnTo>
                    <a:pt x="163315" y="131432"/>
                  </a:lnTo>
                  <a:lnTo>
                    <a:pt x="142608" y="115658"/>
                  </a:lnTo>
                  <a:lnTo>
                    <a:pt x="157708" y="93751"/>
                  </a:lnTo>
                  <a:lnTo>
                    <a:pt x="129489" y="70091"/>
                  </a:lnTo>
                  <a:lnTo>
                    <a:pt x="137159" y="44399"/>
                  </a:lnTo>
                  <a:lnTo>
                    <a:pt x="244209" y="44399"/>
                  </a:lnTo>
                  <a:lnTo>
                    <a:pt x="247840" y="20446"/>
                  </a:lnTo>
                  <a:lnTo>
                    <a:pt x="245256" y="19570"/>
                  </a:lnTo>
                  <a:lnTo>
                    <a:pt x="185940" y="19570"/>
                  </a:lnTo>
                  <a:lnTo>
                    <a:pt x="172072" y="2628"/>
                  </a:lnTo>
                  <a:lnTo>
                    <a:pt x="148056" y="0"/>
                  </a:lnTo>
                  <a:close/>
                </a:path>
                <a:path w="367029" h="440054">
                  <a:moveTo>
                    <a:pt x="111417" y="129971"/>
                  </a:moveTo>
                  <a:lnTo>
                    <a:pt x="105396" y="131345"/>
                  </a:lnTo>
                  <a:lnTo>
                    <a:pt x="114960" y="131345"/>
                  </a:lnTo>
                  <a:lnTo>
                    <a:pt x="113398" y="131140"/>
                  </a:lnTo>
                  <a:lnTo>
                    <a:pt x="111417" y="129971"/>
                  </a:lnTo>
                  <a:close/>
                </a:path>
                <a:path w="367029" h="440054">
                  <a:moveTo>
                    <a:pt x="258660" y="95211"/>
                  </a:moveTo>
                  <a:lnTo>
                    <a:pt x="220599" y="95211"/>
                  </a:lnTo>
                  <a:lnTo>
                    <a:pt x="239420" y="113322"/>
                  </a:lnTo>
                  <a:lnTo>
                    <a:pt x="241425" y="118799"/>
                  </a:lnTo>
                  <a:lnTo>
                    <a:pt x="265417" y="107480"/>
                  </a:lnTo>
                  <a:lnTo>
                    <a:pt x="258660" y="95211"/>
                  </a:lnTo>
                  <a:close/>
                </a:path>
                <a:path w="367029" h="440054">
                  <a:moveTo>
                    <a:pt x="244209" y="44399"/>
                  </a:moveTo>
                  <a:lnTo>
                    <a:pt x="137159" y="44399"/>
                  </a:lnTo>
                  <a:lnTo>
                    <a:pt x="181228" y="59283"/>
                  </a:lnTo>
                  <a:lnTo>
                    <a:pt x="179501" y="101930"/>
                  </a:lnTo>
                  <a:lnTo>
                    <a:pt x="197078" y="108064"/>
                  </a:lnTo>
                  <a:lnTo>
                    <a:pt x="220599" y="95211"/>
                  </a:lnTo>
                  <a:lnTo>
                    <a:pt x="258660" y="95211"/>
                  </a:lnTo>
                  <a:lnTo>
                    <a:pt x="256247" y="90830"/>
                  </a:lnTo>
                  <a:lnTo>
                    <a:pt x="239420" y="86448"/>
                  </a:lnTo>
                  <a:lnTo>
                    <a:pt x="239915" y="72720"/>
                  </a:lnTo>
                  <a:lnTo>
                    <a:pt x="244209" y="44399"/>
                  </a:lnTo>
                  <a:close/>
                </a:path>
                <a:path w="367029" h="440054">
                  <a:moveTo>
                    <a:pt x="89128" y="41186"/>
                  </a:moveTo>
                  <a:lnTo>
                    <a:pt x="51993" y="48196"/>
                  </a:lnTo>
                  <a:lnTo>
                    <a:pt x="52984" y="70091"/>
                  </a:lnTo>
                  <a:lnTo>
                    <a:pt x="44564" y="79146"/>
                  </a:lnTo>
                  <a:lnTo>
                    <a:pt x="96918" y="79146"/>
                  </a:lnTo>
                  <a:lnTo>
                    <a:pt x="97548" y="75933"/>
                  </a:lnTo>
                  <a:lnTo>
                    <a:pt x="89128" y="41186"/>
                  </a:lnTo>
                  <a:close/>
                </a:path>
                <a:path w="367029" h="440054">
                  <a:moveTo>
                    <a:pt x="206489" y="6426"/>
                  </a:moveTo>
                  <a:lnTo>
                    <a:pt x="185940" y="19570"/>
                  </a:lnTo>
                  <a:lnTo>
                    <a:pt x="245256" y="19570"/>
                  </a:lnTo>
                  <a:lnTo>
                    <a:pt x="206489" y="6426"/>
                  </a:lnTo>
                  <a:close/>
                </a:path>
              </a:pathLst>
            </a:custGeom>
            <a:solidFill>
              <a:srgbClr val="00FF00">
                <a:alpha val="6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330891" y="2909615"/>
              <a:ext cx="382905" cy="452120"/>
            </a:xfrm>
            <a:custGeom>
              <a:avLst/>
              <a:gdLst/>
              <a:ahLst/>
              <a:cxnLst/>
              <a:rect l="l" t="t" r="r" b="b"/>
              <a:pathLst>
                <a:path w="382904" h="452120">
                  <a:moveTo>
                    <a:pt x="382766" y="225767"/>
                  </a:moveTo>
                  <a:lnTo>
                    <a:pt x="377713" y="173993"/>
                  </a:lnTo>
                  <a:lnTo>
                    <a:pt x="363317" y="126470"/>
                  </a:lnTo>
                  <a:lnTo>
                    <a:pt x="340728" y="84551"/>
                  </a:lnTo>
                  <a:lnTo>
                    <a:pt x="311092" y="49590"/>
                  </a:lnTo>
                  <a:lnTo>
                    <a:pt x="275558" y="22943"/>
                  </a:lnTo>
                  <a:lnTo>
                    <a:pt x="235272" y="5961"/>
                  </a:lnTo>
                  <a:lnTo>
                    <a:pt x="191383" y="0"/>
                  </a:lnTo>
                  <a:lnTo>
                    <a:pt x="147494" y="5961"/>
                  </a:lnTo>
                  <a:lnTo>
                    <a:pt x="107208" y="22943"/>
                  </a:lnTo>
                  <a:lnTo>
                    <a:pt x="71674" y="49590"/>
                  </a:lnTo>
                  <a:lnTo>
                    <a:pt x="42038" y="84551"/>
                  </a:lnTo>
                  <a:lnTo>
                    <a:pt x="19448" y="126470"/>
                  </a:lnTo>
                  <a:lnTo>
                    <a:pt x="5053" y="173993"/>
                  </a:lnTo>
                  <a:lnTo>
                    <a:pt x="0" y="225767"/>
                  </a:lnTo>
                  <a:lnTo>
                    <a:pt x="5053" y="277541"/>
                  </a:lnTo>
                  <a:lnTo>
                    <a:pt x="19448" y="325065"/>
                  </a:lnTo>
                  <a:lnTo>
                    <a:pt x="42038" y="366984"/>
                  </a:lnTo>
                  <a:lnTo>
                    <a:pt x="71674" y="401944"/>
                  </a:lnTo>
                  <a:lnTo>
                    <a:pt x="107208" y="428592"/>
                  </a:lnTo>
                  <a:lnTo>
                    <a:pt x="147494" y="445574"/>
                  </a:lnTo>
                  <a:lnTo>
                    <a:pt x="191383" y="451535"/>
                  </a:lnTo>
                  <a:lnTo>
                    <a:pt x="235272" y="445574"/>
                  </a:lnTo>
                  <a:lnTo>
                    <a:pt x="275558" y="428592"/>
                  </a:lnTo>
                  <a:lnTo>
                    <a:pt x="311092" y="401944"/>
                  </a:lnTo>
                  <a:lnTo>
                    <a:pt x="340728" y="366984"/>
                  </a:lnTo>
                  <a:lnTo>
                    <a:pt x="363317" y="325065"/>
                  </a:lnTo>
                  <a:lnTo>
                    <a:pt x="377713" y="277541"/>
                  </a:lnTo>
                  <a:lnTo>
                    <a:pt x="382766" y="225767"/>
                  </a:lnTo>
                  <a:close/>
                </a:path>
              </a:pathLst>
            </a:custGeom>
            <a:ln w="2661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041213" y="2535770"/>
              <a:ext cx="537845" cy="0"/>
            </a:xfrm>
            <a:custGeom>
              <a:avLst/>
              <a:gdLst/>
              <a:ahLst/>
              <a:cxnLst/>
              <a:rect l="l" t="t" r="r" b="b"/>
              <a:pathLst>
                <a:path w="537845">
                  <a:moveTo>
                    <a:pt x="537259" y="0"/>
                  </a:moveTo>
                  <a:lnTo>
                    <a:pt x="0" y="0"/>
                  </a:lnTo>
                </a:path>
              </a:pathLst>
            </a:custGeom>
            <a:ln w="210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820623" y="2441130"/>
              <a:ext cx="241300" cy="189865"/>
            </a:xfrm>
            <a:custGeom>
              <a:avLst/>
              <a:gdLst/>
              <a:ahLst/>
              <a:cxnLst/>
              <a:rect l="l" t="t" r="r" b="b"/>
              <a:pathLst>
                <a:path w="241300" h="189864">
                  <a:moveTo>
                    <a:pt x="240906" y="0"/>
                  </a:moveTo>
                  <a:lnTo>
                    <a:pt x="0" y="94627"/>
                  </a:lnTo>
                  <a:lnTo>
                    <a:pt x="240906" y="189255"/>
                  </a:lnTo>
                  <a:lnTo>
                    <a:pt x="2409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578483" y="1974989"/>
              <a:ext cx="713105" cy="1122045"/>
            </a:xfrm>
            <a:custGeom>
              <a:avLst/>
              <a:gdLst/>
              <a:ahLst/>
              <a:cxnLst/>
              <a:rect l="l" t="t" r="r" b="b"/>
              <a:pathLst>
                <a:path w="713104" h="1122045">
                  <a:moveTo>
                    <a:pt x="475373" y="0"/>
                  </a:moveTo>
                  <a:lnTo>
                    <a:pt x="0" y="0"/>
                  </a:lnTo>
                  <a:lnTo>
                    <a:pt x="0" y="1121537"/>
                  </a:lnTo>
                  <a:lnTo>
                    <a:pt x="713054" y="1121537"/>
                  </a:lnTo>
                  <a:lnTo>
                    <a:pt x="713054" y="280682"/>
                  </a:lnTo>
                  <a:lnTo>
                    <a:pt x="475373" y="280682"/>
                  </a:lnTo>
                  <a:lnTo>
                    <a:pt x="475373" y="0"/>
                  </a:lnTo>
                  <a:close/>
                </a:path>
                <a:path w="713104" h="1122045">
                  <a:moveTo>
                    <a:pt x="475373" y="0"/>
                  </a:moveTo>
                  <a:lnTo>
                    <a:pt x="475373" y="280682"/>
                  </a:lnTo>
                  <a:lnTo>
                    <a:pt x="713054" y="280682"/>
                  </a:lnTo>
                  <a:lnTo>
                    <a:pt x="4753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578473" y="1975001"/>
              <a:ext cx="713105" cy="1122045"/>
            </a:xfrm>
            <a:custGeom>
              <a:avLst/>
              <a:gdLst/>
              <a:ahLst/>
              <a:cxnLst/>
              <a:rect l="l" t="t" r="r" b="b"/>
              <a:pathLst>
                <a:path w="713104" h="1122045">
                  <a:moveTo>
                    <a:pt x="475363" y="0"/>
                  </a:moveTo>
                  <a:lnTo>
                    <a:pt x="713045" y="280676"/>
                  </a:lnTo>
                  <a:lnTo>
                    <a:pt x="475363" y="280676"/>
                  </a:lnTo>
                  <a:lnTo>
                    <a:pt x="475363" y="0"/>
                  </a:lnTo>
                  <a:close/>
                </a:path>
                <a:path w="713104" h="1122045">
                  <a:moveTo>
                    <a:pt x="0" y="0"/>
                  </a:moveTo>
                  <a:lnTo>
                    <a:pt x="0" y="1121537"/>
                  </a:lnTo>
                  <a:lnTo>
                    <a:pt x="713045" y="1121537"/>
                  </a:lnTo>
                  <a:lnTo>
                    <a:pt x="713045" y="280676"/>
                  </a:lnTo>
                  <a:lnTo>
                    <a:pt x="475363" y="280676"/>
                  </a:lnTo>
                  <a:lnTo>
                    <a:pt x="475363" y="0"/>
                  </a:lnTo>
                  <a:lnTo>
                    <a:pt x="0" y="0"/>
                  </a:lnTo>
                  <a:close/>
                </a:path>
              </a:pathLst>
            </a:custGeom>
            <a:ln w="64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5558600" y="3468777"/>
            <a:ext cx="154432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285" dirty="0">
                <a:latin typeface="Arial"/>
                <a:cs typeface="Arial"/>
              </a:rPr>
              <a:t>Web</a:t>
            </a:r>
            <a:r>
              <a:rPr sz="2750" spc="-175" dirty="0">
                <a:latin typeface="Arial"/>
                <a:cs typeface="Arial"/>
              </a:rPr>
              <a:t> </a:t>
            </a:r>
            <a:r>
              <a:rPr sz="2750" spc="-195" dirty="0">
                <a:latin typeface="Arial"/>
                <a:cs typeface="Arial"/>
              </a:rPr>
              <a:t>server</a:t>
            </a:r>
            <a:endParaRPr sz="2750">
              <a:latin typeface="Arial"/>
              <a:cs typeface="Arial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83" name="object 83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84" name="object 8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79" name="object 79"/>
          <p:cNvSpPr txBox="1"/>
          <p:nvPr/>
        </p:nvSpPr>
        <p:spPr>
          <a:xfrm>
            <a:off x="3740582" y="2043498"/>
            <a:ext cx="125857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60" dirty="0">
                <a:latin typeface="Arial"/>
                <a:cs typeface="Arial"/>
              </a:rPr>
              <a:t>HTTP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114" dirty="0"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686608" y="2927585"/>
            <a:ext cx="1412875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-160" dirty="0">
                <a:latin typeface="Arial"/>
                <a:cs typeface="Arial"/>
              </a:rPr>
              <a:t>HTTP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spc="-125" dirty="0">
                <a:latin typeface="Arial"/>
                <a:cs typeface="Arial"/>
              </a:rPr>
              <a:t>response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7670502" y="2435745"/>
            <a:ext cx="528955" cy="446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350" spc="-125" dirty="0">
                <a:latin typeface="Arial"/>
                <a:cs typeface="Arial"/>
              </a:rPr>
              <a:t>XHTML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350" spc="-60" dirty="0">
                <a:latin typeface="Arial"/>
                <a:cs typeface="Arial"/>
              </a:rPr>
              <a:t>file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733288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512826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Processing </a:t>
            </a:r>
            <a:r>
              <a:rPr spc="-30" dirty="0"/>
              <a:t>a </a:t>
            </a:r>
            <a:r>
              <a:rPr spc="-35" dirty="0"/>
              <a:t>static web</a:t>
            </a:r>
            <a:r>
              <a:rPr spc="195" dirty="0"/>
              <a:t> </a:t>
            </a:r>
            <a:r>
              <a:rPr spc="-35" dirty="0"/>
              <a:t>Page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8" name="object 8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4357" y="1168857"/>
            <a:ext cx="4538345" cy="1237615"/>
          </a:xfrm>
          <a:prstGeom prst="rect">
            <a:avLst/>
          </a:prstGeom>
          <a:solidFill>
            <a:srgbClr val="FFFFFF"/>
          </a:solidFill>
          <a:ln w="13617">
            <a:solidFill>
              <a:srgbClr val="5B9BD5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85"/>
              </a:spcBef>
            </a:pPr>
            <a:r>
              <a:rPr sz="3000" b="1" dirty="0">
                <a:solidFill>
                  <a:srgbClr val="5B9BD5"/>
                </a:solidFill>
                <a:latin typeface="Carlito"/>
                <a:cs typeface="Carlito"/>
              </a:rPr>
              <a:t>A </a:t>
            </a:r>
            <a:r>
              <a:rPr sz="3000" b="1" spc="-5" dirty="0">
                <a:solidFill>
                  <a:srgbClr val="5B9BD5"/>
                </a:solidFill>
                <a:latin typeface="Carlito"/>
                <a:cs typeface="Carlito"/>
              </a:rPr>
              <a:t>simple </a:t>
            </a:r>
            <a:r>
              <a:rPr sz="3000" b="1" spc="5" dirty="0">
                <a:solidFill>
                  <a:srgbClr val="5B9BD5"/>
                </a:solidFill>
                <a:latin typeface="Carlito"/>
                <a:cs typeface="Carlito"/>
              </a:rPr>
              <a:t>HTTP</a:t>
            </a:r>
            <a:r>
              <a:rPr sz="3000" b="1" dirty="0">
                <a:solidFill>
                  <a:srgbClr val="5B9BD5"/>
                </a:solidFill>
                <a:latin typeface="Carlito"/>
                <a:cs typeface="Carlito"/>
              </a:rPr>
              <a:t> </a:t>
            </a:r>
            <a:r>
              <a:rPr sz="3000" b="1" spc="-15" dirty="0">
                <a:solidFill>
                  <a:srgbClr val="5B9BD5"/>
                </a:solidFill>
                <a:latin typeface="Carlito"/>
                <a:cs typeface="Carlito"/>
              </a:rPr>
              <a:t>request</a:t>
            </a:r>
            <a:endParaRPr sz="30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1900" b="1" spc="10" dirty="0">
                <a:latin typeface="Carlito"/>
                <a:cs typeface="Carlito"/>
              </a:rPr>
              <a:t>GET </a:t>
            </a:r>
            <a:r>
              <a:rPr sz="1900" b="1" dirty="0">
                <a:latin typeface="Carlito"/>
                <a:cs typeface="Carlito"/>
              </a:rPr>
              <a:t>/</a:t>
            </a:r>
            <a:r>
              <a:rPr sz="1900" b="1" spc="30" dirty="0">
                <a:latin typeface="Carlito"/>
                <a:cs typeface="Carlito"/>
              </a:rPr>
              <a:t> </a:t>
            </a:r>
            <a:r>
              <a:rPr sz="1900" b="1" dirty="0">
                <a:latin typeface="Carlito"/>
                <a:cs typeface="Carlito"/>
              </a:rPr>
              <a:t>HTTP/1.1</a:t>
            </a:r>
            <a:endParaRPr sz="19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latin typeface="Carlito"/>
                <a:cs typeface="Carlito"/>
              </a:rPr>
              <a:t>Host:</a:t>
            </a:r>
            <a:r>
              <a:rPr sz="1900" b="1" spc="20" dirty="0">
                <a:latin typeface="Carlito"/>
                <a:cs typeface="Carlito"/>
                <a:hlinkClick r:id="rId6"/>
              </a:rPr>
              <a:t> </a:t>
            </a:r>
            <a:r>
              <a:rPr sz="1900" b="1" spc="-5" dirty="0">
                <a:latin typeface="Carlito"/>
                <a:cs typeface="Carlito"/>
                <a:hlinkClick r:id="rId6"/>
              </a:rPr>
              <a:t>www.example.com</a:t>
            </a:r>
            <a:endParaRPr sz="1900">
              <a:latin typeface="Carlito"/>
              <a:cs typeface="Carlito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5488901" y="1168857"/>
            <a:ext cx="4536440" cy="4504055"/>
          </a:xfrm>
          <a:prstGeom prst="rect">
            <a:avLst/>
          </a:prstGeom>
          <a:ln w="13617">
            <a:solidFill>
              <a:srgbClr val="5B9BD5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185"/>
              </a:spcBef>
            </a:pPr>
            <a:r>
              <a:rPr sz="3000" b="1" dirty="0">
                <a:solidFill>
                  <a:srgbClr val="5B9BD5"/>
                </a:solidFill>
                <a:latin typeface="Carlito"/>
                <a:cs typeface="Carlito"/>
              </a:rPr>
              <a:t>A </a:t>
            </a:r>
            <a:r>
              <a:rPr sz="3000" b="1" spc="-5" dirty="0">
                <a:solidFill>
                  <a:srgbClr val="5B9BD5"/>
                </a:solidFill>
                <a:latin typeface="Carlito"/>
                <a:cs typeface="Carlito"/>
              </a:rPr>
              <a:t>simple </a:t>
            </a:r>
            <a:r>
              <a:rPr sz="3000" b="1" spc="5" dirty="0">
                <a:solidFill>
                  <a:srgbClr val="5B9BD5"/>
                </a:solidFill>
                <a:latin typeface="Carlito"/>
                <a:cs typeface="Carlito"/>
              </a:rPr>
              <a:t>HTTP</a:t>
            </a:r>
            <a:r>
              <a:rPr sz="3000" b="1" spc="-5" dirty="0">
                <a:solidFill>
                  <a:srgbClr val="5B9BD5"/>
                </a:solidFill>
                <a:latin typeface="Carlito"/>
                <a:cs typeface="Carlito"/>
              </a:rPr>
              <a:t> </a:t>
            </a:r>
            <a:r>
              <a:rPr sz="3000" b="1" spc="-10" dirty="0">
                <a:solidFill>
                  <a:srgbClr val="5B9BD5"/>
                </a:solidFill>
                <a:latin typeface="Carlito"/>
                <a:cs typeface="Carlito"/>
              </a:rPr>
              <a:t>response</a:t>
            </a:r>
            <a:endParaRPr sz="30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1900" b="1" dirty="0">
                <a:latin typeface="Carlito"/>
                <a:cs typeface="Carlito"/>
              </a:rPr>
              <a:t>HTTP/1.1 </a:t>
            </a:r>
            <a:r>
              <a:rPr sz="1900" b="1" spc="10" dirty="0">
                <a:latin typeface="Carlito"/>
                <a:cs typeface="Carlito"/>
              </a:rPr>
              <a:t>200</a:t>
            </a:r>
            <a:r>
              <a:rPr sz="1900" b="1" spc="45" dirty="0">
                <a:latin typeface="Carlito"/>
                <a:cs typeface="Carlito"/>
              </a:rPr>
              <a:t> </a:t>
            </a:r>
            <a:r>
              <a:rPr sz="1900" b="1" spc="5" dirty="0">
                <a:latin typeface="Carlito"/>
                <a:cs typeface="Carlito"/>
              </a:rPr>
              <a:t>OK</a:t>
            </a:r>
            <a:endParaRPr sz="19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1900" b="1" spc="-5" dirty="0">
                <a:latin typeface="Carlito"/>
                <a:cs typeface="Carlito"/>
              </a:rPr>
              <a:t>Content-Type:</a:t>
            </a:r>
            <a:r>
              <a:rPr sz="1900" b="1" spc="15" dirty="0">
                <a:latin typeface="Carlito"/>
                <a:cs typeface="Carlito"/>
              </a:rPr>
              <a:t> </a:t>
            </a:r>
            <a:r>
              <a:rPr sz="1900" b="1" dirty="0">
                <a:latin typeface="Carlito"/>
                <a:cs typeface="Carlito"/>
              </a:rPr>
              <a:t>text/html</a:t>
            </a:r>
            <a:endParaRPr sz="1900">
              <a:latin typeface="Carlito"/>
              <a:cs typeface="Carlito"/>
            </a:endParaRPr>
          </a:p>
          <a:p>
            <a:pPr marL="469900" marR="1922145">
              <a:lnSpc>
                <a:spcPct val="101099"/>
              </a:lnSpc>
              <a:spcBef>
                <a:spcPts val="95"/>
              </a:spcBef>
            </a:pPr>
            <a:r>
              <a:rPr sz="1900" b="1" dirty="0">
                <a:latin typeface="Carlito"/>
                <a:cs typeface="Carlito"/>
              </a:rPr>
              <a:t>Content-Length: </a:t>
            </a:r>
            <a:r>
              <a:rPr sz="1900" b="1" spc="10" dirty="0">
                <a:latin typeface="Carlito"/>
                <a:cs typeface="Carlito"/>
              </a:rPr>
              <a:t>136  </a:t>
            </a:r>
            <a:r>
              <a:rPr sz="1900" b="1" spc="5" dirty="0">
                <a:latin typeface="Carlito"/>
                <a:cs typeface="Carlito"/>
              </a:rPr>
              <a:t>Server:</a:t>
            </a:r>
            <a:r>
              <a:rPr sz="1900" b="1" spc="-40" dirty="0">
                <a:latin typeface="Carlito"/>
                <a:cs typeface="Carlito"/>
              </a:rPr>
              <a:t> </a:t>
            </a:r>
            <a:r>
              <a:rPr sz="1900" b="1" spc="5" dirty="0">
                <a:latin typeface="Carlito"/>
                <a:cs typeface="Carlito"/>
              </a:rPr>
              <a:t>Apache/2.2.3</a:t>
            </a:r>
            <a:endParaRPr sz="19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</a:pPr>
            <a:r>
              <a:rPr sz="1900" b="1" spc="5" dirty="0">
                <a:latin typeface="Carlito"/>
                <a:cs typeface="Carlito"/>
              </a:rPr>
              <a:t>&lt;html&gt;</a:t>
            </a:r>
            <a:endParaRPr sz="1900">
              <a:latin typeface="Carlito"/>
              <a:cs typeface="Carlito"/>
            </a:endParaRPr>
          </a:p>
          <a:p>
            <a:pPr marL="638810">
              <a:lnSpc>
                <a:spcPct val="100000"/>
              </a:lnSpc>
              <a:spcBef>
                <a:spcPts val="25"/>
              </a:spcBef>
            </a:pPr>
            <a:r>
              <a:rPr sz="1900" b="1" spc="5" dirty="0">
                <a:latin typeface="Carlito"/>
                <a:cs typeface="Carlito"/>
              </a:rPr>
              <a:t>&lt;head&gt;</a:t>
            </a:r>
            <a:endParaRPr sz="1900">
              <a:latin typeface="Carlito"/>
              <a:cs typeface="Carlito"/>
            </a:endParaRPr>
          </a:p>
          <a:p>
            <a:pPr marL="863600">
              <a:lnSpc>
                <a:spcPct val="100000"/>
              </a:lnSpc>
            </a:pPr>
            <a:r>
              <a:rPr sz="1900" b="1" spc="5" dirty="0">
                <a:latin typeface="Carlito"/>
                <a:cs typeface="Carlito"/>
              </a:rPr>
              <a:t>&lt;title&gt;Example </a:t>
            </a:r>
            <a:r>
              <a:rPr sz="1900" b="1" spc="-10" dirty="0">
                <a:latin typeface="Carlito"/>
                <a:cs typeface="Carlito"/>
              </a:rPr>
              <a:t>Web</a:t>
            </a:r>
            <a:r>
              <a:rPr sz="1900" b="1" spc="20" dirty="0">
                <a:latin typeface="Carlito"/>
                <a:cs typeface="Carlito"/>
              </a:rPr>
              <a:t> </a:t>
            </a:r>
            <a:r>
              <a:rPr sz="1900" b="1" dirty="0">
                <a:latin typeface="Carlito"/>
                <a:cs typeface="Carlito"/>
              </a:rPr>
              <a:t>Page&lt;/title&gt;</a:t>
            </a:r>
            <a:endParaRPr sz="1900">
              <a:latin typeface="Carlito"/>
              <a:cs typeface="Carlito"/>
            </a:endParaRPr>
          </a:p>
          <a:p>
            <a:pPr marL="638810">
              <a:lnSpc>
                <a:spcPct val="100000"/>
              </a:lnSpc>
              <a:spcBef>
                <a:spcPts val="25"/>
              </a:spcBef>
            </a:pPr>
            <a:r>
              <a:rPr sz="1900" b="1" spc="5" dirty="0">
                <a:latin typeface="Carlito"/>
                <a:cs typeface="Carlito"/>
              </a:rPr>
              <a:t>&lt;/head&gt;</a:t>
            </a:r>
            <a:endParaRPr sz="1900">
              <a:latin typeface="Carlito"/>
              <a:cs typeface="Carlito"/>
            </a:endParaRPr>
          </a:p>
          <a:p>
            <a:pPr marL="638810">
              <a:lnSpc>
                <a:spcPct val="100000"/>
              </a:lnSpc>
              <a:spcBef>
                <a:spcPts val="25"/>
              </a:spcBef>
            </a:pPr>
            <a:r>
              <a:rPr sz="1900" b="1" spc="5" dirty="0">
                <a:latin typeface="Carlito"/>
                <a:cs typeface="Carlito"/>
              </a:rPr>
              <a:t>&lt;body&gt;</a:t>
            </a:r>
            <a:endParaRPr sz="1900">
              <a:latin typeface="Carlito"/>
              <a:cs typeface="Carlito"/>
            </a:endParaRPr>
          </a:p>
          <a:p>
            <a:pPr marL="807085">
              <a:lnSpc>
                <a:spcPct val="100000"/>
              </a:lnSpc>
              <a:spcBef>
                <a:spcPts val="20"/>
              </a:spcBef>
            </a:pPr>
            <a:r>
              <a:rPr sz="1900" b="1" spc="5" dirty="0">
                <a:latin typeface="Carlito"/>
                <a:cs typeface="Carlito"/>
              </a:rPr>
              <a:t>&lt;p&gt;This </a:t>
            </a:r>
            <a:r>
              <a:rPr sz="1900" b="1" dirty="0">
                <a:latin typeface="Carlito"/>
                <a:cs typeface="Carlito"/>
              </a:rPr>
              <a:t>is a </a:t>
            </a:r>
            <a:r>
              <a:rPr sz="1900" b="1" spc="5" dirty="0">
                <a:latin typeface="Carlito"/>
                <a:cs typeface="Carlito"/>
              </a:rPr>
              <a:t>sample </a:t>
            </a:r>
            <a:r>
              <a:rPr sz="1900" b="1" dirty="0">
                <a:latin typeface="Carlito"/>
                <a:cs typeface="Carlito"/>
              </a:rPr>
              <a:t>web</a:t>
            </a:r>
            <a:r>
              <a:rPr sz="1900" b="1" spc="60" dirty="0">
                <a:latin typeface="Carlito"/>
                <a:cs typeface="Carlito"/>
              </a:rPr>
              <a:t> </a:t>
            </a:r>
            <a:r>
              <a:rPr sz="1900" b="1" spc="5" dirty="0">
                <a:latin typeface="Carlito"/>
                <a:cs typeface="Carlito"/>
              </a:rPr>
              <a:t>page&lt;/p&gt;</a:t>
            </a:r>
            <a:endParaRPr sz="1900">
              <a:latin typeface="Carlito"/>
              <a:cs typeface="Carlito"/>
            </a:endParaRPr>
          </a:p>
          <a:p>
            <a:pPr marL="638810">
              <a:lnSpc>
                <a:spcPct val="100000"/>
              </a:lnSpc>
              <a:spcBef>
                <a:spcPts val="25"/>
              </a:spcBef>
            </a:pPr>
            <a:r>
              <a:rPr sz="1900" b="1" spc="5" dirty="0">
                <a:latin typeface="Carlito"/>
                <a:cs typeface="Carlito"/>
              </a:rPr>
              <a:t>&lt;/body&gt;</a:t>
            </a:r>
            <a:endParaRPr sz="1900">
              <a:latin typeface="Carlito"/>
              <a:cs typeface="Carlito"/>
            </a:endParaRPr>
          </a:p>
          <a:p>
            <a:pPr marL="469900">
              <a:lnSpc>
                <a:spcPct val="100000"/>
              </a:lnSpc>
              <a:spcBef>
                <a:spcPts val="120"/>
              </a:spcBef>
            </a:pPr>
            <a:r>
              <a:rPr sz="1900" b="1" spc="5" dirty="0">
                <a:latin typeface="Carlito"/>
                <a:cs typeface="Carlito"/>
              </a:rPr>
              <a:t>&lt;/html&gt;</a:t>
            </a:r>
            <a:endParaRPr sz="19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6300215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56940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Processing </a:t>
            </a:r>
            <a:r>
              <a:rPr spc="-30" dirty="0"/>
              <a:t>a </a:t>
            </a:r>
            <a:r>
              <a:rPr spc="-15" dirty="0"/>
              <a:t>dynamic </a:t>
            </a:r>
            <a:r>
              <a:rPr spc="-35" dirty="0"/>
              <a:t>web</a:t>
            </a:r>
            <a:r>
              <a:rPr spc="180" dirty="0"/>
              <a:t> </a:t>
            </a:r>
            <a:r>
              <a:rPr spc="-35" dirty="0"/>
              <a:t>Page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951043" y="4388350"/>
            <a:ext cx="883285" cy="964565"/>
            <a:chOff x="3951043" y="4388350"/>
            <a:chExt cx="883285" cy="964565"/>
          </a:xfrm>
        </p:grpSpPr>
        <p:sp>
          <p:nvSpPr>
            <p:cNvPr id="8" name="object 8"/>
            <p:cNvSpPr/>
            <p:nvPr/>
          </p:nvSpPr>
          <p:spPr>
            <a:xfrm>
              <a:off x="4262843" y="5035778"/>
              <a:ext cx="571500" cy="307340"/>
            </a:xfrm>
            <a:custGeom>
              <a:avLst/>
              <a:gdLst/>
              <a:ahLst/>
              <a:cxnLst/>
              <a:rect l="l" t="t" r="r" b="b"/>
              <a:pathLst>
                <a:path w="571500" h="307339">
                  <a:moveTo>
                    <a:pt x="441413" y="0"/>
                  </a:moveTo>
                  <a:lnTo>
                    <a:pt x="0" y="306997"/>
                  </a:lnTo>
                  <a:lnTo>
                    <a:pt x="172046" y="307200"/>
                  </a:lnTo>
                  <a:lnTo>
                    <a:pt x="221557" y="306681"/>
                  </a:lnTo>
                  <a:lnTo>
                    <a:pt x="270410" y="302538"/>
                  </a:lnTo>
                  <a:lnTo>
                    <a:pt x="318265" y="294869"/>
                  </a:lnTo>
                  <a:lnTo>
                    <a:pt x="364780" y="283767"/>
                  </a:lnTo>
                  <a:lnTo>
                    <a:pt x="409613" y="269328"/>
                  </a:lnTo>
                  <a:lnTo>
                    <a:pt x="452423" y="251648"/>
                  </a:lnTo>
                  <a:lnTo>
                    <a:pt x="492867" y="230822"/>
                  </a:lnTo>
                  <a:lnTo>
                    <a:pt x="530606" y="206946"/>
                  </a:lnTo>
                  <a:lnTo>
                    <a:pt x="559370" y="171889"/>
                  </a:lnTo>
                  <a:lnTo>
                    <a:pt x="571447" y="133349"/>
                  </a:lnTo>
                  <a:lnTo>
                    <a:pt x="567179" y="94296"/>
                  </a:lnTo>
                  <a:lnTo>
                    <a:pt x="546910" y="57704"/>
                  </a:lnTo>
                  <a:lnTo>
                    <a:pt x="510984" y="26543"/>
                  </a:lnTo>
                  <a:lnTo>
                    <a:pt x="460226" y="4349"/>
                  </a:lnTo>
                  <a:lnTo>
                    <a:pt x="441413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0571" y="4397883"/>
              <a:ext cx="805129" cy="3698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960568" y="4397875"/>
              <a:ext cx="805180" cy="370205"/>
            </a:xfrm>
            <a:custGeom>
              <a:avLst/>
              <a:gdLst/>
              <a:ahLst/>
              <a:cxnLst/>
              <a:rect l="l" t="t" r="r" b="b"/>
              <a:pathLst>
                <a:path w="805179" h="370204">
                  <a:moveTo>
                    <a:pt x="305640" y="369840"/>
                  </a:moveTo>
                  <a:lnTo>
                    <a:pt x="805129" y="140216"/>
                  </a:lnTo>
                  <a:lnTo>
                    <a:pt x="495525" y="0"/>
                  </a:lnTo>
                  <a:lnTo>
                    <a:pt x="0" y="228157"/>
                  </a:lnTo>
                  <a:lnTo>
                    <a:pt x="35456" y="258055"/>
                  </a:lnTo>
                  <a:lnTo>
                    <a:pt x="74172" y="284975"/>
                  </a:lnTo>
                  <a:lnTo>
                    <a:pt x="115838" y="308774"/>
                  </a:lnTo>
                  <a:lnTo>
                    <a:pt x="160146" y="329305"/>
                  </a:lnTo>
                  <a:lnTo>
                    <a:pt x="206788" y="346423"/>
                  </a:lnTo>
                  <a:lnTo>
                    <a:pt x="255455" y="359983"/>
                  </a:lnTo>
                  <a:lnTo>
                    <a:pt x="305838" y="369840"/>
                  </a:lnTo>
                </a:path>
              </a:pathLst>
            </a:custGeom>
            <a:ln w="608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60571" y="4627016"/>
              <a:ext cx="305638" cy="71755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60568" y="4627010"/>
              <a:ext cx="306070" cy="717550"/>
            </a:xfrm>
            <a:custGeom>
              <a:avLst/>
              <a:gdLst/>
              <a:ahLst/>
              <a:cxnLst/>
              <a:rect l="l" t="t" r="r" b="b"/>
              <a:pathLst>
                <a:path w="306070" h="717550">
                  <a:moveTo>
                    <a:pt x="305640" y="142496"/>
                  </a:moveTo>
                  <a:lnTo>
                    <a:pt x="255184" y="132629"/>
                  </a:lnTo>
                  <a:lnTo>
                    <a:pt x="206473" y="119032"/>
                  </a:lnTo>
                  <a:lnTo>
                    <a:pt x="159818" y="101846"/>
                  </a:lnTo>
                  <a:lnTo>
                    <a:pt x="115531" y="81210"/>
                  </a:lnTo>
                  <a:lnTo>
                    <a:pt x="73924" y="57264"/>
                  </a:lnTo>
                  <a:lnTo>
                    <a:pt x="35310" y="30147"/>
                  </a:lnTo>
                  <a:lnTo>
                    <a:pt x="0" y="0"/>
                  </a:lnTo>
                  <a:lnTo>
                    <a:pt x="0" y="586597"/>
                  </a:lnTo>
                  <a:lnTo>
                    <a:pt x="35892" y="615094"/>
                  </a:lnTo>
                  <a:lnTo>
                    <a:pt x="74895" y="640553"/>
                  </a:lnTo>
                  <a:lnTo>
                    <a:pt x="116696" y="662840"/>
                  </a:lnTo>
                  <a:lnTo>
                    <a:pt x="160983" y="681818"/>
                  </a:lnTo>
                  <a:lnTo>
                    <a:pt x="207444" y="697353"/>
                  </a:lnTo>
                  <a:lnTo>
                    <a:pt x="255767" y="709308"/>
                  </a:lnTo>
                  <a:lnTo>
                    <a:pt x="305640" y="717548"/>
                  </a:lnTo>
                  <a:lnTo>
                    <a:pt x="305441" y="142496"/>
                  </a:lnTo>
                </a:path>
              </a:pathLst>
            </a:custGeom>
            <a:ln w="6940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66209" y="4538091"/>
              <a:ext cx="499490" cy="80413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66208" y="4538092"/>
              <a:ext cx="499745" cy="804545"/>
            </a:xfrm>
            <a:custGeom>
              <a:avLst/>
              <a:gdLst/>
              <a:ahLst/>
              <a:cxnLst/>
              <a:rect l="l" t="t" r="r" b="b"/>
              <a:pathLst>
                <a:path w="499745" h="804545">
                  <a:moveTo>
                    <a:pt x="0" y="229623"/>
                  </a:moveTo>
                  <a:lnTo>
                    <a:pt x="0" y="804137"/>
                  </a:lnTo>
                  <a:lnTo>
                    <a:pt x="499489" y="576663"/>
                  </a:lnTo>
                  <a:lnTo>
                    <a:pt x="499489" y="0"/>
                  </a:lnTo>
                  <a:lnTo>
                    <a:pt x="0" y="229623"/>
                  </a:lnTo>
                  <a:close/>
                </a:path>
              </a:pathLst>
            </a:custGeom>
            <a:ln w="67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0568" y="4397875"/>
              <a:ext cx="805180" cy="945515"/>
            </a:xfrm>
            <a:custGeom>
              <a:avLst/>
              <a:gdLst/>
              <a:ahLst/>
              <a:cxnLst/>
              <a:rect l="l" t="t" r="r" b="b"/>
              <a:pathLst>
                <a:path w="805179" h="945514">
                  <a:moveTo>
                    <a:pt x="805129" y="140216"/>
                  </a:moveTo>
                  <a:lnTo>
                    <a:pt x="495525" y="0"/>
                  </a:lnTo>
                  <a:lnTo>
                    <a:pt x="0" y="228157"/>
                  </a:lnTo>
                  <a:lnTo>
                    <a:pt x="198" y="813941"/>
                  </a:lnTo>
                  <a:lnTo>
                    <a:pt x="36091" y="842468"/>
                  </a:lnTo>
                  <a:lnTo>
                    <a:pt x="75093" y="867951"/>
                  </a:lnTo>
                  <a:lnTo>
                    <a:pt x="116894" y="890254"/>
                  </a:lnTo>
                  <a:lnTo>
                    <a:pt x="161181" y="909243"/>
                  </a:lnTo>
                  <a:lnTo>
                    <a:pt x="207642" y="924783"/>
                  </a:lnTo>
                  <a:lnTo>
                    <a:pt x="255965" y="936737"/>
                  </a:lnTo>
                  <a:lnTo>
                    <a:pt x="305838" y="944972"/>
                  </a:lnTo>
                  <a:lnTo>
                    <a:pt x="805129" y="716880"/>
                  </a:lnTo>
                  <a:lnTo>
                    <a:pt x="805129" y="140216"/>
                  </a:lnTo>
                  <a:close/>
                </a:path>
              </a:pathLst>
            </a:custGeom>
            <a:ln w="18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76509" y="4981310"/>
              <a:ext cx="49377" cy="515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76509" y="4981310"/>
              <a:ext cx="49530" cy="52069"/>
            </a:xfrm>
            <a:custGeom>
              <a:avLst/>
              <a:gdLst/>
              <a:ahLst/>
              <a:cxnLst/>
              <a:rect l="l" t="t" r="r" b="b"/>
              <a:pathLst>
                <a:path w="49529" h="52070">
                  <a:moveTo>
                    <a:pt x="46789" y="19122"/>
                  </a:moveTo>
                  <a:lnTo>
                    <a:pt x="40722" y="9878"/>
                  </a:lnTo>
                  <a:lnTo>
                    <a:pt x="32444" y="3305"/>
                  </a:lnTo>
                  <a:lnTo>
                    <a:pt x="23014" y="0"/>
                  </a:lnTo>
                  <a:lnTo>
                    <a:pt x="13490" y="557"/>
                  </a:lnTo>
                  <a:lnTo>
                    <a:pt x="5822" y="5084"/>
                  </a:lnTo>
                  <a:lnTo>
                    <a:pt x="1201" y="12588"/>
                  </a:lnTo>
                  <a:lnTo>
                    <a:pt x="0" y="22015"/>
                  </a:lnTo>
                  <a:lnTo>
                    <a:pt x="2589" y="32313"/>
                  </a:lnTo>
                  <a:lnTo>
                    <a:pt x="8684" y="41649"/>
                  </a:lnTo>
                  <a:lnTo>
                    <a:pt x="17008" y="48252"/>
                  </a:lnTo>
                  <a:lnTo>
                    <a:pt x="26448" y="51527"/>
                  </a:lnTo>
                  <a:lnTo>
                    <a:pt x="35888" y="50878"/>
                  </a:lnTo>
                  <a:lnTo>
                    <a:pt x="43556" y="46375"/>
                  </a:lnTo>
                  <a:lnTo>
                    <a:pt x="48177" y="38909"/>
                  </a:lnTo>
                  <a:lnTo>
                    <a:pt x="49379" y="29489"/>
                  </a:lnTo>
                  <a:lnTo>
                    <a:pt x="46789" y="19122"/>
                  </a:lnTo>
                  <a:close/>
                </a:path>
              </a:pathLst>
            </a:custGeom>
            <a:ln w="6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05004" y="5094982"/>
              <a:ext cx="216768" cy="16989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006557" y="4757623"/>
              <a:ext cx="223520" cy="105410"/>
            </a:xfrm>
            <a:custGeom>
              <a:avLst/>
              <a:gdLst/>
              <a:ahLst/>
              <a:cxnLst/>
              <a:rect l="l" t="t" r="r" b="b"/>
              <a:pathLst>
                <a:path w="223520" h="105410">
                  <a:moveTo>
                    <a:pt x="8712" y="0"/>
                  </a:moveTo>
                  <a:lnTo>
                    <a:pt x="4356" y="165"/>
                  </a:lnTo>
                  <a:lnTo>
                    <a:pt x="584" y="3416"/>
                  </a:lnTo>
                  <a:lnTo>
                    <a:pt x="0" y="5041"/>
                  </a:lnTo>
                  <a:lnTo>
                    <a:pt x="584" y="10261"/>
                  </a:lnTo>
                  <a:lnTo>
                    <a:pt x="3365" y="13677"/>
                  </a:lnTo>
                  <a:lnTo>
                    <a:pt x="7531" y="15633"/>
                  </a:lnTo>
                  <a:lnTo>
                    <a:pt x="53930" y="44901"/>
                  </a:lnTo>
                  <a:lnTo>
                    <a:pt x="104155" y="69759"/>
                  </a:lnTo>
                  <a:lnTo>
                    <a:pt x="157653" y="89948"/>
                  </a:lnTo>
                  <a:lnTo>
                    <a:pt x="213868" y="105206"/>
                  </a:lnTo>
                  <a:lnTo>
                    <a:pt x="219608" y="104228"/>
                  </a:lnTo>
                  <a:lnTo>
                    <a:pt x="223177" y="99821"/>
                  </a:lnTo>
                  <a:lnTo>
                    <a:pt x="221005" y="92176"/>
                  </a:lnTo>
                  <a:lnTo>
                    <a:pt x="217830" y="89725"/>
                  </a:lnTo>
                  <a:lnTo>
                    <a:pt x="213868" y="88912"/>
                  </a:lnTo>
                  <a:lnTo>
                    <a:pt x="158802" y="74204"/>
                  </a:lnTo>
                  <a:lnTo>
                    <a:pt x="106360" y="54654"/>
                  </a:lnTo>
                  <a:lnTo>
                    <a:pt x="57078" y="30494"/>
                  </a:lnTo>
                  <a:lnTo>
                    <a:pt x="11493" y="1955"/>
                  </a:lnTo>
                  <a:lnTo>
                    <a:pt x="8712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06553" y="4757618"/>
              <a:ext cx="223520" cy="105410"/>
            </a:xfrm>
            <a:custGeom>
              <a:avLst/>
              <a:gdLst/>
              <a:ahLst/>
              <a:cxnLst/>
              <a:rect l="l" t="t" r="r" b="b"/>
              <a:pathLst>
                <a:path w="223520" h="105410">
                  <a:moveTo>
                    <a:pt x="7531" y="15633"/>
                  </a:moveTo>
                  <a:lnTo>
                    <a:pt x="53931" y="44904"/>
                  </a:lnTo>
                  <a:lnTo>
                    <a:pt x="104159" y="69762"/>
                  </a:lnTo>
                  <a:lnTo>
                    <a:pt x="157657" y="89948"/>
                  </a:lnTo>
                  <a:lnTo>
                    <a:pt x="213868" y="105203"/>
                  </a:lnTo>
                  <a:lnTo>
                    <a:pt x="219616" y="104226"/>
                  </a:lnTo>
                  <a:lnTo>
                    <a:pt x="223184" y="99829"/>
                  </a:lnTo>
                  <a:lnTo>
                    <a:pt x="221797" y="95269"/>
                  </a:lnTo>
                  <a:lnTo>
                    <a:pt x="221004" y="92175"/>
                  </a:lnTo>
                  <a:lnTo>
                    <a:pt x="217832" y="89732"/>
                  </a:lnTo>
                  <a:lnTo>
                    <a:pt x="213868" y="88917"/>
                  </a:lnTo>
                  <a:lnTo>
                    <a:pt x="158806" y="74207"/>
                  </a:lnTo>
                  <a:lnTo>
                    <a:pt x="106364" y="54657"/>
                  </a:lnTo>
                  <a:lnTo>
                    <a:pt x="57081" y="30496"/>
                  </a:lnTo>
                  <a:lnTo>
                    <a:pt x="11496" y="1954"/>
                  </a:lnTo>
                  <a:lnTo>
                    <a:pt x="8721" y="0"/>
                  </a:lnTo>
                  <a:lnTo>
                    <a:pt x="4360" y="162"/>
                  </a:lnTo>
                  <a:lnTo>
                    <a:pt x="1982" y="2279"/>
                  </a:lnTo>
                  <a:lnTo>
                    <a:pt x="594" y="3419"/>
                  </a:lnTo>
                  <a:lnTo>
                    <a:pt x="0" y="5048"/>
                  </a:lnTo>
                  <a:lnTo>
                    <a:pt x="198" y="6514"/>
                  </a:lnTo>
                  <a:lnTo>
                    <a:pt x="594" y="10259"/>
                  </a:lnTo>
                  <a:lnTo>
                    <a:pt x="3369" y="13679"/>
                  </a:lnTo>
                  <a:lnTo>
                    <a:pt x="7531" y="15633"/>
                  </a:lnTo>
                  <a:close/>
                </a:path>
              </a:pathLst>
            </a:custGeom>
            <a:ln w="6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72929" y="4809087"/>
              <a:ext cx="62863" cy="3354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072929" y="4809085"/>
              <a:ext cx="62865" cy="33655"/>
            </a:xfrm>
            <a:custGeom>
              <a:avLst/>
              <a:gdLst/>
              <a:ahLst/>
              <a:cxnLst/>
              <a:rect l="l" t="t" r="r" b="b"/>
              <a:pathLst>
                <a:path w="62864" h="33654">
                  <a:moveTo>
                    <a:pt x="62857" y="32565"/>
                  </a:moveTo>
                  <a:lnTo>
                    <a:pt x="50936" y="13791"/>
                  </a:lnTo>
                  <a:lnTo>
                    <a:pt x="35430" y="2681"/>
                  </a:lnTo>
                  <a:lnTo>
                    <a:pt x="18176" y="0"/>
                  </a:lnTo>
                  <a:lnTo>
                    <a:pt x="1015" y="6509"/>
                  </a:lnTo>
                  <a:lnTo>
                    <a:pt x="0" y="15046"/>
                  </a:lnTo>
                  <a:lnTo>
                    <a:pt x="6565" y="22774"/>
                  </a:lnTo>
                  <a:lnTo>
                    <a:pt x="19523" y="28883"/>
                  </a:lnTo>
                  <a:lnTo>
                    <a:pt x="37684" y="32565"/>
                  </a:lnTo>
                  <a:lnTo>
                    <a:pt x="46009" y="33542"/>
                  </a:lnTo>
                  <a:lnTo>
                    <a:pt x="54532" y="33542"/>
                  </a:lnTo>
                  <a:lnTo>
                    <a:pt x="62857" y="3256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014876" y="4821136"/>
              <a:ext cx="206540" cy="13516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14876" y="4830089"/>
              <a:ext cx="207010" cy="100965"/>
            </a:xfrm>
            <a:custGeom>
              <a:avLst/>
              <a:gdLst/>
              <a:ahLst/>
              <a:cxnLst/>
              <a:rect l="l" t="t" r="r" b="b"/>
              <a:pathLst>
                <a:path w="207010" h="100964">
                  <a:moveTo>
                    <a:pt x="0" y="0"/>
                  </a:moveTo>
                  <a:lnTo>
                    <a:pt x="0" y="11404"/>
                  </a:lnTo>
                  <a:lnTo>
                    <a:pt x="46289" y="40857"/>
                  </a:lnTo>
                  <a:lnTo>
                    <a:pt x="96502" y="65776"/>
                  </a:lnTo>
                  <a:lnTo>
                    <a:pt x="150099" y="85899"/>
                  </a:lnTo>
                  <a:lnTo>
                    <a:pt x="206540" y="100965"/>
                  </a:lnTo>
                  <a:lnTo>
                    <a:pt x="206540" y="89573"/>
                  </a:lnTo>
                  <a:lnTo>
                    <a:pt x="150604" y="73789"/>
                  </a:lnTo>
                  <a:lnTo>
                    <a:pt x="97250" y="53459"/>
                  </a:lnTo>
                  <a:lnTo>
                    <a:pt x="46905" y="28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14878" y="4820317"/>
              <a:ext cx="207010" cy="135255"/>
            </a:xfrm>
            <a:custGeom>
              <a:avLst/>
              <a:gdLst/>
              <a:ahLst/>
              <a:cxnLst/>
              <a:rect l="l" t="t" r="r" b="b"/>
              <a:pathLst>
                <a:path w="207010" h="135254">
                  <a:moveTo>
                    <a:pt x="0" y="0"/>
                  </a:moveTo>
                  <a:lnTo>
                    <a:pt x="0" y="45598"/>
                  </a:lnTo>
                  <a:lnTo>
                    <a:pt x="46904" y="74388"/>
                  </a:lnTo>
                  <a:lnTo>
                    <a:pt x="97246" y="99055"/>
                  </a:lnTo>
                  <a:lnTo>
                    <a:pt x="150599" y="119386"/>
                  </a:lnTo>
                  <a:lnTo>
                    <a:pt x="206534" y="135168"/>
                  </a:lnTo>
                </a:path>
              </a:pathLst>
            </a:custGeom>
            <a:ln w="62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014878" y="4821945"/>
              <a:ext cx="207010" cy="135255"/>
            </a:xfrm>
            <a:custGeom>
              <a:avLst/>
              <a:gdLst/>
              <a:ahLst/>
              <a:cxnLst/>
              <a:rect l="l" t="t" r="r" b="b"/>
              <a:pathLst>
                <a:path w="207010" h="135254">
                  <a:moveTo>
                    <a:pt x="206534" y="135168"/>
                  </a:moveTo>
                  <a:lnTo>
                    <a:pt x="206534" y="89569"/>
                  </a:lnTo>
                  <a:lnTo>
                    <a:pt x="150710" y="73535"/>
                  </a:lnTo>
                  <a:lnTo>
                    <a:pt x="97395" y="53151"/>
                  </a:lnTo>
                  <a:lnTo>
                    <a:pt x="47016" y="28583"/>
                  </a:lnTo>
                  <a:lnTo>
                    <a:pt x="0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776223" y="101605"/>
            <a:ext cx="9431020" cy="4163695"/>
            <a:chOff x="776223" y="101605"/>
            <a:chExt cx="9431020" cy="4163695"/>
          </a:xfrm>
        </p:grpSpPr>
        <p:sp>
          <p:nvSpPr>
            <p:cNvPr id="28" name="object 28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23528" y="101605"/>
              <a:ext cx="1197864" cy="7680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6223" y="1022095"/>
              <a:ext cx="7415783" cy="324307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996161" y="1230134"/>
              <a:ext cx="463550" cy="2393315"/>
            </a:xfrm>
            <a:custGeom>
              <a:avLst/>
              <a:gdLst/>
              <a:ahLst/>
              <a:cxnLst/>
              <a:rect l="l" t="t" r="r" b="b"/>
              <a:pathLst>
                <a:path w="463550" h="2393315">
                  <a:moveTo>
                    <a:pt x="0" y="0"/>
                  </a:moveTo>
                  <a:lnTo>
                    <a:pt x="73169" y="1966"/>
                  </a:lnTo>
                  <a:lnTo>
                    <a:pt x="136716" y="7443"/>
                  </a:lnTo>
                  <a:lnTo>
                    <a:pt x="186827" y="15795"/>
                  </a:lnTo>
                  <a:lnTo>
                    <a:pt x="231492" y="38581"/>
                  </a:lnTo>
                  <a:lnTo>
                    <a:pt x="231492" y="1158031"/>
                  </a:lnTo>
                  <a:lnTo>
                    <a:pt x="243294" y="1170224"/>
                  </a:lnTo>
                  <a:lnTo>
                    <a:pt x="276157" y="1180814"/>
                  </a:lnTo>
                  <a:lnTo>
                    <a:pt x="326268" y="1189166"/>
                  </a:lnTo>
                  <a:lnTo>
                    <a:pt x="389815" y="1194643"/>
                  </a:lnTo>
                  <a:lnTo>
                    <a:pt x="462985" y="1196610"/>
                  </a:lnTo>
                  <a:lnTo>
                    <a:pt x="389815" y="1198577"/>
                  </a:lnTo>
                  <a:lnTo>
                    <a:pt x="326268" y="1204054"/>
                  </a:lnTo>
                  <a:lnTo>
                    <a:pt x="276157" y="1212407"/>
                  </a:lnTo>
                  <a:lnTo>
                    <a:pt x="243294" y="1223000"/>
                  </a:lnTo>
                  <a:lnTo>
                    <a:pt x="231492" y="1235199"/>
                  </a:lnTo>
                  <a:lnTo>
                    <a:pt x="231492" y="2354641"/>
                  </a:lnTo>
                  <a:lnTo>
                    <a:pt x="219690" y="2366834"/>
                  </a:lnTo>
                  <a:lnTo>
                    <a:pt x="186827" y="2377425"/>
                  </a:lnTo>
                  <a:lnTo>
                    <a:pt x="136716" y="2385776"/>
                  </a:lnTo>
                  <a:lnTo>
                    <a:pt x="73169" y="2391253"/>
                  </a:lnTo>
                  <a:lnTo>
                    <a:pt x="0" y="2393220"/>
                  </a:lnTo>
                </a:path>
              </a:pathLst>
            </a:custGeom>
            <a:ln w="6808">
              <a:solidFill>
                <a:srgbClr val="5B9B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14869" y="5381639"/>
            <a:ext cx="117665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15" dirty="0">
                <a:latin typeface="Arial"/>
                <a:cs typeface="Arial"/>
              </a:rPr>
              <a:t>Web</a:t>
            </a:r>
            <a:r>
              <a:rPr sz="1400" spc="25" dirty="0">
                <a:latin typeface="Arial"/>
                <a:cs typeface="Arial"/>
              </a:rPr>
              <a:t> </a:t>
            </a:r>
            <a:r>
              <a:rPr sz="1400" spc="150" dirty="0"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045662" y="5624728"/>
            <a:ext cx="838200" cy="1198245"/>
            <a:chOff x="4045662" y="5624728"/>
            <a:chExt cx="838200" cy="1198245"/>
          </a:xfrm>
        </p:grpSpPr>
        <p:sp>
          <p:nvSpPr>
            <p:cNvPr id="34" name="object 34"/>
            <p:cNvSpPr/>
            <p:nvPr/>
          </p:nvSpPr>
          <p:spPr>
            <a:xfrm>
              <a:off x="4464617" y="5717069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h="196214">
                  <a:moveTo>
                    <a:pt x="0" y="196091"/>
                  </a:moveTo>
                  <a:lnTo>
                    <a:pt x="0" y="0"/>
                  </a:lnTo>
                </a:path>
              </a:pathLst>
            </a:custGeom>
            <a:ln w="142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00397" y="5624728"/>
              <a:ext cx="128905" cy="106045"/>
            </a:xfrm>
            <a:custGeom>
              <a:avLst/>
              <a:gdLst/>
              <a:ahLst/>
              <a:cxnLst/>
              <a:rect l="l" t="t" r="r" b="b"/>
              <a:pathLst>
                <a:path w="128904" h="106045">
                  <a:moveTo>
                    <a:pt x="64223" y="0"/>
                  </a:moveTo>
                  <a:lnTo>
                    <a:pt x="0" y="105537"/>
                  </a:lnTo>
                  <a:lnTo>
                    <a:pt x="128435" y="105537"/>
                  </a:lnTo>
                  <a:lnTo>
                    <a:pt x="642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52341" y="5913158"/>
              <a:ext cx="824865" cy="903605"/>
            </a:xfrm>
            <a:custGeom>
              <a:avLst/>
              <a:gdLst/>
              <a:ahLst/>
              <a:cxnLst/>
              <a:rect l="l" t="t" r="r" b="b"/>
              <a:pathLst>
                <a:path w="824864" h="903604">
                  <a:moveTo>
                    <a:pt x="549630" y="0"/>
                  </a:moveTo>
                  <a:lnTo>
                    <a:pt x="0" y="0"/>
                  </a:lnTo>
                  <a:lnTo>
                    <a:pt x="0" y="903128"/>
                  </a:lnTo>
                  <a:lnTo>
                    <a:pt x="824357" y="903128"/>
                  </a:lnTo>
                  <a:lnTo>
                    <a:pt x="824357" y="225780"/>
                  </a:lnTo>
                  <a:lnTo>
                    <a:pt x="549630" y="225780"/>
                  </a:lnTo>
                  <a:lnTo>
                    <a:pt x="549630" y="0"/>
                  </a:lnTo>
                  <a:close/>
                </a:path>
                <a:path w="824864" h="903604">
                  <a:moveTo>
                    <a:pt x="549630" y="0"/>
                  </a:moveTo>
                  <a:lnTo>
                    <a:pt x="549630" y="225780"/>
                  </a:lnTo>
                  <a:lnTo>
                    <a:pt x="824357" y="225780"/>
                  </a:lnTo>
                  <a:lnTo>
                    <a:pt x="5496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52340" y="5913161"/>
              <a:ext cx="824865" cy="903605"/>
            </a:xfrm>
            <a:custGeom>
              <a:avLst/>
              <a:gdLst/>
              <a:ahLst/>
              <a:cxnLst/>
              <a:rect l="l" t="t" r="r" b="b"/>
              <a:pathLst>
                <a:path w="824864" h="903604">
                  <a:moveTo>
                    <a:pt x="549636" y="0"/>
                  </a:moveTo>
                  <a:lnTo>
                    <a:pt x="824356" y="225779"/>
                  </a:lnTo>
                  <a:lnTo>
                    <a:pt x="549636" y="225779"/>
                  </a:lnTo>
                  <a:lnTo>
                    <a:pt x="549636" y="0"/>
                  </a:lnTo>
                  <a:close/>
                </a:path>
                <a:path w="824864" h="903604">
                  <a:moveTo>
                    <a:pt x="0" y="0"/>
                  </a:moveTo>
                  <a:lnTo>
                    <a:pt x="0" y="903126"/>
                  </a:lnTo>
                  <a:lnTo>
                    <a:pt x="824356" y="903126"/>
                  </a:lnTo>
                  <a:lnTo>
                    <a:pt x="824356" y="225779"/>
                  </a:lnTo>
                  <a:lnTo>
                    <a:pt x="549636" y="225779"/>
                  </a:lnTo>
                  <a:lnTo>
                    <a:pt x="549636" y="0"/>
                  </a:lnTo>
                  <a:lnTo>
                    <a:pt x="0" y="0"/>
                  </a:lnTo>
                  <a:close/>
                </a:path>
              </a:pathLst>
            </a:custGeom>
            <a:ln w="12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4336218" y="4388350"/>
            <a:ext cx="2567940" cy="964565"/>
            <a:chOff x="4336218" y="4388350"/>
            <a:chExt cx="2567940" cy="964565"/>
          </a:xfrm>
        </p:grpSpPr>
        <p:sp>
          <p:nvSpPr>
            <p:cNvPr id="39" name="object 39"/>
            <p:cNvSpPr/>
            <p:nvPr/>
          </p:nvSpPr>
          <p:spPr>
            <a:xfrm>
              <a:off x="4336218" y="5040184"/>
              <a:ext cx="360942" cy="297943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78083" y="5034795"/>
              <a:ext cx="1152525" cy="0"/>
            </a:xfrm>
            <a:custGeom>
              <a:avLst/>
              <a:gdLst/>
              <a:ahLst/>
              <a:cxnLst/>
              <a:rect l="l" t="t" r="r" b="b"/>
              <a:pathLst>
                <a:path w="1152525">
                  <a:moveTo>
                    <a:pt x="1152393" y="0"/>
                  </a:moveTo>
                  <a:lnTo>
                    <a:pt x="0" y="0"/>
                  </a:lnTo>
                </a:path>
              </a:pathLst>
            </a:custGeom>
            <a:ln w="11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65700" y="4982032"/>
              <a:ext cx="128905" cy="106045"/>
            </a:xfrm>
            <a:custGeom>
              <a:avLst/>
              <a:gdLst/>
              <a:ahLst/>
              <a:cxnLst/>
              <a:rect l="l" t="t" r="r" b="b"/>
              <a:pathLst>
                <a:path w="128904" h="106045">
                  <a:moveTo>
                    <a:pt x="128435" y="0"/>
                  </a:moveTo>
                  <a:lnTo>
                    <a:pt x="0" y="52768"/>
                  </a:lnTo>
                  <a:lnTo>
                    <a:pt x="128435" y="105524"/>
                  </a:lnTo>
                  <a:lnTo>
                    <a:pt x="1284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65698" y="4691011"/>
              <a:ext cx="1152525" cy="0"/>
            </a:xfrm>
            <a:custGeom>
              <a:avLst/>
              <a:gdLst/>
              <a:ahLst/>
              <a:cxnLst/>
              <a:rect l="l" t="t" r="r" b="b"/>
              <a:pathLst>
                <a:path w="1152525">
                  <a:moveTo>
                    <a:pt x="0" y="0"/>
                  </a:moveTo>
                  <a:lnTo>
                    <a:pt x="1152195" y="0"/>
                  </a:lnTo>
                </a:path>
              </a:pathLst>
            </a:custGeom>
            <a:ln w="117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901842" y="4638256"/>
              <a:ext cx="128905" cy="106045"/>
            </a:xfrm>
            <a:custGeom>
              <a:avLst/>
              <a:gdLst/>
              <a:ahLst/>
              <a:cxnLst/>
              <a:rect l="l" t="t" r="r" b="b"/>
              <a:pathLst>
                <a:path w="128904" h="106045">
                  <a:moveTo>
                    <a:pt x="0" y="0"/>
                  </a:moveTo>
                  <a:lnTo>
                    <a:pt x="0" y="105524"/>
                  </a:lnTo>
                  <a:lnTo>
                    <a:pt x="128435" y="527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30277" y="4397883"/>
              <a:ext cx="805129" cy="36983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030279" y="4397875"/>
              <a:ext cx="805180" cy="370205"/>
            </a:xfrm>
            <a:custGeom>
              <a:avLst/>
              <a:gdLst/>
              <a:ahLst/>
              <a:cxnLst/>
              <a:rect l="l" t="t" r="r" b="b"/>
              <a:pathLst>
                <a:path w="805179" h="370204">
                  <a:moveTo>
                    <a:pt x="305441" y="369840"/>
                  </a:moveTo>
                  <a:lnTo>
                    <a:pt x="805129" y="140216"/>
                  </a:lnTo>
                  <a:lnTo>
                    <a:pt x="495327" y="0"/>
                  </a:lnTo>
                  <a:lnTo>
                    <a:pt x="0" y="228157"/>
                  </a:lnTo>
                  <a:lnTo>
                    <a:pt x="35455" y="258055"/>
                  </a:lnTo>
                  <a:lnTo>
                    <a:pt x="74167" y="284975"/>
                  </a:lnTo>
                  <a:lnTo>
                    <a:pt x="115822" y="308774"/>
                  </a:lnTo>
                  <a:lnTo>
                    <a:pt x="160109" y="329305"/>
                  </a:lnTo>
                  <a:lnTo>
                    <a:pt x="206716" y="346423"/>
                  </a:lnTo>
                  <a:lnTo>
                    <a:pt x="255330" y="359983"/>
                  </a:lnTo>
                  <a:lnTo>
                    <a:pt x="305640" y="369840"/>
                  </a:lnTo>
                </a:path>
              </a:pathLst>
            </a:custGeom>
            <a:ln w="608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332347" y="5035778"/>
              <a:ext cx="571500" cy="307340"/>
            </a:xfrm>
            <a:custGeom>
              <a:avLst/>
              <a:gdLst/>
              <a:ahLst/>
              <a:cxnLst/>
              <a:rect l="l" t="t" r="r" b="b"/>
              <a:pathLst>
                <a:path w="571500" h="307339">
                  <a:moveTo>
                    <a:pt x="441413" y="0"/>
                  </a:moveTo>
                  <a:lnTo>
                    <a:pt x="0" y="306997"/>
                  </a:lnTo>
                  <a:lnTo>
                    <a:pt x="172250" y="307200"/>
                  </a:lnTo>
                  <a:lnTo>
                    <a:pt x="221705" y="306681"/>
                  </a:lnTo>
                  <a:lnTo>
                    <a:pt x="270533" y="302538"/>
                  </a:lnTo>
                  <a:lnTo>
                    <a:pt x="318385" y="294869"/>
                  </a:lnTo>
                  <a:lnTo>
                    <a:pt x="364912" y="283767"/>
                  </a:lnTo>
                  <a:lnTo>
                    <a:pt x="409766" y="269328"/>
                  </a:lnTo>
                  <a:lnTo>
                    <a:pt x="452599" y="251648"/>
                  </a:lnTo>
                  <a:lnTo>
                    <a:pt x="493063" y="230822"/>
                  </a:lnTo>
                  <a:lnTo>
                    <a:pt x="530809" y="206946"/>
                  </a:lnTo>
                  <a:lnTo>
                    <a:pt x="559481" y="171889"/>
                  </a:lnTo>
                  <a:lnTo>
                    <a:pt x="571500" y="133349"/>
                  </a:lnTo>
                  <a:lnTo>
                    <a:pt x="567201" y="94296"/>
                  </a:lnTo>
                  <a:lnTo>
                    <a:pt x="546918" y="57704"/>
                  </a:lnTo>
                  <a:lnTo>
                    <a:pt x="510984" y="26543"/>
                  </a:lnTo>
                  <a:lnTo>
                    <a:pt x="460231" y="4349"/>
                  </a:lnTo>
                  <a:lnTo>
                    <a:pt x="441413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030277" y="4627016"/>
              <a:ext cx="305447" cy="71755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030279" y="4627010"/>
              <a:ext cx="306070" cy="717550"/>
            </a:xfrm>
            <a:custGeom>
              <a:avLst/>
              <a:gdLst/>
              <a:ahLst/>
              <a:cxnLst/>
              <a:rect l="l" t="t" r="r" b="b"/>
              <a:pathLst>
                <a:path w="306070" h="717550">
                  <a:moveTo>
                    <a:pt x="305441" y="142496"/>
                  </a:moveTo>
                  <a:lnTo>
                    <a:pt x="254987" y="132629"/>
                  </a:lnTo>
                  <a:lnTo>
                    <a:pt x="206280" y="119032"/>
                  </a:lnTo>
                  <a:lnTo>
                    <a:pt x="159636" y="101846"/>
                  </a:lnTo>
                  <a:lnTo>
                    <a:pt x="115370" y="81210"/>
                  </a:lnTo>
                  <a:lnTo>
                    <a:pt x="73798" y="57264"/>
                  </a:lnTo>
                  <a:lnTo>
                    <a:pt x="35236" y="30147"/>
                  </a:lnTo>
                  <a:lnTo>
                    <a:pt x="0" y="0"/>
                  </a:lnTo>
                  <a:lnTo>
                    <a:pt x="0" y="586597"/>
                  </a:lnTo>
                  <a:lnTo>
                    <a:pt x="35892" y="615094"/>
                  </a:lnTo>
                  <a:lnTo>
                    <a:pt x="74891" y="640553"/>
                  </a:lnTo>
                  <a:lnTo>
                    <a:pt x="116681" y="662840"/>
                  </a:lnTo>
                  <a:lnTo>
                    <a:pt x="160946" y="681818"/>
                  </a:lnTo>
                  <a:lnTo>
                    <a:pt x="207372" y="697353"/>
                  </a:lnTo>
                  <a:lnTo>
                    <a:pt x="255642" y="709308"/>
                  </a:lnTo>
                  <a:lnTo>
                    <a:pt x="305441" y="717548"/>
                  </a:lnTo>
                  <a:lnTo>
                    <a:pt x="305243" y="142496"/>
                  </a:lnTo>
                </a:path>
              </a:pathLst>
            </a:custGeom>
            <a:ln w="6940">
              <a:solidFill>
                <a:srgbClr val="9A9A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335725" y="4538091"/>
              <a:ext cx="499681" cy="80413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35721" y="4538092"/>
              <a:ext cx="499745" cy="804545"/>
            </a:xfrm>
            <a:custGeom>
              <a:avLst/>
              <a:gdLst/>
              <a:ahLst/>
              <a:cxnLst/>
              <a:rect l="l" t="t" r="r" b="b"/>
              <a:pathLst>
                <a:path w="499745" h="804545">
                  <a:moveTo>
                    <a:pt x="0" y="229623"/>
                  </a:moveTo>
                  <a:lnTo>
                    <a:pt x="0" y="804137"/>
                  </a:lnTo>
                  <a:lnTo>
                    <a:pt x="499687" y="576663"/>
                  </a:lnTo>
                  <a:lnTo>
                    <a:pt x="499687" y="0"/>
                  </a:lnTo>
                  <a:lnTo>
                    <a:pt x="0" y="229623"/>
                  </a:lnTo>
                  <a:close/>
                </a:path>
              </a:pathLst>
            </a:custGeom>
            <a:ln w="67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030279" y="4397875"/>
              <a:ext cx="805180" cy="945515"/>
            </a:xfrm>
            <a:custGeom>
              <a:avLst/>
              <a:gdLst/>
              <a:ahLst/>
              <a:cxnLst/>
              <a:rect l="l" t="t" r="r" b="b"/>
              <a:pathLst>
                <a:path w="805179" h="945514">
                  <a:moveTo>
                    <a:pt x="805129" y="140216"/>
                  </a:moveTo>
                  <a:lnTo>
                    <a:pt x="495327" y="0"/>
                  </a:lnTo>
                  <a:lnTo>
                    <a:pt x="0" y="228157"/>
                  </a:lnTo>
                  <a:lnTo>
                    <a:pt x="198" y="813941"/>
                  </a:lnTo>
                  <a:lnTo>
                    <a:pt x="36090" y="842468"/>
                  </a:lnTo>
                  <a:lnTo>
                    <a:pt x="75089" y="867951"/>
                  </a:lnTo>
                  <a:lnTo>
                    <a:pt x="116879" y="890254"/>
                  </a:lnTo>
                  <a:lnTo>
                    <a:pt x="161144" y="909243"/>
                  </a:lnTo>
                  <a:lnTo>
                    <a:pt x="207570" y="924783"/>
                  </a:lnTo>
                  <a:lnTo>
                    <a:pt x="255840" y="936737"/>
                  </a:lnTo>
                  <a:lnTo>
                    <a:pt x="305640" y="944972"/>
                  </a:lnTo>
                  <a:lnTo>
                    <a:pt x="805129" y="716880"/>
                  </a:lnTo>
                  <a:lnTo>
                    <a:pt x="805129" y="140216"/>
                  </a:lnTo>
                  <a:close/>
                </a:path>
              </a:pathLst>
            </a:custGeom>
            <a:ln w="183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46189" y="4981310"/>
              <a:ext cx="49323" cy="5153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146192" y="4981310"/>
              <a:ext cx="49530" cy="52069"/>
            </a:xfrm>
            <a:custGeom>
              <a:avLst/>
              <a:gdLst/>
              <a:ahLst/>
              <a:cxnLst/>
              <a:rect l="l" t="t" r="r" b="b"/>
              <a:pathLst>
                <a:path w="49529" h="52070">
                  <a:moveTo>
                    <a:pt x="46619" y="19122"/>
                  </a:moveTo>
                  <a:lnTo>
                    <a:pt x="40555" y="9878"/>
                  </a:lnTo>
                  <a:lnTo>
                    <a:pt x="32298" y="3305"/>
                  </a:lnTo>
                  <a:lnTo>
                    <a:pt x="22927" y="0"/>
                  </a:lnTo>
                  <a:lnTo>
                    <a:pt x="13518" y="557"/>
                  </a:lnTo>
                  <a:lnTo>
                    <a:pt x="5766" y="5084"/>
                  </a:lnTo>
                  <a:lnTo>
                    <a:pt x="1155" y="12588"/>
                  </a:lnTo>
                  <a:lnTo>
                    <a:pt x="0" y="22015"/>
                  </a:lnTo>
                  <a:lnTo>
                    <a:pt x="2616" y="32313"/>
                  </a:lnTo>
                  <a:lnTo>
                    <a:pt x="8684" y="41649"/>
                  </a:lnTo>
                  <a:lnTo>
                    <a:pt x="16962" y="48252"/>
                  </a:lnTo>
                  <a:lnTo>
                    <a:pt x="26392" y="51527"/>
                  </a:lnTo>
                  <a:lnTo>
                    <a:pt x="35916" y="50878"/>
                  </a:lnTo>
                  <a:lnTo>
                    <a:pt x="43581" y="46375"/>
                  </a:lnTo>
                  <a:lnTo>
                    <a:pt x="48180" y="38909"/>
                  </a:lnTo>
                  <a:lnTo>
                    <a:pt x="49323" y="29489"/>
                  </a:lnTo>
                  <a:lnTo>
                    <a:pt x="46619" y="19122"/>
                  </a:lnTo>
                  <a:close/>
                </a:path>
              </a:pathLst>
            </a:custGeom>
            <a:ln w="6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74714" y="5094982"/>
              <a:ext cx="216571" cy="16989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76061" y="4757623"/>
              <a:ext cx="223520" cy="105410"/>
            </a:xfrm>
            <a:custGeom>
              <a:avLst/>
              <a:gdLst/>
              <a:ahLst/>
              <a:cxnLst/>
              <a:rect l="l" t="t" r="r" b="b"/>
              <a:pathLst>
                <a:path w="223520" h="105410">
                  <a:moveTo>
                    <a:pt x="8928" y="0"/>
                  </a:moveTo>
                  <a:lnTo>
                    <a:pt x="4559" y="165"/>
                  </a:lnTo>
                  <a:lnTo>
                    <a:pt x="596" y="3416"/>
                  </a:lnTo>
                  <a:lnTo>
                    <a:pt x="0" y="5041"/>
                  </a:lnTo>
                  <a:lnTo>
                    <a:pt x="596" y="10261"/>
                  </a:lnTo>
                  <a:lnTo>
                    <a:pt x="3378" y="13677"/>
                  </a:lnTo>
                  <a:lnTo>
                    <a:pt x="7531" y="15633"/>
                  </a:lnTo>
                  <a:lnTo>
                    <a:pt x="54020" y="44901"/>
                  </a:lnTo>
                  <a:lnTo>
                    <a:pt x="104262" y="69759"/>
                  </a:lnTo>
                  <a:lnTo>
                    <a:pt x="157773" y="89948"/>
                  </a:lnTo>
                  <a:lnTo>
                    <a:pt x="214071" y="105206"/>
                  </a:lnTo>
                  <a:lnTo>
                    <a:pt x="219621" y="104228"/>
                  </a:lnTo>
                  <a:lnTo>
                    <a:pt x="223189" y="99821"/>
                  </a:lnTo>
                  <a:lnTo>
                    <a:pt x="221005" y="92176"/>
                  </a:lnTo>
                  <a:lnTo>
                    <a:pt x="218033" y="89725"/>
                  </a:lnTo>
                  <a:lnTo>
                    <a:pt x="214071" y="88912"/>
                  </a:lnTo>
                  <a:lnTo>
                    <a:pt x="158925" y="74204"/>
                  </a:lnTo>
                  <a:lnTo>
                    <a:pt x="106492" y="54654"/>
                  </a:lnTo>
                  <a:lnTo>
                    <a:pt x="57255" y="30494"/>
                  </a:lnTo>
                  <a:lnTo>
                    <a:pt x="11696" y="1955"/>
                  </a:lnTo>
                  <a:lnTo>
                    <a:pt x="8928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76065" y="4757618"/>
              <a:ext cx="223520" cy="105410"/>
            </a:xfrm>
            <a:custGeom>
              <a:avLst/>
              <a:gdLst/>
              <a:ahLst/>
              <a:cxnLst/>
              <a:rect l="l" t="t" r="r" b="b"/>
              <a:pathLst>
                <a:path w="223520" h="105410">
                  <a:moveTo>
                    <a:pt x="7531" y="15633"/>
                  </a:moveTo>
                  <a:lnTo>
                    <a:pt x="54018" y="44904"/>
                  </a:lnTo>
                  <a:lnTo>
                    <a:pt x="104258" y="69762"/>
                  </a:lnTo>
                  <a:lnTo>
                    <a:pt x="157769" y="89948"/>
                  </a:lnTo>
                  <a:lnTo>
                    <a:pt x="214066" y="105203"/>
                  </a:lnTo>
                  <a:lnTo>
                    <a:pt x="219616" y="104226"/>
                  </a:lnTo>
                  <a:lnTo>
                    <a:pt x="223184" y="99829"/>
                  </a:lnTo>
                  <a:lnTo>
                    <a:pt x="221995" y="95269"/>
                  </a:lnTo>
                  <a:lnTo>
                    <a:pt x="221004" y="92175"/>
                  </a:lnTo>
                  <a:lnTo>
                    <a:pt x="218031" y="89732"/>
                  </a:lnTo>
                  <a:lnTo>
                    <a:pt x="214066" y="88917"/>
                  </a:lnTo>
                  <a:lnTo>
                    <a:pt x="158921" y="74207"/>
                  </a:lnTo>
                  <a:lnTo>
                    <a:pt x="106488" y="54657"/>
                  </a:lnTo>
                  <a:lnTo>
                    <a:pt x="57251" y="30496"/>
                  </a:lnTo>
                  <a:lnTo>
                    <a:pt x="11694" y="1954"/>
                  </a:lnTo>
                  <a:lnTo>
                    <a:pt x="8919" y="0"/>
                  </a:lnTo>
                  <a:lnTo>
                    <a:pt x="4558" y="162"/>
                  </a:lnTo>
                  <a:lnTo>
                    <a:pt x="1982" y="2279"/>
                  </a:lnTo>
                  <a:lnTo>
                    <a:pt x="594" y="3419"/>
                  </a:lnTo>
                  <a:lnTo>
                    <a:pt x="0" y="5048"/>
                  </a:lnTo>
                  <a:lnTo>
                    <a:pt x="198" y="6514"/>
                  </a:lnTo>
                  <a:lnTo>
                    <a:pt x="594" y="10259"/>
                  </a:lnTo>
                  <a:lnTo>
                    <a:pt x="3369" y="13679"/>
                  </a:lnTo>
                  <a:lnTo>
                    <a:pt x="7531" y="15633"/>
                  </a:lnTo>
                  <a:close/>
                </a:path>
              </a:pathLst>
            </a:custGeom>
            <a:ln w="60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42442" y="4809087"/>
              <a:ext cx="63056" cy="3354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142444" y="4809085"/>
              <a:ext cx="63500" cy="33655"/>
            </a:xfrm>
            <a:custGeom>
              <a:avLst/>
              <a:gdLst/>
              <a:ahLst/>
              <a:cxnLst/>
              <a:rect l="l" t="t" r="r" b="b"/>
              <a:pathLst>
                <a:path w="63500" h="33654">
                  <a:moveTo>
                    <a:pt x="63052" y="32565"/>
                  </a:moveTo>
                  <a:lnTo>
                    <a:pt x="51045" y="13791"/>
                  </a:lnTo>
                  <a:lnTo>
                    <a:pt x="35526" y="2681"/>
                  </a:lnTo>
                  <a:lnTo>
                    <a:pt x="18260" y="0"/>
                  </a:lnTo>
                  <a:lnTo>
                    <a:pt x="1012" y="6509"/>
                  </a:lnTo>
                  <a:lnTo>
                    <a:pt x="0" y="15046"/>
                  </a:lnTo>
                  <a:lnTo>
                    <a:pt x="6587" y="22774"/>
                  </a:lnTo>
                  <a:lnTo>
                    <a:pt x="19604" y="28883"/>
                  </a:lnTo>
                  <a:lnTo>
                    <a:pt x="37879" y="32565"/>
                  </a:lnTo>
                  <a:lnTo>
                    <a:pt x="46006" y="33542"/>
                  </a:lnTo>
                  <a:lnTo>
                    <a:pt x="54727" y="33542"/>
                  </a:lnTo>
                  <a:lnTo>
                    <a:pt x="63052" y="32565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84582" y="4821136"/>
              <a:ext cx="206336" cy="13516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084582" y="4830089"/>
              <a:ext cx="206375" cy="100965"/>
            </a:xfrm>
            <a:custGeom>
              <a:avLst/>
              <a:gdLst/>
              <a:ahLst/>
              <a:cxnLst/>
              <a:rect l="l" t="t" r="r" b="b"/>
              <a:pathLst>
                <a:path w="206375" h="100964">
                  <a:moveTo>
                    <a:pt x="0" y="0"/>
                  </a:moveTo>
                  <a:lnTo>
                    <a:pt x="0" y="11404"/>
                  </a:lnTo>
                  <a:lnTo>
                    <a:pt x="46291" y="40857"/>
                  </a:lnTo>
                  <a:lnTo>
                    <a:pt x="96481" y="65776"/>
                  </a:lnTo>
                  <a:lnTo>
                    <a:pt x="150015" y="85899"/>
                  </a:lnTo>
                  <a:lnTo>
                    <a:pt x="206336" y="100965"/>
                  </a:lnTo>
                  <a:lnTo>
                    <a:pt x="206336" y="89573"/>
                  </a:lnTo>
                  <a:lnTo>
                    <a:pt x="150406" y="73789"/>
                  </a:lnTo>
                  <a:lnTo>
                    <a:pt x="97077" y="53459"/>
                  </a:lnTo>
                  <a:lnTo>
                    <a:pt x="46793" y="287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084589" y="4820317"/>
              <a:ext cx="206375" cy="135255"/>
            </a:xfrm>
            <a:custGeom>
              <a:avLst/>
              <a:gdLst/>
              <a:ahLst/>
              <a:cxnLst/>
              <a:rect l="l" t="t" r="r" b="b"/>
              <a:pathLst>
                <a:path w="206375" h="135254">
                  <a:moveTo>
                    <a:pt x="0" y="0"/>
                  </a:moveTo>
                  <a:lnTo>
                    <a:pt x="0" y="45598"/>
                  </a:lnTo>
                  <a:lnTo>
                    <a:pt x="46789" y="74388"/>
                  </a:lnTo>
                  <a:lnTo>
                    <a:pt x="97073" y="99055"/>
                  </a:lnTo>
                  <a:lnTo>
                    <a:pt x="150404" y="119386"/>
                  </a:lnTo>
                  <a:lnTo>
                    <a:pt x="206336" y="135168"/>
                  </a:lnTo>
                </a:path>
              </a:pathLst>
            </a:custGeom>
            <a:ln w="62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084589" y="4821945"/>
              <a:ext cx="206375" cy="135255"/>
            </a:xfrm>
            <a:custGeom>
              <a:avLst/>
              <a:gdLst/>
              <a:ahLst/>
              <a:cxnLst/>
              <a:rect l="l" t="t" r="r" b="b"/>
              <a:pathLst>
                <a:path w="206375" h="135254">
                  <a:moveTo>
                    <a:pt x="206336" y="135168"/>
                  </a:moveTo>
                  <a:lnTo>
                    <a:pt x="206336" y="89569"/>
                  </a:lnTo>
                  <a:lnTo>
                    <a:pt x="150543" y="73535"/>
                  </a:lnTo>
                  <a:lnTo>
                    <a:pt x="97296" y="53151"/>
                  </a:lnTo>
                  <a:lnTo>
                    <a:pt x="46985" y="28583"/>
                  </a:lnTo>
                  <a:lnTo>
                    <a:pt x="0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249346" y="6217375"/>
            <a:ext cx="431165" cy="3384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25"/>
              </a:spcBef>
            </a:pPr>
            <a:r>
              <a:rPr sz="1000" spc="170" dirty="0">
                <a:latin typeface="Arial"/>
                <a:cs typeface="Arial"/>
              </a:rPr>
              <a:t>PHP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000" spc="120" dirty="0">
                <a:latin typeface="Arial"/>
                <a:cs typeface="Arial"/>
              </a:rPr>
              <a:t>Scr</a:t>
            </a:r>
            <a:r>
              <a:rPr sz="1000" spc="50" dirty="0">
                <a:latin typeface="Arial"/>
                <a:cs typeface="Arial"/>
              </a:rPr>
              <a:t>i</a:t>
            </a:r>
            <a:r>
              <a:rPr sz="1000" spc="100" dirty="0">
                <a:latin typeface="Arial"/>
                <a:cs typeface="Arial"/>
              </a:rPr>
              <a:t>pt</a:t>
            </a:r>
            <a:endParaRPr sz="1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641971" y="5381639"/>
            <a:ext cx="166179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65" dirty="0">
                <a:latin typeface="Arial"/>
                <a:cs typeface="Arial"/>
              </a:rPr>
              <a:t>Database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150" dirty="0">
                <a:latin typeface="Arial"/>
                <a:cs typeface="Arial"/>
              </a:rPr>
              <a:t>Server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427167" y="5050747"/>
            <a:ext cx="262255" cy="290195"/>
            <a:chOff x="6427167" y="5050747"/>
            <a:chExt cx="262255" cy="290195"/>
          </a:xfrm>
        </p:grpSpPr>
        <p:sp>
          <p:nvSpPr>
            <p:cNvPr id="66" name="object 66"/>
            <p:cNvSpPr/>
            <p:nvPr/>
          </p:nvSpPr>
          <p:spPr>
            <a:xfrm>
              <a:off x="6433832" y="5085022"/>
              <a:ext cx="248575" cy="22113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433835" y="5085019"/>
              <a:ext cx="248920" cy="221615"/>
            </a:xfrm>
            <a:custGeom>
              <a:avLst/>
              <a:gdLst/>
              <a:ahLst/>
              <a:cxnLst/>
              <a:rect l="l" t="t" r="r" b="b"/>
              <a:pathLst>
                <a:path w="248920" h="221614">
                  <a:moveTo>
                    <a:pt x="0" y="221138"/>
                  </a:moveTo>
                  <a:lnTo>
                    <a:pt x="248575" y="221138"/>
                  </a:lnTo>
                  <a:lnTo>
                    <a:pt x="248575" y="0"/>
                  </a:lnTo>
                  <a:lnTo>
                    <a:pt x="0" y="0"/>
                  </a:lnTo>
                  <a:lnTo>
                    <a:pt x="0" y="221138"/>
                  </a:lnTo>
                  <a:close/>
                </a:path>
              </a:pathLst>
            </a:custGeom>
            <a:ln w="12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6433832" y="5277916"/>
              <a:ext cx="248920" cy="56515"/>
            </a:xfrm>
            <a:custGeom>
              <a:avLst/>
              <a:gdLst/>
              <a:ahLst/>
              <a:cxnLst/>
              <a:rect l="l" t="t" r="r" b="b"/>
              <a:pathLst>
                <a:path w="248920" h="56514">
                  <a:moveTo>
                    <a:pt x="124282" y="0"/>
                  </a:moveTo>
                  <a:lnTo>
                    <a:pt x="75930" y="2221"/>
                  </a:lnTo>
                  <a:lnTo>
                    <a:pt x="36423" y="8278"/>
                  </a:lnTo>
                  <a:lnTo>
                    <a:pt x="9775" y="17257"/>
                  </a:lnTo>
                  <a:lnTo>
                    <a:pt x="0" y="28244"/>
                  </a:lnTo>
                  <a:lnTo>
                    <a:pt x="9775" y="39239"/>
                  </a:lnTo>
                  <a:lnTo>
                    <a:pt x="36423" y="48221"/>
                  </a:lnTo>
                  <a:lnTo>
                    <a:pt x="75930" y="54280"/>
                  </a:lnTo>
                  <a:lnTo>
                    <a:pt x="124282" y="56502"/>
                  </a:lnTo>
                  <a:lnTo>
                    <a:pt x="172633" y="54280"/>
                  </a:lnTo>
                  <a:lnTo>
                    <a:pt x="212140" y="48221"/>
                  </a:lnTo>
                  <a:lnTo>
                    <a:pt x="238789" y="39239"/>
                  </a:lnTo>
                  <a:lnTo>
                    <a:pt x="248564" y="28244"/>
                  </a:lnTo>
                  <a:lnTo>
                    <a:pt x="238789" y="17257"/>
                  </a:lnTo>
                  <a:lnTo>
                    <a:pt x="212140" y="8278"/>
                  </a:lnTo>
                  <a:lnTo>
                    <a:pt x="172633" y="2221"/>
                  </a:lnTo>
                  <a:lnTo>
                    <a:pt x="124282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6433835" y="5277918"/>
              <a:ext cx="248920" cy="56515"/>
            </a:xfrm>
            <a:custGeom>
              <a:avLst/>
              <a:gdLst/>
              <a:ahLst/>
              <a:cxnLst/>
              <a:rect l="l" t="t" r="r" b="b"/>
              <a:pathLst>
                <a:path w="248920" h="56514">
                  <a:moveTo>
                    <a:pt x="0" y="28238"/>
                  </a:moveTo>
                  <a:lnTo>
                    <a:pt x="9774" y="17251"/>
                  </a:lnTo>
                  <a:lnTo>
                    <a:pt x="36421" y="8274"/>
                  </a:lnTo>
                  <a:lnTo>
                    <a:pt x="75926" y="2220"/>
                  </a:lnTo>
                  <a:lnTo>
                    <a:pt x="124277" y="0"/>
                  </a:lnTo>
                  <a:lnTo>
                    <a:pt x="172628" y="2220"/>
                  </a:lnTo>
                  <a:lnTo>
                    <a:pt x="212134" y="8274"/>
                  </a:lnTo>
                  <a:lnTo>
                    <a:pt x="238781" y="17251"/>
                  </a:lnTo>
                  <a:lnTo>
                    <a:pt x="248555" y="28238"/>
                  </a:lnTo>
                  <a:lnTo>
                    <a:pt x="238781" y="39235"/>
                  </a:lnTo>
                  <a:lnTo>
                    <a:pt x="212134" y="48216"/>
                  </a:lnTo>
                  <a:lnTo>
                    <a:pt x="172628" y="54272"/>
                  </a:lnTo>
                  <a:lnTo>
                    <a:pt x="124277" y="56493"/>
                  </a:lnTo>
                  <a:lnTo>
                    <a:pt x="75926" y="54272"/>
                  </a:lnTo>
                  <a:lnTo>
                    <a:pt x="36421" y="48216"/>
                  </a:lnTo>
                  <a:lnTo>
                    <a:pt x="9774" y="39235"/>
                  </a:lnTo>
                  <a:lnTo>
                    <a:pt x="0" y="28238"/>
                  </a:lnTo>
                  <a:close/>
                </a:path>
              </a:pathLst>
            </a:custGeom>
            <a:ln w="11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6433833" y="5056784"/>
              <a:ext cx="248920" cy="249554"/>
            </a:xfrm>
            <a:custGeom>
              <a:avLst/>
              <a:gdLst/>
              <a:ahLst/>
              <a:cxnLst/>
              <a:rect l="l" t="t" r="r" b="b"/>
              <a:pathLst>
                <a:path w="248920" h="249554">
                  <a:moveTo>
                    <a:pt x="248564" y="28168"/>
                  </a:moveTo>
                  <a:lnTo>
                    <a:pt x="238785" y="17246"/>
                  </a:lnTo>
                  <a:lnTo>
                    <a:pt x="212140" y="8293"/>
                  </a:lnTo>
                  <a:lnTo>
                    <a:pt x="172631" y="2235"/>
                  </a:lnTo>
                  <a:lnTo>
                    <a:pt x="124269" y="0"/>
                  </a:lnTo>
                  <a:lnTo>
                    <a:pt x="75920" y="2235"/>
                  </a:lnTo>
                  <a:lnTo>
                    <a:pt x="36423" y="8293"/>
                  </a:lnTo>
                  <a:lnTo>
                    <a:pt x="9766" y="17246"/>
                  </a:lnTo>
                  <a:lnTo>
                    <a:pt x="0" y="28168"/>
                  </a:lnTo>
                  <a:lnTo>
                    <a:pt x="6146" y="35115"/>
                  </a:lnTo>
                  <a:lnTo>
                    <a:pt x="6146" y="249034"/>
                  </a:lnTo>
                  <a:lnTo>
                    <a:pt x="243001" y="249034"/>
                  </a:lnTo>
                  <a:lnTo>
                    <a:pt x="243001" y="34442"/>
                  </a:lnTo>
                  <a:lnTo>
                    <a:pt x="248564" y="28168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6433835" y="5056780"/>
              <a:ext cx="248920" cy="56515"/>
            </a:xfrm>
            <a:custGeom>
              <a:avLst/>
              <a:gdLst/>
              <a:ahLst/>
              <a:cxnLst/>
              <a:rect l="l" t="t" r="r" b="b"/>
              <a:pathLst>
                <a:path w="248920" h="56514">
                  <a:moveTo>
                    <a:pt x="0" y="28173"/>
                  </a:moveTo>
                  <a:lnTo>
                    <a:pt x="9774" y="17244"/>
                  </a:lnTo>
                  <a:lnTo>
                    <a:pt x="36421" y="8285"/>
                  </a:lnTo>
                  <a:lnTo>
                    <a:pt x="75926" y="2226"/>
                  </a:lnTo>
                  <a:lnTo>
                    <a:pt x="124277" y="0"/>
                  </a:lnTo>
                  <a:lnTo>
                    <a:pt x="172628" y="2226"/>
                  </a:lnTo>
                  <a:lnTo>
                    <a:pt x="212134" y="8285"/>
                  </a:lnTo>
                  <a:lnTo>
                    <a:pt x="238781" y="17244"/>
                  </a:lnTo>
                  <a:lnTo>
                    <a:pt x="248555" y="28173"/>
                  </a:lnTo>
                  <a:lnTo>
                    <a:pt x="238781" y="39196"/>
                  </a:lnTo>
                  <a:lnTo>
                    <a:pt x="212134" y="48204"/>
                  </a:lnTo>
                  <a:lnTo>
                    <a:pt x="172628" y="54281"/>
                  </a:lnTo>
                  <a:lnTo>
                    <a:pt x="124277" y="56510"/>
                  </a:lnTo>
                  <a:lnTo>
                    <a:pt x="75926" y="54281"/>
                  </a:lnTo>
                  <a:lnTo>
                    <a:pt x="36421" y="48204"/>
                  </a:lnTo>
                  <a:lnTo>
                    <a:pt x="9774" y="39196"/>
                  </a:lnTo>
                  <a:lnTo>
                    <a:pt x="0" y="28173"/>
                  </a:lnTo>
                  <a:close/>
                </a:path>
              </a:pathLst>
            </a:custGeom>
            <a:ln w="118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449400" y="4580763"/>
            <a:ext cx="1012825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60" dirty="0">
                <a:latin typeface="Arial"/>
                <a:cs typeface="Arial"/>
              </a:rPr>
              <a:t>HTTP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14" dirty="0">
                <a:latin typeface="Arial"/>
                <a:cs typeface="Arial"/>
              </a:rPr>
              <a:t>request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397667" y="5011999"/>
            <a:ext cx="1136015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160" dirty="0">
                <a:latin typeface="Arial"/>
                <a:cs typeface="Arial"/>
              </a:rPr>
              <a:t>HTTP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25" dirty="0">
                <a:latin typeface="Arial"/>
                <a:cs typeface="Arial"/>
              </a:rPr>
              <a:t>response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857900" y="4483922"/>
            <a:ext cx="3103880" cy="862965"/>
            <a:chOff x="857900" y="4483922"/>
            <a:chExt cx="3103880" cy="862965"/>
          </a:xfrm>
        </p:grpSpPr>
        <p:sp>
          <p:nvSpPr>
            <p:cNvPr id="75" name="object 75"/>
            <p:cNvSpPr/>
            <p:nvPr/>
          </p:nvSpPr>
          <p:spPr>
            <a:xfrm>
              <a:off x="1966772" y="4489954"/>
              <a:ext cx="1905000" cy="293370"/>
            </a:xfrm>
            <a:custGeom>
              <a:avLst/>
              <a:gdLst/>
              <a:ahLst/>
              <a:cxnLst/>
              <a:rect l="l" t="t" r="r" b="b"/>
              <a:pathLst>
                <a:path w="1905000" h="293370">
                  <a:moveTo>
                    <a:pt x="0" y="293069"/>
                  </a:moveTo>
                  <a:lnTo>
                    <a:pt x="41850" y="266629"/>
                  </a:lnTo>
                  <a:lnTo>
                    <a:pt x="84308" y="241432"/>
                  </a:lnTo>
                  <a:lnTo>
                    <a:pt x="127345" y="217480"/>
                  </a:lnTo>
                  <a:lnTo>
                    <a:pt x="170932" y="194774"/>
                  </a:lnTo>
                  <a:lnTo>
                    <a:pt x="215039" y="173314"/>
                  </a:lnTo>
                  <a:lnTo>
                    <a:pt x="259638" y="153101"/>
                  </a:lnTo>
                  <a:lnTo>
                    <a:pt x="304699" y="134135"/>
                  </a:lnTo>
                  <a:lnTo>
                    <a:pt x="350193" y="116419"/>
                  </a:lnTo>
                  <a:lnTo>
                    <a:pt x="396092" y="99952"/>
                  </a:lnTo>
                  <a:lnTo>
                    <a:pt x="442367" y="84736"/>
                  </a:lnTo>
                  <a:lnTo>
                    <a:pt x="488987" y="70771"/>
                  </a:lnTo>
                  <a:lnTo>
                    <a:pt x="535925" y="58059"/>
                  </a:lnTo>
                  <a:lnTo>
                    <a:pt x="583151" y="46600"/>
                  </a:lnTo>
                  <a:lnTo>
                    <a:pt x="630637" y="36394"/>
                  </a:lnTo>
                  <a:lnTo>
                    <a:pt x="678352" y="27444"/>
                  </a:lnTo>
                  <a:lnTo>
                    <a:pt x="726269" y="19749"/>
                  </a:lnTo>
                  <a:lnTo>
                    <a:pt x="774358" y="13311"/>
                  </a:lnTo>
                  <a:lnTo>
                    <a:pt x="822589" y="8130"/>
                  </a:lnTo>
                  <a:lnTo>
                    <a:pt x="870935" y="4208"/>
                  </a:lnTo>
                  <a:lnTo>
                    <a:pt x="919366" y="1545"/>
                  </a:lnTo>
                  <a:lnTo>
                    <a:pt x="967852" y="142"/>
                  </a:lnTo>
                  <a:lnTo>
                    <a:pt x="1016366" y="0"/>
                  </a:lnTo>
                  <a:lnTo>
                    <a:pt x="1064877" y="1119"/>
                  </a:lnTo>
                  <a:lnTo>
                    <a:pt x="1113357" y="3501"/>
                  </a:lnTo>
                  <a:lnTo>
                    <a:pt x="1161777" y="7147"/>
                  </a:lnTo>
                  <a:lnTo>
                    <a:pt x="1210107" y="12057"/>
                  </a:lnTo>
                  <a:lnTo>
                    <a:pt x="1258319" y="18233"/>
                  </a:lnTo>
                  <a:lnTo>
                    <a:pt x="1306384" y="25674"/>
                  </a:lnTo>
                  <a:lnTo>
                    <a:pt x="1354272" y="34383"/>
                  </a:lnTo>
                  <a:lnTo>
                    <a:pt x="1401955" y="44359"/>
                  </a:lnTo>
                  <a:lnTo>
                    <a:pt x="1449404" y="55604"/>
                  </a:lnTo>
                  <a:lnTo>
                    <a:pt x="1496589" y="68119"/>
                  </a:lnTo>
                  <a:lnTo>
                    <a:pt x="1543481" y="81904"/>
                  </a:lnTo>
                  <a:lnTo>
                    <a:pt x="1590051" y="96960"/>
                  </a:lnTo>
                  <a:lnTo>
                    <a:pt x="1636271" y="113289"/>
                  </a:lnTo>
                  <a:lnTo>
                    <a:pt x="1682112" y="130890"/>
                  </a:lnTo>
                  <a:lnTo>
                    <a:pt x="1727543" y="149766"/>
                  </a:lnTo>
                  <a:lnTo>
                    <a:pt x="1772537" y="169916"/>
                  </a:lnTo>
                  <a:lnTo>
                    <a:pt x="1817064" y="191342"/>
                  </a:lnTo>
                  <a:lnTo>
                    <a:pt x="1861095" y="214044"/>
                  </a:lnTo>
                  <a:lnTo>
                    <a:pt x="1904601" y="238024"/>
                  </a:lnTo>
                </a:path>
              </a:pathLst>
            </a:custGeom>
            <a:ln w="117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20236" y="4677829"/>
              <a:ext cx="141605" cy="105410"/>
            </a:xfrm>
            <a:custGeom>
              <a:avLst/>
              <a:gdLst/>
              <a:ahLst/>
              <a:cxnLst/>
              <a:rect l="l" t="t" r="r" b="b"/>
              <a:pathLst>
                <a:path w="141604" h="105410">
                  <a:moveTo>
                    <a:pt x="76504" y="0"/>
                  </a:moveTo>
                  <a:lnTo>
                    <a:pt x="0" y="84683"/>
                  </a:lnTo>
                  <a:lnTo>
                    <a:pt x="141325" y="105194"/>
                  </a:lnTo>
                  <a:lnTo>
                    <a:pt x="765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301978" y="5216297"/>
              <a:ext cx="269875" cy="126364"/>
            </a:xfrm>
            <a:custGeom>
              <a:avLst/>
              <a:gdLst/>
              <a:ahLst/>
              <a:cxnLst/>
              <a:rect l="l" t="t" r="r" b="b"/>
              <a:pathLst>
                <a:path w="269875" h="126364">
                  <a:moveTo>
                    <a:pt x="210755" y="0"/>
                  </a:moveTo>
                  <a:lnTo>
                    <a:pt x="200787" y="405"/>
                  </a:lnTo>
                  <a:lnTo>
                    <a:pt x="0" y="125868"/>
                  </a:lnTo>
                  <a:lnTo>
                    <a:pt x="124078" y="125233"/>
                  </a:lnTo>
                  <a:lnTo>
                    <a:pt x="162494" y="121154"/>
                  </a:lnTo>
                  <a:lnTo>
                    <a:pt x="232419" y="95951"/>
                  </a:lnTo>
                  <a:lnTo>
                    <a:pt x="269728" y="56499"/>
                  </a:lnTo>
                  <a:lnTo>
                    <a:pt x="268027" y="37203"/>
                  </a:lnTo>
                  <a:lnTo>
                    <a:pt x="239242" y="6590"/>
                  </a:lnTo>
                  <a:lnTo>
                    <a:pt x="21075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301381" y="5188369"/>
              <a:ext cx="204558" cy="1537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301381" y="5188365"/>
              <a:ext cx="205104" cy="154305"/>
            </a:xfrm>
            <a:custGeom>
              <a:avLst/>
              <a:gdLst/>
              <a:ahLst/>
              <a:cxnLst/>
              <a:rect l="l" t="t" r="r" b="b"/>
              <a:pathLst>
                <a:path w="205105" h="154304">
                  <a:moveTo>
                    <a:pt x="0" y="153798"/>
                  </a:moveTo>
                  <a:lnTo>
                    <a:pt x="0" y="111131"/>
                  </a:lnTo>
                  <a:lnTo>
                    <a:pt x="204552" y="0"/>
                  </a:lnTo>
                  <a:lnTo>
                    <a:pt x="204552" y="55386"/>
                  </a:lnTo>
                  <a:lnTo>
                    <a:pt x="0" y="153798"/>
                  </a:lnTo>
                  <a:close/>
                </a:path>
              </a:pathLst>
            </a:custGeom>
            <a:ln w="84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62346" y="4976164"/>
              <a:ext cx="643594" cy="32332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62345" y="4976168"/>
              <a:ext cx="643890" cy="323850"/>
            </a:xfrm>
            <a:custGeom>
              <a:avLst/>
              <a:gdLst/>
              <a:ahLst/>
              <a:cxnLst/>
              <a:rect l="l" t="t" r="r" b="b"/>
              <a:pathLst>
                <a:path w="643890" h="323850">
                  <a:moveTo>
                    <a:pt x="0" y="113834"/>
                  </a:moveTo>
                  <a:lnTo>
                    <a:pt x="197219" y="0"/>
                  </a:lnTo>
                  <a:lnTo>
                    <a:pt x="643588" y="212197"/>
                  </a:lnTo>
                  <a:lnTo>
                    <a:pt x="439035" y="323329"/>
                  </a:lnTo>
                  <a:lnTo>
                    <a:pt x="0" y="113834"/>
                  </a:lnTo>
                  <a:close/>
                </a:path>
              </a:pathLst>
            </a:custGeom>
            <a:ln w="81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606232" y="4880902"/>
              <a:ext cx="518795" cy="293370"/>
            </a:xfrm>
            <a:custGeom>
              <a:avLst/>
              <a:gdLst/>
              <a:ahLst/>
              <a:cxnLst/>
              <a:rect l="l" t="t" r="r" b="b"/>
              <a:pathLst>
                <a:path w="518794" h="293370">
                  <a:moveTo>
                    <a:pt x="406323" y="0"/>
                  </a:moveTo>
                  <a:lnTo>
                    <a:pt x="0" y="273596"/>
                  </a:lnTo>
                  <a:lnTo>
                    <a:pt x="148856" y="292163"/>
                  </a:lnTo>
                  <a:lnTo>
                    <a:pt x="201009" y="292959"/>
                  </a:lnTo>
                  <a:lnTo>
                    <a:pt x="252499" y="288878"/>
                  </a:lnTo>
                  <a:lnTo>
                    <a:pt x="302858" y="280050"/>
                  </a:lnTo>
                  <a:lnTo>
                    <a:pt x="351619" y="266602"/>
                  </a:lnTo>
                  <a:lnTo>
                    <a:pt x="398313" y="248663"/>
                  </a:lnTo>
                  <a:lnTo>
                    <a:pt x="442472" y="226360"/>
                  </a:lnTo>
                  <a:lnTo>
                    <a:pt x="483628" y="199821"/>
                  </a:lnTo>
                  <a:lnTo>
                    <a:pt x="508358" y="165984"/>
                  </a:lnTo>
                  <a:lnTo>
                    <a:pt x="518742" y="128748"/>
                  </a:lnTo>
                  <a:lnTo>
                    <a:pt x="515036" y="91005"/>
                  </a:lnTo>
                  <a:lnTo>
                    <a:pt x="497497" y="55646"/>
                  </a:lnTo>
                  <a:lnTo>
                    <a:pt x="466382" y="25565"/>
                  </a:lnTo>
                  <a:lnTo>
                    <a:pt x="422621" y="4199"/>
                  </a:lnTo>
                  <a:lnTo>
                    <a:pt x="406323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1813541" y="4877966"/>
            <a:ext cx="104775" cy="2603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spc="120" dirty="0">
                <a:latin typeface="Arial"/>
                <a:cs typeface="Arial"/>
              </a:rPr>
              <a:t>`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855995" y="4391208"/>
            <a:ext cx="1162685" cy="957580"/>
            <a:chOff x="855995" y="4391208"/>
            <a:chExt cx="1162685" cy="957580"/>
          </a:xfrm>
        </p:grpSpPr>
        <p:sp>
          <p:nvSpPr>
            <p:cNvPr id="85" name="object 85"/>
            <p:cNvSpPr/>
            <p:nvPr/>
          </p:nvSpPr>
          <p:spPr>
            <a:xfrm>
              <a:off x="1172941" y="4604054"/>
              <a:ext cx="838827" cy="40272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172941" y="4604048"/>
              <a:ext cx="838835" cy="403225"/>
            </a:xfrm>
            <a:custGeom>
              <a:avLst/>
              <a:gdLst/>
              <a:ahLst/>
              <a:cxnLst/>
              <a:rect l="l" t="t" r="r" b="b"/>
              <a:pathLst>
                <a:path w="838835" h="403225">
                  <a:moveTo>
                    <a:pt x="433287" y="402736"/>
                  </a:moveTo>
                  <a:lnTo>
                    <a:pt x="838825" y="209103"/>
                  </a:lnTo>
                  <a:lnTo>
                    <a:pt x="403555" y="0"/>
                  </a:lnTo>
                  <a:lnTo>
                    <a:pt x="0" y="196726"/>
                  </a:lnTo>
                  <a:lnTo>
                    <a:pt x="37311" y="225095"/>
                  </a:lnTo>
                  <a:lnTo>
                    <a:pt x="76172" y="251842"/>
                  </a:lnTo>
                  <a:lnTo>
                    <a:pt x="116504" y="276928"/>
                  </a:lnTo>
                  <a:lnTo>
                    <a:pt x="158225" y="300314"/>
                  </a:lnTo>
                  <a:lnTo>
                    <a:pt x="201257" y="321961"/>
                  </a:lnTo>
                  <a:lnTo>
                    <a:pt x="245520" y="341829"/>
                  </a:lnTo>
                  <a:lnTo>
                    <a:pt x="290934" y="359879"/>
                  </a:lnTo>
                  <a:lnTo>
                    <a:pt x="337420" y="376074"/>
                  </a:lnTo>
                  <a:lnTo>
                    <a:pt x="384897" y="390372"/>
                  </a:lnTo>
                  <a:lnTo>
                    <a:pt x="433287" y="402736"/>
                  </a:lnTo>
                  <a:close/>
                </a:path>
              </a:pathLst>
            </a:custGeom>
            <a:ln w="813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635963" y="4563008"/>
              <a:ext cx="85229" cy="385483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635959" y="4563009"/>
              <a:ext cx="85725" cy="386080"/>
            </a:xfrm>
            <a:custGeom>
              <a:avLst/>
              <a:gdLst/>
              <a:ahLst/>
              <a:cxnLst/>
              <a:rect l="l" t="t" r="r" b="b"/>
              <a:pathLst>
                <a:path w="85725" h="386079">
                  <a:moveTo>
                    <a:pt x="0" y="385473"/>
                  </a:moveTo>
                  <a:lnTo>
                    <a:pt x="0" y="41039"/>
                  </a:lnTo>
                  <a:lnTo>
                    <a:pt x="85230" y="0"/>
                  </a:lnTo>
                  <a:lnTo>
                    <a:pt x="81860" y="327009"/>
                  </a:lnTo>
                  <a:lnTo>
                    <a:pt x="0" y="385473"/>
                  </a:lnTo>
                  <a:close/>
                </a:path>
              </a:pathLst>
            </a:custGeom>
            <a:ln w="943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717814" y="4545584"/>
              <a:ext cx="159956" cy="310565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717820" y="4545583"/>
              <a:ext cx="160020" cy="311150"/>
            </a:xfrm>
            <a:custGeom>
              <a:avLst/>
              <a:gdLst/>
              <a:ahLst/>
              <a:cxnLst/>
              <a:rect l="l" t="t" r="r" b="b"/>
              <a:pathLst>
                <a:path w="160019" h="311150">
                  <a:moveTo>
                    <a:pt x="2973" y="49670"/>
                  </a:moveTo>
                  <a:lnTo>
                    <a:pt x="159955" y="0"/>
                  </a:lnTo>
                  <a:lnTo>
                    <a:pt x="159955" y="202915"/>
                  </a:lnTo>
                  <a:lnTo>
                    <a:pt x="0" y="310561"/>
                  </a:lnTo>
                  <a:lnTo>
                    <a:pt x="2973" y="49670"/>
                  </a:lnTo>
                  <a:close/>
                </a:path>
              </a:pathLst>
            </a:custGeom>
            <a:ln w="915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464906" y="4410252"/>
              <a:ext cx="412864" cy="185000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64904" y="4410252"/>
              <a:ext cx="413384" cy="185420"/>
            </a:xfrm>
            <a:custGeom>
              <a:avLst/>
              <a:gdLst/>
              <a:ahLst/>
              <a:cxnLst/>
              <a:rect l="l" t="t" r="r" b="b"/>
              <a:pathLst>
                <a:path w="413385" h="185420">
                  <a:moveTo>
                    <a:pt x="255889" y="185001"/>
                  </a:moveTo>
                  <a:lnTo>
                    <a:pt x="256285" y="152756"/>
                  </a:lnTo>
                  <a:lnTo>
                    <a:pt x="0" y="30779"/>
                  </a:lnTo>
                  <a:lnTo>
                    <a:pt x="130224" y="0"/>
                  </a:lnTo>
                  <a:lnTo>
                    <a:pt x="412871" y="135331"/>
                  </a:lnTo>
                  <a:lnTo>
                    <a:pt x="255889" y="185001"/>
                  </a:lnTo>
                  <a:close/>
                </a:path>
              </a:pathLst>
            </a:custGeom>
            <a:ln w="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606232" y="4813160"/>
              <a:ext cx="405536" cy="341337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606228" y="4813151"/>
              <a:ext cx="405765" cy="341630"/>
            </a:xfrm>
            <a:custGeom>
              <a:avLst/>
              <a:gdLst/>
              <a:ahLst/>
              <a:cxnLst/>
              <a:rect l="l" t="t" r="r" b="b"/>
              <a:pathLst>
                <a:path w="405764" h="341629">
                  <a:moveTo>
                    <a:pt x="0" y="193632"/>
                  </a:moveTo>
                  <a:lnTo>
                    <a:pt x="405537" y="0"/>
                  </a:lnTo>
                  <a:lnTo>
                    <a:pt x="405537" y="147708"/>
                  </a:lnTo>
                  <a:lnTo>
                    <a:pt x="0" y="341340"/>
                  </a:lnTo>
                  <a:lnTo>
                    <a:pt x="0" y="193632"/>
                  </a:lnTo>
                  <a:close/>
                </a:path>
              </a:pathLst>
            </a:custGeom>
            <a:ln w="1278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271447" y="4397883"/>
              <a:ext cx="449745" cy="20617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271451" y="4397875"/>
              <a:ext cx="450215" cy="206375"/>
            </a:xfrm>
            <a:custGeom>
              <a:avLst/>
              <a:gdLst/>
              <a:ahLst/>
              <a:cxnLst/>
              <a:rect l="l" t="t" r="r" b="b"/>
              <a:pathLst>
                <a:path w="450214" h="206375">
                  <a:moveTo>
                    <a:pt x="0" y="33873"/>
                  </a:moveTo>
                  <a:lnTo>
                    <a:pt x="104258" y="0"/>
                  </a:lnTo>
                  <a:lnTo>
                    <a:pt x="193651" y="43156"/>
                  </a:lnTo>
                  <a:lnTo>
                    <a:pt x="449738" y="165296"/>
                  </a:lnTo>
                  <a:lnTo>
                    <a:pt x="364508" y="206172"/>
                  </a:lnTo>
                  <a:lnTo>
                    <a:pt x="314546" y="191621"/>
                  </a:lnTo>
                  <a:lnTo>
                    <a:pt x="265660" y="174991"/>
                  </a:lnTo>
                  <a:lnTo>
                    <a:pt x="217940" y="156322"/>
                  </a:lnTo>
                  <a:lnTo>
                    <a:pt x="171476" y="135656"/>
                  </a:lnTo>
                  <a:lnTo>
                    <a:pt x="126360" y="113037"/>
                  </a:lnTo>
                  <a:lnTo>
                    <a:pt x="82681" y="88505"/>
                  </a:lnTo>
                  <a:lnTo>
                    <a:pt x="40531" y="62103"/>
                  </a:lnTo>
                  <a:lnTo>
                    <a:pt x="0" y="33873"/>
                  </a:lnTo>
                  <a:close/>
                </a:path>
              </a:pathLst>
            </a:custGeom>
            <a:ln w="81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862346" y="5090007"/>
              <a:ext cx="439035" cy="252158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862345" y="5090002"/>
              <a:ext cx="439420" cy="252729"/>
            </a:xfrm>
            <a:custGeom>
              <a:avLst/>
              <a:gdLst/>
              <a:ahLst/>
              <a:cxnLst/>
              <a:rect l="l" t="t" r="r" b="b"/>
              <a:pathLst>
                <a:path w="439419" h="252729">
                  <a:moveTo>
                    <a:pt x="0" y="0"/>
                  </a:moveTo>
                  <a:lnTo>
                    <a:pt x="439035" y="209494"/>
                  </a:lnTo>
                  <a:lnTo>
                    <a:pt x="439035" y="252162"/>
                  </a:lnTo>
                  <a:lnTo>
                    <a:pt x="0" y="42993"/>
                  </a:lnTo>
                  <a:lnTo>
                    <a:pt x="0" y="0"/>
                  </a:lnTo>
                  <a:close/>
                </a:path>
              </a:pathLst>
            </a:custGeom>
            <a:ln w="82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919034" y="5003533"/>
              <a:ext cx="537210" cy="274320"/>
            </a:xfrm>
            <a:custGeom>
              <a:avLst/>
              <a:gdLst/>
              <a:ahLst/>
              <a:cxnLst/>
              <a:rect l="l" t="t" r="r" b="b"/>
              <a:pathLst>
                <a:path w="537210" h="274320">
                  <a:moveTo>
                    <a:pt x="385522" y="243598"/>
                  </a:moveTo>
                  <a:lnTo>
                    <a:pt x="358560" y="258089"/>
                  </a:lnTo>
                  <a:lnTo>
                    <a:pt x="390869" y="273812"/>
                  </a:lnTo>
                  <a:lnTo>
                    <a:pt x="417628" y="259346"/>
                  </a:lnTo>
                  <a:lnTo>
                    <a:pt x="385522" y="243598"/>
                  </a:lnTo>
                  <a:close/>
                </a:path>
                <a:path w="537210" h="274320">
                  <a:moveTo>
                    <a:pt x="425362" y="221640"/>
                  </a:moveTo>
                  <a:lnTo>
                    <a:pt x="398400" y="236042"/>
                  </a:lnTo>
                  <a:lnTo>
                    <a:pt x="430709" y="251764"/>
                  </a:lnTo>
                  <a:lnTo>
                    <a:pt x="457467" y="237312"/>
                  </a:lnTo>
                  <a:lnTo>
                    <a:pt x="425362" y="221640"/>
                  </a:lnTo>
                  <a:close/>
                </a:path>
                <a:path w="537210" h="274320">
                  <a:moveTo>
                    <a:pt x="325658" y="213982"/>
                  </a:moveTo>
                  <a:lnTo>
                    <a:pt x="298900" y="228498"/>
                  </a:lnTo>
                  <a:lnTo>
                    <a:pt x="331010" y="244233"/>
                  </a:lnTo>
                  <a:lnTo>
                    <a:pt x="357772" y="229755"/>
                  </a:lnTo>
                  <a:lnTo>
                    <a:pt x="325658" y="213982"/>
                  </a:lnTo>
                  <a:close/>
                </a:path>
                <a:path w="537210" h="274320">
                  <a:moveTo>
                    <a:pt x="465202" y="199491"/>
                  </a:moveTo>
                  <a:lnTo>
                    <a:pt x="438240" y="213982"/>
                  </a:lnTo>
                  <a:lnTo>
                    <a:pt x="470548" y="229730"/>
                  </a:lnTo>
                  <a:lnTo>
                    <a:pt x="497307" y="215290"/>
                  </a:lnTo>
                  <a:lnTo>
                    <a:pt x="465202" y="199491"/>
                  </a:lnTo>
                  <a:close/>
                </a:path>
                <a:path w="537210" h="274320">
                  <a:moveTo>
                    <a:pt x="365494" y="191998"/>
                  </a:moveTo>
                  <a:lnTo>
                    <a:pt x="338740" y="206489"/>
                  </a:lnTo>
                  <a:lnTo>
                    <a:pt x="370853" y="222123"/>
                  </a:lnTo>
                  <a:lnTo>
                    <a:pt x="397612" y="207632"/>
                  </a:lnTo>
                  <a:lnTo>
                    <a:pt x="365494" y="191998"/>
                  </a:lnTo>
                  <a:close/>
                </a:path>
                <a:path w="537210" h="274320">
                  <a:moveTo>
                    <a:pt x="146476" y="125234"/>
                  </a:moveTo>
                  <a:lnTo>
                    <a:pt x="119520" y="139725"/>
                  </a:lnTo>
                  <a:lnTo>
                    <a:pt x="271349" y="214630"/>
                  </a:lnTo>
                  <a:lnTo>
                    <a:pt x="298108" y="200139"/>
                  </a:lnTo>
                  <a:lnTo>
                    <a:pt x="146476" y="125234"/>
                  </a:lnTo>
                  <a:close/>
                </a:path>
                <a:path w="537210" h="274320">
                  <a:moveTo>
                    <a:pt x="505042" y="177507"/>
                  </a:moveTo>
                  <a:lnTo>
                    <a:pt x="478080" y="191998"/>
                  </a:lnTo>
                  <a:lnTo>
                    <a:pt x="510388" y="207632"/>
                  </a:lnTo>
                  <a:lnTo>
                    <a:pt x="537147" y="193306"/>
                  </a:lnTo>
                  <a:lnTo>
                    <a:pt x="505042" y="177507"/>
                  </a:lnTo>
                  <a:close/>
                </a:path>
                <a:path w="537210" h="274320">
                  <a:moveTo>
                    <a:pt x="405334" y="170014"/>
                  </a:moveTo>
                  <a:lnTo>
                    <a:pt x="378575" y="184340"/>
                  </a:lnTo>
                  <a:lnTo>
                    <a:pt x="410693" y="200139"/>
                  </a:lnTo>
                  <a:lnTo>
                    <a:pt x="437452" y="185648"/>
                  </a:lnTo>
                  <a:lnTo>
                    <a:pt x="405334" y="170014"/>
                  </a:lnTo>
                  <a:close/>
                </a:path>
                <a:path w="537210" h="274320">
                  <a:moveTo>
                    <a:pt x="305837" y="162356"/>
                  </a:moveTo>
                  <a:lnTo>
                    <a:pt x="278881" y="176860"/>
                  </a:lnTo>
                  <a:lnTo>
                    <a:pt x="311189" y="192646"/>
                  </a:lnTo>
                  <a:lnTo>
                    <a:pt x="337948" y="178155"/>
                  </a:lnTo>
                  <a:lnTo>
                    <a:pt x="305837" y="162356"/>
                  </a:lnTo>
                  <a:close/>
                </a:path>
                <a:path w="537210" h="274320">
                  <a:moveTo>
                    <a:pt x="445174" y="147866"/>
                  </a:moveTo>
                  <a:lnTo>
                    <a:pt x="418428" y="162356"/>
                  </a:lnTo>
                  <a:lnTo>
                    <a:pt x="450533" y="178155"/>
                  </a:lnTo>
                  <a:lnTo>
                    <a:pt x="477292" y="163664"/>
                  </a:lnTo>
                  <a:lnTo>
                    <a:pt x="445174" y="147866"/>
                  </a:lnTo>
                  <a:close/>
                </a:path>
                <a:path w="537210" h="274320">
                  <a:moveTo>
                    <a:pt x="345678" y="140373"/>
                  </a:moveTo>
                  <a:lnTo>
                    <a:pt x="318721" y="154863"/>
                  </a:lnTo>
                  <a:lnTo>
                    <a:pt x="351029" y="170510"/>
                  </a:lnTo>
                  <a:lnTo>
                    <a:pt x="377788" y="156171"/>
                  </a:lnTo>
                  <a:lnTo>
                    <a:pt x="345678" y="140373"/>
                  </a:lnTo>
                  <a:close/>
                </a:path>
                <a:path w="537210" h="274320">
                  <a:moveTo>
                    <a:pt x="245978" y="132880"/>
                  </a:moveTo>
                  <a:lnTo>
                    <a:pt x="219219" y="147218"/>
                  </a:lnTo>
                  <a:lnTo>
                    <a:pt x="251330" y="163017"/>
                  </a:lnTo>
                  <a:lnTo>
                    <a:pt x="278088" y="148513"/>
                  </a:lnTo>
                  <a:lnTo>
                    <a:pt x="245978" y="132880"/>
                  </a:lnTo>
                  <a:close/>
                </a:path>
                <a:path w="537210" h="274320">
                  <a:moveTo>
                    <a:pt x="385522" y="118389"/>
                  </a:moveTo>
                  <a:lnTo>
                    <a:pt x="358560" y="132727"/>
                  </a:lnTo>
                  <a:lnTo>
                    <a:pt x="390869" y="148513"/>
                  </a:lnTo>
                  <a:lnTo>
                    <a:pt x="417628" y="134023"/>
                  </a:lnTo>
                  <a:lnTo>
                    <a:pt x="385522" y="118389"/>
                  </a:lnTo>
                  <a:close/>
                </a:path>
                <a:path w="537210" h="274320">
                  <a:moveTo>
                    <a:pt x="285818" y="110731"/>
                  </a:moveTo>
                  <a:lnTo>
                    <a:pt x="259060" y="125234"/>
                  </a:lnTo>
                  <a:lnTo>
                    <a:pt x="291170" y="141033"/>
                  </a:lnTo>
                  <a:lnTo>
                    <a:pt x="317929" y="126530"/>
                  </a:lnTo>
                  <a:lnTo>
                    <a:pt x="285818" y="110731"/>
                  </a:lnTo>
                  <a:close/>
                </a:path>
                <a:path w="537210" h="274320">
                  <a:moveTo>
                    <a:pt x="186317" y="103251"/>
                  </a:moveTo>
                  <a:lnTo>
                    <a:pt x="159360" y="117741"/>
                  </a:lnTo>
                  <a:lnTo>
                    <a:pt x="191669" y="133375"/>
                  </a:lnTo>
                  <a:lnTo>
                    <a:pt x="218427" y="118884"/>
                  </a:lnTo>
                  <a:lnTo>
                    <a:pt x="186317" y="103251"/>
                  </a:lnTo>
                  <a:close/>
                </a:path>
                <a:path w="537210" h="274320">
                  <a:moveTo>
                    <a:pt x="86617" y="95592"/>
                  </a:moveTo>
                  <a:lnTo>
                    <a:pt x="59858" y="110083"/>
                  </a:lnTo>
                  <a:lnTo>
                    <a:pt x="91969" y="125882"/>
                  </a:lnTo>
                  <a:lnTo>
                    <a:pt x="118727" y="111391"/>
                  </a:lnTo>
                  <a:lnTo>
                    <a:pt x="86617" y="95592"/>
                  </a:lnTo>
                  <a:close/>
                </a:path>
                <a:path w="537210" h="274320">
                  <a:moveTo>
                    <a:pt x="325658" y="88747"/>
                  </a:moveTo>
                  <a:lnTo>
                    <a:pt x="298900" y="103251"/>
                  </a:lnTo>
                  <a:lnTo>
                    <a:pt x="331010" y="118884"/>
                  </a:lnTo>
                  <a:lnTo>
                    <a:pt x="357772" y="104546"/>
                  </a:lnTo>
                  <a:lnTo>
                    <a:pt x="325658" y="88747"/>
                  </a:lnTo>
                  <a:close/>
                </a:path>
                <a:path w="537210" h="274320">
                  <a:moveTo>
                    <a:pt x="226157" y="81254"/>
                  </a:moveTo>
                  <a:lnTo>
                    <a:pt x="199200" y="95592"/>
                  </a:lnTo>
                  <a:lnTo>
                    <a:pt x="231509" y="111391"/>
                  </a:lnTo>
                  <a:lnTo>
                    <a:pt x="258267" y="96888"/>
                  </a:lnTo>
                  <a:lnTo>
                    <a:pt x="226157" y="81254"/>
                  </a:lnTo>
                  <a:close/>
                </a:path>
                <a:path w="537210" h="274320">
                  <a:moveTo>
                    <a:pt x="126457" y="73609"/>
                  </a:moveTo>
                  <a:lnTo>
                    <a:pt x="99700" y="88099"/>
                  </a:lnTo>
                  <a:lnTo>
                    <a:pt x="131809" y="103898"/>
                  </a:lnTo>
                  <a:lnTo>
                    <a:pt x="158568" y="89408"/>
                  </a:lnTo>
                  <a:lnTo>
                    <a:pt x="126457" y="73609"/>
                  </a:lnTo>
                  <a:close/>
                </a:path>
                <a:path w="537210" h="274320">
                  <a:moveTo>
                    <a:pt x="26957" y="66116"/>
                  </a:moveTo>
                  <a:lnTo>
                    <a:pt x="0" y="80606"/>
                  </a:lnTo>
                  <a:lnTo>
                    <a:pt x="32307" y="96240"/>
                  </a:lnTo>
                  <a:lnTo>
                    <a:pt x="59066" y="81749"/>
                  </a:lnTo>
                  <a:lnTo>
                    <a:pt x="26957" y="66116"/>
                  </a:lnTo>
                  <a:close/>
                </a:path>
                <a:path w="537210" h="274320">
                  <a:moveTo>
                    <a:pt x="265997" y="59118"/>
                  </a:moveTo>
                  <a:lnTo>
                    <a:pt x="239041" y="73609"/>
                  </a:lnTo>
                  <a:lnTo>
                    <a:pt x="271349" y="89408"/>
                  </a:lnTo>
                  <a:lnTo>
                    <a:pt x="298108" y="74904"/>
                  </a:lnTo>
                  <a:lnTo>
                    <a:pt x="265997" y="59118"/>
                  </a:lnTo>
                  <a:close/>
                </a:path>
                <a:path w="537210" h="274320">
                  <a:moveTo>
                    <a:pt x="166297" y="51625"/>
                  </a:moveTo>
                  <a:lnTo>
                    <a:pt x="139539" y="66116"/>
                  </a:lnTo>
                  <a:lnTo>
                    <a:pt x="171649" y="81749"/>
                  </a:lnTo>
                  <a:lnTo>
                    <a:pt x="198408" y="67411"/>
                  </a:lnTo>
                  <a:lnTo>
                    <a:pt x="166297" y="51625"/>
                  </a:lnTo>
                  <a:close/>
                </a:path>
                <a:path w="537210" h="274320">
                  <a:moveTo>
                    <a:pt x="66796" y="44132"/>
                  </a:moveTo>
                  <a:lnTo>
                    <a:pt x="39839" y="58458"/>
                  </a:lnTo>
                  <a:lnTo>
                    <a:pt x="72148" y="74256"/>
                  </a:lnTo>
                  <a:lnTo>
                    <a:pt x="98906" y="59766"/>
                  </a:lnTo>
                  <a:lnTo>
                    <a:pt x="66796" y="44132"/>
                  </a:lnTo>
                  <a:close/>
                </a:path>
                <a:path w="537210" h="274320">
                  <a:moveTo>
                    <a:pt x="206138" y="29641"/>
                  </a:moveTo>
                  <a:lnTo>
                    <a:pt x="179379" y="43967"/>
                  </a:lnTo>
                  <a:lnTo>
                    <a:pt x="211490" y="59766"/>
                  </a:lnTo>
                  <a:lnTo>
                    <a:pt x="238248" y="45275"/>
                  </a:lnTo>
                  <a:lnTo>
                    <a:pt x="206138" y="29641"/>
                  </a:lnTo>
                  <a:close/>
                </a:path>
                <a:path w="537210" h="274320">
                  <a:moveTo>
                    <a:pt x="106636" y="21983"/>
                  </a:moveTo>
                  <a:lnTo>
                    <a:pt x="79679" y="36474"/>
                  </a:lnTo>
                  <a:lnTo>
                    <a:pt x="111988" y="52273"/>
                  </a:lnTo>
                  <a:lnTo>
                    <a:pt x="138746" y="37782"/>
                  </a:lnTo>
                  <a:lnTo>
                    <a:pt x="106636" y="21983"/>
                  </a:lnTo>
                  <a:close/>
                </a:path>
                <a:path w="537210" h="274320">
                  <a:moveTo>
                    <a:pt x="146476" y="0"/>
                  </a:moveTo>
                  <a:lnTo>
                    <a:pt x="119520" y="14490"/>
                  </a:lnTo>
                  <a:lnTo>
                    <a:pt x="151828" y="30124"/>
                  </a:lnTo>
                  <a:lnTo>
                    <a:pt x="178587" y="15798"/>
                  </a:lnTo>
                  <a:lnTo>
                    <a:pt x="1464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919033" y="5003527"/>
              <a:ext cx="537210" cy="274320"/>
            </a:xfrm>
            <a:custGeom>
              <a:avLst/>
              <a:gdLst/>
              <a:ahLst/>
              <a:cxnLst/>
              <a:rect l="l" t="t" r="r" b="b"/>
              <a:pathLst>
                <a:path w="537210" h="274320">
                  <a:moveTo>
                    <a:pt x="0" y="80612"/>
                  </a:moveTo>
                  <a:lnTo>
                    <a:pt x="32308" y="96246"/>
                  </a:lnTo>
                  <a:lnTo>
                    <a:pt x="59066" y="81752"/>
                  </a:lnTo>
                  <a:lnTo>
                    <a:pt x="26956" y="66118"/>
                  </a:lnTo>
                  <a:lnTo>
                    <a:pt x="0" y="80612"/>
                  </a:lnTo>
                  <a:close/>
                </a:path>
                <a:path w="537210" h="274320">
                  <a:moveTo>
                    <a:pt x="39840" y="58464"/>
                  </a:moveTo>
                  <a:lnTo>
                    <a:pt x="72148" y="74261"/>
                  </a:lnTo>
                  <a:lnTo>
                    <a:pt x="98906" y="59767"/>
                  </a:lnTo>
                  <a:lnTo>
                    <a:pt x="66796" y="44133"/>
                  </a:lnTo>
                  <a:lnTo>
                    <a:pt x="39840" y="58464"/>
                  </a:lnTo>
                  <a:close/>
                </a:path>
                <a:path w="537210" h="274320">
                  <a:moveTo>
                    <a:pt x="79680" y="36479"/>
                  </a:moveTo>
                  <a:lnTo>
                    <a:pt x="111988" y="52275"/>
                  </a:lnTo>
                  <a:lnTo>
                    <a:pt x="138747" y="37781"/>
                  </a:lnTo>
                  <a:lnTo>
                    <a:pt x="106637" y="21985"/>
                  </a:lnTo>
                  <a:lnTo>
                    <a:pt x="79680" y="36479"/>
                  </a:lnTo>
                  <a:close/>
                </a:path>
                <a:path w="537210" h="274320">
                  <a:moveTo>
                    <a:pt x="119520" y="14493"/>
                  </a:moveTo>
                  <a:lnTo>
                    <a:pt x="151828" y="30127"/>
                  </a:lnTo>
                  <a:lnTo>
                    <a:pt x="178587" y="15796"/>
                  </a:lnTo>
                  <a:lnTo>
                    <a:pt x="146477" y="0"/>
                  </a:lnTo>
                  <a:lnTo>
                    <a:pt x="119520" y="14493"/>
                  </a:lnTo>
                  <a:close/>
                </a:path>
                <a:path w="537210" h="274320">
                  <a:moveTo>
                    <a:pt x="179380" y="43970"/>
                  </a:moveTo>
                  <a:lnTo>
                    <a:pt x="211490" y="59767"/>
                  </a:lnTo>
                  <a:lnTo>
                    <a:pt x="238248" y="45273"/>
                  </a:lnTo>
                  <a:lnTo>
                    <a:pt x="206138" y="29639"/>
                  </a:lnTo>
                  <a:lnTo>
                    <a:pt x="179380" y="43970"/>
                  </a:lnTo>
                  <a:close/>
                </a:path>
                <a:path w="537210" h="274320">
                  <a:moveTo>
                    <a:pt x="239041" y="73609"/>
                  </a:moveTo>
                  <a:lnTo>
                    <a:pt x="271349" y="89406"/>
                  </a:lnTo>
                  <a:lnTo>
                    <a:pt x="298108" y="74912"/>
                  </a:lnTo>
                  <a:lnTo>
                    <a:pt x="265998" y="59115"/>
                  </a:lnTo>
                  <a:lnTo>
                    <a:pt x="239041" y="73609"/>
                  </a:lnTo>
                  <a:close/>
                </a:path>
                <a:path w="537210" h="274320">
                  <a:moveTo>
                    <a:pt x="298900" y="103249"/>
                  </a:moveTo>
                  <a:lnTo>
                    <a:pt x="331010" y="118882"/>
                  </a:lnTo>
                  <a:lnTo>
                    <a:pt x="357769" y="104551"/>
                  </a:lnTo>
                  <a:lnTo>
                    <a:pt x="325659" y="88755"/>
                  </a:lnTo>
                  <a:lnTo>
                    <a:pt x="298900" y="103249"/>
                  </a:lnTo>
                  <a:close/>
                </a:path>
                <a:path w="537210" h="274320">
                  <a:moveTo>
                    <a:pt x="418421" y="162364"/>
                  </a:moveTo>
                  <a:lnTo>
                    <a:pt x="450531" y="178161"/>
                  </a:lnTo>
                  <a:lnTo>
                    <a:pt x="477290" y="163667"/>
                  </a:lnTo>
                  <a:lnTo>
                    <a:pt x="445180" y="147870"/>
                  </a:lnTo>
                  <a:lnTo>
                    <a:pt x="418421" y="162364"/>
                  </a:lnTo>
                  <a:close/>
                </a:path>
                <a:path w="537210" h="274320">
                  <a:moveTo>
                    <a:pt x="478082" y="192004"/>
                  </a:moveTo>
                  <a:lnTo>
                    <a:pt x="510391" y="207638"/>
                  </a:lnTo>
                  <a:lnTo>
                    <a:pt x="537149" y="193306"/>
                  </a:lnTo>
                  <a:lnTo>
                    <a:pt x="505039" y="177510"/>
                  </a:lnTo>
                  <a:lnTo>
                    <a:pt x="478082" y="192004"/>
                  </a:lnTo>
                  <a:close/>
                </a:path>
                <a:path w="537210" h="274320">
                  <a:moveTo>
                    <a:pt x="438242" y="213989"/>
                  </a:moveTo>
                  <a:lnTo>
                    <a:pt x="470550" y="229737"/>
                  </a:lnTo>
                  <a:lnTo>
                    <a:pt x="497309" y="215292"/>
                  </a:lnTo>
                  <a:lnTo>
                    <a:pt x="465199" y="199495"/>
                  </a:lnTo>
                  <a:lnTo>
                    <a:pt x="438242" y="213989"/>
                  </a:lnTo>
                  <a:close/>
                </a:path>
                <a:path w="537210" h="274320">
                  <a:moveTo>
                    <a:pt x="378581" y="184350"/>
                  </a:moveTo>
                  <a:lnTo>
                    <a:pt x="410691" y="200146"/>
                  </a:lnTo>
                  <a:lnTo>
                    <a:pt x="437449" y="185652"/>
                  </a:lnTo>
                  <a:lnTo>
                    <a:pt x="405339" y="170018"/>
                  </a:lnTo>
                  <a:lnTo>
                    <a:pt x="378581" y="184350"/>
                  </a:lnTo>
                  <a:close/>
                </a:path>
                <a:path w="537210" h="274320">
                  <a:moveTo>
                    <a:pt x="358562" y="132725"/>
                  </a:moveTo>
                  <a:lnTo>
                    <a:pt x="390870" y="148522"/>
                  </a:lnTo>
                  <a:lnTo>
                    <a:pt x="417628" y="134028"/>
                  </a:lnTo>
                  <a:lnTo>
                    <a:pt x="385518" y="118394"/>
                  </a:lnTo>
                  <a:lnTo>
                    <a:pt x="358562" y="132725"/>
                  </a:lnTo>
                  <a:close/>
                </a:path>
                <a:path w="537210" h="274320">
                  <a:moveTo>
                    <a:pt x="318721" y="154873"/>
                  </a:moveTo>
                  <a:lnTo>
                    <a:pt x="351030" y="170507"/>
                  </a:lnTo>
                  <a:lnTo>
                    <a:pt x="377788" y="156176"/>
                  </a:lnTo>
                  <a:lnTo>
                    <a:pt x="345678" y="140379"/>
                  </a:lnTo>
                  <a:lnTo>
                    <a:pt x="318721" y="154873"/>
                  </a:lnTo>
                  <a:close/>
                </a:path>
                <a:path w="537210" h="274320">
                  <a:moveTo>
                    <a:pt x="259060" y="125234"/>
                  </a:moveTo>
                  <a:lnTo>
                    <a:pt x="291170" y="141031"/>
                  </a:lnTo>
                  <a:lnTo>
                    <a:pt x="317929" y="126537"/>
                  </a:lnTo>
                  <a:lnTo>
                    <a:pt x="285819" y="110740"/>
                  </a:lnTo>
                  <a:lnTo>
                    <a:pt x="259060" y="125234"/>
                  </a:lnTo>
                  <a:close/>
                </a:path>
                <a:path w="537210" h="274320">
                  <a:moveTo>
                    <a:pt x="199201" y="95594"/>
                  </a:moveTo>
                  <a:lnTo>
                    <a:pt x="231509" y="111391"/>
                  </a:lnTo>
                  <a:lnTo>
                    <a:pt x="258267" y="96897"/>
                  </a:lnTo>
                  <a:lnTo>
                    <a:pt x="226157" y="81263"/>
                  </a:lnTo>
                  <a:lnTo>
                    <a:pt x="199201" y="95594"/>
                  </a:lnTo>
                  <a:close/>
                </a:path>
                <a:path w="537210" h="274320">
                  <a:moveTo>
                    <a:pt x="139539" y="66118"/>
                  </a:moveTo>
                  <a:lnTo>
                    <a:pt x="171650" y="81752"/>
                  </a:lnTo>
                  <a:lnTo>
                    <a:pt x="198408" y="67421"/>
                  </a:lnTo>
                  <a:lnTo>
                    <a:pt x="166298" y="51624"/>
                  </a:lnTo>
                  <a:lnTo>
                    <a:pt x="139539" y="66118"/>
                  </a:lnTo>
                  <a:close/>
                </a:path>
                <a:path w="537210" h="274320">
                  <a:moveTo>
                    <a:pt x="99699" y="88103"/>
                  </a:moveTo>
                  <a:lnTo>
                    <a:pt x="131809" y="103900"/>
                  </a:lnTo>
                  <a:lnTo>
                    <a:pt x="158568" y="89406"/>
                  </a:lnTo>
                  <a:lnTo>
                    <a:pt x="126458" y="73609"/>
                  </a:lnTo>
                  <a:lnTo>
                    <a:pt x="99699" y="88103"/>
                  </a:lnTo>
                  <a:close/>
                </a:path>
                <a:path w="537210" h="274320">
                  <a:moveTo>
                    <a:pt x="159360" y="117742"/>
                  </a:moveTo>
                  <a:lnTo>
                    <a:pt x="191669" y="133376"/>
                  </a:lnTo>
                  <a:lnTo>
                    <a:pt x="218427" y="118882"/>
                  </a:lnTo>
                  <a:lnTo>
                    <a:pt x="186317" y="103249"/>
                  </a:lnTo>
                  <a:lnTo>
                    <a:pt x="159360" y="117742"/>
                  </a:lnTo>
                  <a:close/>
                </a:path>
                <a:path w="537210" h="274320">
                  <a:moveTo>
                    <a:pt x="219220" y="147219"/>
                  </a:moveTo>
                  <a:lnTo>
                    <a:pt x="251330" y="163016"/>
                  </a:lnTo>
                  <a:lnTo>
                    <a:pt x="278088" y="148522"/>
                  </a:lnTo>
                  <a:lnTo>
                    <a:pt x="245978" y="132888"/>
                  </a:lnTo>
                  <a:lnTo>
                    <a:pt x="219220" y="147219"/>
                  </a:lnTo>
                  <a:close/>
                </a:path>
                <a:path w="537210" h="274320">
                  <a:moveTo>
                    <a:pt x="278881" y="176858"/>
                  </a:moveTo>
                  <a:lnTo>
                    <a:pt x="311189" y="192655"/>
                  </a:lnTo>
                  <a:lnTo>
                    <a:pt x="337948" y="178161"/>
                  </a:lnTo>
                  <a:lnTo>
                    <a:pt x="305838" y="162364"/>
                  </a:lnTo>
                  <a:lnTo>
                    <a:pt x="278881" y="176858"/>
                  </a:lnTo>
                  <a:close/>
                </a:path>
                <a:path w="537210" h="274320">
                  <a:moveTo>
                    <a:pt x="338741" y="206498"/>
                  </a:moveTo>
                  <a:lnTo>
                    <a:pt x="370851" y="222131"/>
                  </a:lnTo>
                  <a:lnTo>
                    <a:pt x="397609" y="207638"/>
                  </a:lnTo>
                  <a:lnTo>
                    <a:pt x="365499" y="192004"/>
                  </a:lnTo>
                  <a:lnTo>
                    <a:pt x="338741" y="206498"/>
                  </a:lnTo>
                  <a:close/>
                </a:path>
                <a:path w="537210" h="274320">
                  <a:moveTo>
                    <a:pt x="398402" y="236039"/>
                  </a:moveTo>
                  <a:lnTo>
                    <a:pt x="430710" y="251771"/>
                  </a:lnTo>
                  <a:lnTo>
                    <a:pt x="457469" y="237309"/>
                  </a:lnTo>
                  <a:lnTo>
                    <a:pt x="425359" y="221643"/>
                  </a:lnTo>
                  <a:lnTo>
                    <a:pt x="398402" y="236039"/>
                  </a:lnTo>
                  <a:close/>
                </a:path>
                <a:path w="537210" h="274320">
                  <a:moveTo>
                    <a:pt x="358562" y="258090"/>
                  </a:moveTo>
                  <a:lnTo>
                    <a:pt x="390870" y="273821"/>
                  </a:lnTo>
                  <a:lnTo>
                    <a:pt x="417628" y="259343"/>
                  </a:lnTo>
                  <a:lnTo>
                    <a:pt x="385518" y="243596"/>
                  </a:lnTo>
                  <a:lnTo>
                    <a:pt x="358562" y="258090"/>
                  </a:lnTo>
                  <a:close/>
                </a:path>
                <a:path w="537210" h="274320">
                  <a:moveTo>
                    <a:pt x="298900" y="228499"/>
                  </a:moveTo>
                  <a:lnTo>
                    <a:pt x="331010" y="244231"/>
                  </a:lnTo>
                  <a:lnTo>
                    <a:pt x="357769" y="229753"/>
                  </a:lnTo>
                  <a:lnTo>
                    <a:pt x="325659" y="213989"/>
                  </a:lnTo>
                  <a:lnTo>
                    <a:pt x="298900" y="228499"/>
                  </a:lnTo>
                  <a:close/>
                </a:path>
                <a:path w="537210" h="274320">
                  <a:moveTo>
                    <a:pt x="119520" y="139728"/>
                  </a:moveTo>
                  <a:lnTo>
                    <a:pt x="271349" y="214640"/>
                  </a:lnTo>
                  <a:lnTo>
                    <a:pt x="298108" y="200146"/>
                  </a:lnTo>
                  <a:lnTo>
                    <a:pt x="146477" y="125234"/>
                  </a:lnTo>
                  <a:lnTo>
                    <a:pt x="119520" y="139728"/>
                  </a:lnTo>
                  <a:close/>
                </a:path>
                <a:path w="537210" h="274320">
                  <a:moveTo>
                    <a:pt x="59859" y="110088"/>
                  </a:moveTo>
                  <a:lnTo>
                    <a:pt x="91969" y="125885"/>
                  </a:lnTo>
                  <a:lnTo>
                    <a:pt x="118727" y="111391"/>
                  </a:lnTo>
                  <a:lnTo>
                    <a:pt x="86617" y="95594"/>
                  </a:lnTo>
                  <a:lnTo>
                    <a:pt x="59859" y="110088"/>
                  </a:lnTo>
                  <a:close/>
                </a:path>
              </a:pathLst>
            </a:custGeom>
            <a:ln w="866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316246" y="4508616"/>
              <a:ext cx="264160" cy="377825"/>
            </a:xfrm>
            <a:custGeom>
              <a:avLst/>
              <a:gdLst/>
              <a:ahLst/>
              <a:cxnLst/>
              <a:rect l="l" t="t" r="r" b="b"/>
              <a:pathLst>
                <a:path w="264159" h="377825">
                  <a:moveTo>
                    <a:pt x="0" y="0"/>
                  </a:moveTo>
                  <a:lnTo>
                    <a:pt x="0" y="249165"/>
                  </a:lnTo>
                  <a:lnTo>
                    <a:pt x="39887" y="275998"/>
                  </a:lnTo>
                  <a:lnTo>
                    <a:pt x="81574" y="300760"/>
                  </a:lnTo>
                  <a:lnTo>
                    <a:pt x="124946" y="323386"/>
                  </a:lnTo>
                  <a:lnTo>
                    <a:pt x="169888" y="343813"/>
                  </a:lnTo>
                  <a:lnTo>
                    <a:pt x="216283" y="361979"/>
                  </a:lnTo>
                  <a:lnTo>
                    <a:pt x="264015" y="377819"/>
                  </a:lnTo>
                </a:path>
              </a:pathLst>
            </a:custGeom>
            <a:ln w="895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436166" y="5052872"/>
              <a:ext cx="150837" cy="64655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528533" y="4887252"/>
              <a:ext cx="30721" cy="29476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528530" y="4887250"/>
              <a:ext cx="31115" cy="29845"/>
            </a:xfrm>
            <a:custGeom>
              <a:avLst/>
              <a:gdLst/>
              <a:ahLst/>
              <a:cxnLst/>
              <a:rect l="l" t="t" r="r" b="b"/>
              <a:pathLst>
                <a:path w="31115" h="29845">
                  <a:moveTo>
                    <a:pt x="26163" y="9608"/>
                  </a:moveTo>
                  <a:lnTo>
                    <a:pt x="21604" y="3094"/>
                  </a:lnTo>
                  <a:lnTo>
                    <a:pt x="12883" y="0"/>
                  </a:lnTo>
                  <a:lnTo>
                    <a:pt x="6937" y="2768"/>
                  </a:lnTo>
                  <a:lnTo>
                    <a:pt x="991" y="5699"/>
                  </a:lnTo>
                  <a:lnTo>
                    <a:pt x="0" y="13353"/>
                  </a:lnTo>
                  <a:lnTo>
                    <a:pt x="4558" y="19868"/>
                  </a:lnTo>
                  <a:lnTo>
                    <a:pt x="9117" y="26382"/>
                  </a:lnTo>
                  <a:lnTo>
                    <a:pt x="17640" y="29476"/>
                  </a:lnTo>
                  <a:lnTo>
                    <a:pt x="23587" y="26545"/>
                  </a:lnTo>
                  <a:lnTo>
                    <a:pt x="29533" y="23776"/>
                  </a:lnTo>
                  <a:lnTo>
                    <a:pt x="30722" y="16122"/>
                  </a:lnTo>
                  <a:lnTo>
                    <a:pt x="26163" y="9608"/>
                  </a:lnTo>
                  <a:close/>
                </a:path>
              </a:pathLst>
            </a:custGeom>
            <a:ln w="86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399693" y="4972748"/>
              <a:ext cx="0" cy="41275"/>
            </a:xfrm>
            <a:custGeom>
              <a:avLst/>
              <a:gdLst/>
              <a:ahLst/>
              <a:cxnLst/>
              <a:rect l="l" t="t" r="r" b="b"/>
              <a:pathLst>
                <a:path h="41275">
                  <a:moveTo>
                    <a:pt x="0" y="0"/>
                  </a:moveTo>
                  <a:lnTo>
                    <a:pt x="0" y="41201"/>
                  </a:lnTo>
                </a:path>
              </a:pathLst>
            </a:custGeom>
            <a:ln w="951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172941" y="4431754"/>
              <a:ext cx="463021" cy="722744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172941" y="4431749"/>
              <a:ext cx="463550" cy="723265"/>
            </a:xfrm>
            <a:custGeom>
              <a:avLst/>
              <a:gdLst/>
              <a:ahLst/>
              <a:cxnLst/>
              <a:rect l="l" t="t" r="r" b="b"/>
              <a:pathLst>
                <a:path w="463550" h="723264">
                  <a:moveTo>
                    <a:pt x="463018" y="516733"/>
                  </a:moveTo>
                  <a:lnTo>
                    <a:pt x="412219" y="504286"/>
                  </a:lnTo>
                  <a:lnTo>
                    <a:pt x="362637" y="489219"/>
                  </a:lnTo>
                  <a:lnTo>
                    <a:pt x="314412" y="471598"/>
                  </a:lnTo>
                  <a:lnTo>
                    <a:pt x="267682" y="451490"/>
                  </a:lnTo>
                  <a:lnTo>
                    <a:pt x="222588" y="428963"/>
                  </a:lnTo>
                  <a:lnTo>
                    <a:pt x="179268" y="404082"/>
                  </a:lnTo>
                  <a:lnTo>
                    <a:pt x="137862" y="376915"/>
                  </a:lnTo>
                  <a:lnTo>
                    <a:pt x="98510" y="347529"/>
                  </a:lnTo>
                  <a:lnTo>
                    <a:pt x="98510" y="0"/>
                  </a:lnTo>
                  <a:lnTo>
                    <a:pt x="138976" y="28343"/>
                  </a:lnTo>
                  <a:lnTo>
                    <a:pt x="181080" y="54838"/>
                  </a:lnTo>
                  <a:lnTo>
                    <a:pt x="224731" y="79435"/>
                  </a:lnTo>
                  <a:lnTo>
                    <a:pt x="269838" y="102088"/>
                  </a:lnTo>
                  <a:lnTo>
                    <a:pt x="316311" y="122749"/>
                  </a:lnTo>
                  <a:lnTo>
                    <a:pt x="364059" y="141369"/>
                  </a:lnTo>
                  <a:lnTo>
                    <a:pt x="412992" y="157901"/>
                  </a:lnTo>
                  <a:lnTo>
                    <a:pt x="463018" y="172298"/>
                  </a:lnTo>
                  <a:lnTo>
                    <a:pt x="463018" y="516733"/>
                  </a:lnTo>
                  <a:close/>
                </a:path>
                <a:path w="463550" h="723264">
                  <a:moveTo>
                    <a:pt x="0" y="516733"/>
                  </a:moveTo>
                  <a:lnTo>
                    <a:pt x="37156" y="545283"/>
                  </a:lnTo>
                  <a:lnTo>
                    <a:pt x="75906" y="572178"/>
                  </a:lnTo>
                  <a:lnTo>
                    <a:pt x="116167" y="597376"/>
                  </a:lnTo>
                  <a:lnTo>
                    <a:pt x="157854" y="620837"/>
                  </a:lnTo>
                  <a:lnTo>
                    <a:pt x="200886" y="642517"/>
                  </a:lnTo>
                  <a:lnTo>
                    <a:pt x="245178" y="662375"/>
                  </a:lnTo>
                  <a:lnTo>
                    <a:pt x="290647" y="680368"/>
                  </a:lnTo>
                  <a:lnTo>
                    <a:pt x="337210" y="696456"/>
                  </a:lnTo>
                  <a:lnTo>
                    <a:pt x="384785" y="710594"/>
                  </a:lnTo>
                  <a:lnTo>
                    <a:pt x="433287" y="722743"/>
                  </a:lnTo>
                  <a:lnTo>
                    <a:pt x="433287" y="575035"/>
                  </a:lnTo>
                  <a:lnTo>
                    <a:pt x="384838" y="562803"/>
                  </a:lnTo>
                  <a:lnTo>
                    <a:pt x="337306" y="548607"/>
                  </a:lnTo>
                  <a:lnTo>
                    <a:pt x="290772" y="532486"/>
                  </a:lnTo>
                  <a:lnTo>
                    <a:pt x="245320" y="514479"/>
                  </a:lnTo>
                  <a:lnTo>
                    <a:pt x="201034" y="494626"/>
                  </a:lnTo>
                  <a:lnTo>
                    <a:pt x="157997" y="472965"/>
                  </a:lnTo>
                  <a:lnTo>
                    <a:pt x="116291" y="449535"/>
                  </a:lnTo>
                  <a:lnTo>
                    <a:pt x="76001" y="424376"/>
                  </a:lnTo>
                  <a:lnTo>
                    <a:pt x="37209" y="397526"/>
                  </a:lnTo>
                  <a:lnTo>
                    <a:pt x="0" y="369025"/>
                  </a:lnTo>
                  <a:lnTo>
                    <a:pt x="0" y="516733"/>
                  </a:lnTo>
                  <a:close/>
                </a:path>
              </a:pathLst>
            </a:custGeom>
            <a:ln w="12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198285" y="4855964"/>
              <a:ext cx="109465" cy="141880"/>
            </a:xfrm>
            <a:prstGeom prst="rect">
              <a:avLst/>
            </a:prstGeom>
            <a:blipFill>
              <a:blip r:embed="rId3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862345" y="4397875"/>
              <a:ext cx="1149985" cy="944880"/>
            </a:xfrm>
            <a:custGeom>
              <a:avLst/>
              <a:gdLst/>
              <a:ahLst/>
              <a:cxnLst/>
              <a:rect l="l" t="t" r="r" b="b"/>
              <a:pathLst>
                <a:path w="1149985" h="944879">
                  <a:moveTo>
                    <a:pt x="691951" y="69049"/>
                  </a:moveTo>
                  <a:lnTo>
                    <a:pt x="863007" y="150802"/>
                  </a:lnTo>
                </a:path>
                <a:path w="1149985" h="944879">
                  <a:moveTo>
                    <a:pt x="714151" y="64001"/>
                  </a:moveTo>
                  <a:lnTo>
                    <a:pt x="885206" y="145590"/>
                  </a:lnTo>
                </a:path>
                <a:path w="1149985" h="944879">
                  <a:moveTo>
                    <a:pt x="736548" y="58790"/>
                  </a:moveTo>
                  <a:lnTo>
                    <a:pt x="907604" y="140542"/>
                  </a:lnTo>
                </a:path>
                <a:path w="1149985" h="944879">
                  <a:moveTo>
                    <a:pt x="758748" y="53741"/>
                  </a:moveTo>
                  <a:lnTo>
                    <a:pt x="929803" y="135494"/>
                  </a:lnTo>
                </a:path>
                <a:path w="1149985" h="944879">
                  <a:moveTo>
                    <a:pt x="743882" y="756616"/>
                  </a:moveTo>
                  <a:lnTo>
                    <a:pt x="1149420" y="562984"/>
                  </a:lnTo>
                  <a:lnTo>
                    <a:pt x="1149420" y="415276"/>
                  </a:lnTo>
                  <a:lnTo>
                    <a:pt x="1015430" y="350623"/>
                  </a:lnTo>
                  <a:lnTo>
                    <a:pt x="1015430" y="147708"/>
                  </a:lnTo>
                  <a:lnTo>
                    <a:pt x="732782" y="12376"/>
                  </a:lnTo>
                  <a:lnTo>
                    <a:pt x="602558" y="43156"/>
                  </a:lnTo>
                  <a:lnTo>
                    <a:pt x="513364" y="0"/>
                  </a:lnTo>
                  <a:lnTo>
                    <a:pt x="409105" y="33873"/>
                  </a:lnTo>
                  <a:lnTo>
                    <a:pt x="409105" y="356811"/>
                  </a:lnTo>
                  <a:lnTo>
                    <a:pt x="310595" y="402899"/>
                  </a:lnTo>
                  <a:lnTo>
                    <a:pt x="310595" y="550607"/>
                  </a:lnTo>
                  <a:lnTo>
                    <a:pt x="347853" y="579020"/>
                  </a:lnTo>
                  <a:lnTo>
                    <a:pt x="386673" y="605801"/>
                  </a:lnTo>
                  <a:lnTo>
                    <a:pt x="426974" y="630911"/>
                  </a:lnTo>
                  <a:lnTo>
                    <a:pt x="468678" y="654312"/>
                  </a:lnTo>
                  <a:lnTo>
                    <a:pt x="511704" y="675963"/>
                  </a:lnTo>
                  <a:lnTo>
                    <a:pt x="555973" y="695826"/>
                  </a:lnTo>
                  <a:lnTo>
                    <a:pt x="601405" y="713862"/>
                  </a:lnTo>
                  <a:lnTo>
                    <a:pt x="647920" y="730032"/>
                  </a:lnTo>
                  <a:lnTo>
                    <a:pt x="695439" y="744296"/>
                  </a:lnTo>
                  <a:lnTo>
                    <a:pt x="743882" y="756616"/>
                  </a:lnTo>
                  <a:close/>
                </a:path>
                <a:path w="1149985" h="944879">
                  <a:moveTo>
                    <a:pt x="0" y="692126"/>
                  </a:moveTo>
                  <a:lnTo>
                    <a:pt x="197219" y="578292"/>
                  </a:lnTo>
                  <a:lnTo>
                    <a:pt x="643588" y="790490"/>
                  </a:lnTo>
                  <a:lnTo>
                    <a:pt x="643588" y="845876"/>
                  </a:lnTo>
                  <a:lnTo>
                    <a:pt x="439035" y="944288"/>
                  </a:lnTo>
                  <a:lnTo>
                    <a:pt x="0" y="735120"/>
                  </a:lnTo>
                  <a:lnTo>
                    <a:pt x="0" y="692126"/>
                  </a:lnTo>
                  <a:close/>
                </a:path>
              </a:pathLst>
            </a:custGeom>
            <a:ln w="129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316253" y="4508614"/>
              <a:ext cx="264007" cy="366750"/>
            </a:xfrm>
            <a:prstGeom prst="rect">
              <a:avLst/>
            </a:prstGeom>
            <a:blipFill>
              <a:blip r:embed="rId3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316246" y="4508616"/>
              <a:ext cx="264160" cy="377825"/>
            </a:xfrm>
            <a:custGeom>
              <a:avLst/>
              <a:gdLst/>
              <a:ahLst/>
              <a:cxnLst/>
              <a:rect l="l" t="t" r="r" b="b"/>
              <a:pathLst>
                <a:path w="264159" h="377825">
                  <a:moveTo>
                    <a:pt x="11099" y="243465"/>
                  </a:moveTo>
                  <a:lnTo>
                    <a:pt x="11099" y="9282"/>
                  </a:lnTo>
                  <a:lnTo>
                    <a:pt x="0" y="0"/>
                  </a:lnTo>
                  <a:lnTo>
                    <a:pt x="38400" y="28712"/>
                  </a:lnTo>
                  <a:lnTo>
                    <a:pt x="79328" y="54688"/>
                  </a:lnTo>
                  <a:lnTo>
                    <a:pt x="122568" y="77823"/>
                  </a:lnTo>
                  <a:lnTo>
                    <a:pt x="167906" y="98013"/>
                  </a:lnTo>
                  <a:lnTo>
                    <a:pt x="215126" y="115154"/>
                  </a:lnTo>
                  <a:lnTo>
                    <a:pt x="264015" y="129142"/>
                  </a:lnTo>
                  <a:lnTo>
                    <a:pt x="264015" y="377819"/>
                  </a:lnTo>
                  <a:lnTo>
                    <a:pt x="264015" y="366745"/>
                  </a:lnTo>
                  <a:lnTo>
                    <a:pt x="218247" y="351597"/>
                  </a:lnTo>
                  <a:lnTo>
                    <a:pt x="173778" y="334205"/>
                  </a:lnTo>
                  <a:lnTo>
                    <a:pt x="130719" y="314632"/>
                  </a:lnTo>
                  <a:lnTo>
                    <a:pt x="89179" y="292943"/>
                  </a:lnTo>
                  <a:lnTo>
                    <a:pt x="49269" y="269199"/>
                  </a:lnTo>
                  <a:lnTo>
                    <a:pt x="11099" y="243465"/>
                  </a:lnTo>
                  <a:close/>
                </a:path>
              </a:pathLst>
            </a:custGeom>
            <a:ln w="89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826851" y="5382421"/>
            <a:ext cx="1334135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15" dirty="0">
                <a:latin typeface="Arial"/>
                <a:cs typeface="Arial"/>
              </a:rPr>
              <a:t>Web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165" dirty="0"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1395515" y="4876507"/>
            <a:ext cx="2572385" cy="440055"/>
            <a:chOff x="1395515" y="4876507"/>
            <a:chExt cx="2572385" cy="440055"/>
          </a:xfrm>
        </p:grpSpPr>
        <p:sp>
          <p:nvSpPr>
            <p:cNvPr id="114" name="object 114"/>
            <p:cNvSpPr/>
            <p:nvPr/>
          </p:nvSpPr>
          <p:spPr>
            <a:xfrm>
              <a:off x="1395515" y="4968569"/>
              <a:ext cx="192874" cy="111442"/>
            </a:xfrm>
            <a:prstGeom prst="rect">
              <a:avLst/>
            </a:prstGeom>
            <a:blipFill>
              <a:blip r:embed="rId3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873618" y="4876507"/>
              <a:ext cx="80860" cy="121488"/>
            </a:xfrm>
            <a:prstGeom prst="rect">
              <a:avLst/>
            </a:prstGeom>
            <a:blipFill>
              <a:blip r:embed="rId3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2040506" y="4988218"/>
              <a:ext cx="1921510" cy="322580"/>
            </a:xfrm>
            <a:custGeom>
              <a:avLst/>
              <a:gdLst/>
              <a:ahLst/>
              <a:cxnLst/>
              <a:rect l="l" t="t" r="r" b="b"/>
              <a:pathLst>
                <a:path w="1921510" h="322579">
                  <a:moveTo>
                    <a:pt x="1921052" y="0"/>
                  </a:moveTo>
                  <a:lnTo>
                    <a:pt x="1879834" y="28449"/>
                  </a:lnTo>
                  <a:lnTo>
                    <a:pt x="1838031" y="55590"/>
                  </a:lnTo>
                  <a:lnTo>
                    <a:pt x="1795669" y="81421"/>
                  </a:lnTo>
                  <a:lnTo>
                    <a:pt x="1752777" y="105941"/>
                  </a:lnTo>
                  <a:lnTo>
                    <a:pt x="1709381" y="129149"/>
                  </a:lnTo>
                  <a:lnTo>
                    <a:pt x="1665509" y="151045"/>
                  </a:lnTo>
                  <a:lnTo>
                    <a:pt x="1621189" y="171628"/>
                  </a:lnTo>
                  <a:lnTo>
                    <a:pt x="1576447" y="190896"/>
                  </a:lnTo>
                  <a:lnTo>
                    <a:pt x="1531312" y="208849"/>
                  </a:lnTo>
                  <a:lnTo>
                    <a:pt x="1485810" y="225487"/>
                  </a:lnTo>
                  <a:lnTo>
                    <a:pt x="1439969" y="240808"/>
                  </a:lnTo>
                  <a:lnTo>
                    <a:pt x="1393816" y="254811"/>
                  </a:lnTo>
                  <a:lnTo>
                    <a:pt x="1347378" y="267496"/>
                  </a:lnTo>
                  <a:lnTo>
                    <a:pt x="1300684" y="278862"/>
                  </a:lnTo>
                  <a:lnTo>
                    <a:pt x="1253760" y="288908"/>
                  </a:lnTo>
                  <a:lnTo>
                    <a:pt x="1206634" y="297633"/>
                  </a:lnTo>
                  <a:lnTo>
                    <a:pt x="1159332" y="305037"/>
                  </a:lnTo>
                  <a:lnTo>
                    <a:pt x="1111883" y="311118"/>
                  </a:lnTo>
                  <a:lnTo>
                    <a:pt x="1064314" y="315875"/>
                  </a:lnTo>
                  <a:lnTo>
                    <a:pt x="1016652" y="319309"/>
                  </a:lnTo>
                  <a:lnTo>
                    <a:pt x="968925" y="321417"/>
                  </a:lnTo>
                  <a:lnTo>
                    <a:pt x="921160" y="322200"/>
                  </a:lnTo>
                  <a:lnTo>
                    <a:pt x="873384" y="321656"/>
                  </a:lnTo>
                  <a:lnTo>
                    <a:pt x="825624" y="319784"/>
                  </a:lnTo>
                  <a:lnTo>
                    <a:pt x="777909" y="316584"/>
                  </a:lnTo>
                  <a:lnTo>
                    <a:pt x="730264" y="312055"/>
                  </a:lnTo>
                  <a:lnTo>
                    <a:pt x="682719" y="306196"/>
                  </a:lnTo>
                  <a:lnTo>
                    <a:pt x="635300" y="299006"/>
                  </a:lnTo>
                  <a:lnTo>
                    <a:pt x="588034" y="290484"/>
                  </a:lnTo>
                  <a:lnTo>
                    <a:pt x="540949" y="280630"/>
                  </a:lnTo>
                  <a:lnTo>
                    <a:pt x="494072" y="269442"/>
                  </a:lnTo>
                  <a:lnTo>
                    <a:pt x="447431" y="256920"/>
                  </a:lnTo>
                  <a:lnTo>
                    <a:pt x="401053" y="243063"/>
                  </a:lnTo>
                  <a:lnTo>
                    <a:pt x="354966" y="227871"/>
                  </a:lnTo>
                  <a:lnTo>
                    <a:pt x="309195" y="211341"/>
                  </a:lnTo>
                  <a:lnTo>
                    <a:pt x="263770" y="193474"/>
                  </a:lnTo>
                  <a:lnTo>
                    <a:pt x="218718" y="174269"/>
                  </a:lnTo>
                  <a:lnTo>
                    <a:pt x="174065" y="153725"/>
                  </a:lnTo>
                  <a:lnTo>
                    <a:pt x="129840" y="131840"/>
                  </a:lnTo>
                  <a:lnTo>
                    <a:pt x="86068" y="108615"/>
                  </a:lnTo>
                  <a:lnTo>
                    <a:pt x="42779" y="84048"/>
                  </a:lnTo>
                  <a:lnTo>
                    <a:pt x="0" y="58138"/>
                  </a:lnTo>
                </a:path>
              </a:pathLst>
            </a:custGeom>
            <a:ln w="117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953298" y="4988216"/>
              <a:ext cx="140335" cy="107950"/>
            </a:xfrm>
            <a:custGeom>
              <a:avLst/>
              <a:gdLst/>
              <a:ahLst/>
              <a:cxnLst/>
              <a:rect l="l" t="t" r="r" b="b"/>
              <a:pathLst>
                <a:path w="140335" h="107950">
                  <a:moveTo>
                    <a:pt x="0" y="0"/>
                  </a:moveTo>
                  <a:lnTo>
                    <a:pt x="59067" y="107492"/>
                  </a:lnTo>
                  <a:lnTo>
                    <a:pt x="140131" y="255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/>
          <p:nvPr/>
        </p:nvSpPr>
        <p:spPr>
          <a:xfrm>
            <a:off x="7356157" y="4464227"/>
            <a:ext cx="463550" cy="2393315"/>
          </a:xfrm>
          <a:custGeom>
            <a:avLst/>
            <a:gdLst/>
            <a:ahLst/>
            <a:cxnLst/>
            <a:rect l="l" t="t" r="r" b="b"/>
            <a:pathLst>
              <a:path w="463550" h="2393315">
                <a:moveTo>
                  <a:pt x="0" y="0"/>
                </a:moveTo>
                <a:lnTo>
                  <a:pt x="73169" y="1966"/>
                </a:lnTo>
                <a:lnTo>
                  <a:pt x="136716" y="7443"/>
                </a:lnTo>
                <a:lnTo>
                  <a:pt x="186827" y="15795"/>
                </a:lnTo>
                <a:lnTo>
                  <a:pt x="231492" y="38581"/>
                </a:lnTo>
                <a:lnTo>
                  <a:pt x="231492" y="1158031"/>
                </a:lnTo>
                <a:lnTo>
                  <a:pt x="243294" y="1170224"/>
                </a:lnTo>
                <a:lnTo>
                  <a:pt x="276157" y="1180814"/>
                </a:lnTo>
                <a:lnTo>
                  <a:pt x="326268" y="1189166"/>
                </a:lnTo>
                <a:lnTo>
                  <a:pt x="389815" y="1194643"/>
                </a:lnTo>
                <a:lnTo>
                  <a:pt x="462985" y="1196610"/>
                </a:lnTo>
                <a:lnTo>
                  <a:pt x="389815" y="1198577"/>
                </a:lnTo>
                <a:lnTo>
                  <a:pt x="326268" y="1204054"/>
                </a:lnTo>
                <a:lnTo>
                  <a:pt x="276157" y="1212407"/>
                </a:lnTo>
                <a:lnTo>
                  <a:pt x="243294" y="1223000"/>
                </a:lnTo>
                <a:lnTo>
                  <a:pt x="231492" y="1235199"/>
                </a:lnTo>
                <a:lnTo>
                  <a:pt x="231492" y="2354641"/>
                </a:lnTo>
                <a:lnTo>
                  <a:pt x="219690" y="2366834"/>
                </a:lnTo>
                <a:lnTo>
                  <a:pt x="186827" y="2377425"/>
                </a:lnTo>
                <a:lnTo>
                  <a:pt x="136716" y="2385776"/>
                </a:lnTo>
                <a:lnTo>
                  <a:pt x="73169" y="2391253"/>
                </a:lnTo>
                <a:lnTo>
                  <a:pt x="0" y="2393220"/>
                </a:lnTo>
              </a:path>
            </a:pathLst>
          </a:custGeom>
          <a:ln w="6808">
            <a:solidFill>
              <a:srgbClr val="5B9B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7998104" y="5424933"/>
            <a:ext cx="2001520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25" dirty="0">
                <a:solidFill>
                  <a:srgbClr val="0070C0"/>
                </a:solidFill>
                <a:latin typeface="Carlito"/>
                <a:cs typeface="Carlito"/>
              </a:rPr>
              <a:t>Covered </a:t>
            </a:r>
            <a:r>
              <a:rPr sz="2600" spc="-5" dirty="0">
                <a:solidFill>
                  <a:srgbClr val="0070C0"/>
                </a:solidFill>
                <a:latin typeface="Carlito"/>
                <a:cs typeface="Carlito"/>
              </a:rPr>
              <a:t>in</a:t>
            </a:r>
            <a:r>
              <a:rPr sz="2600" spc="-10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600" spc="-10" dirty="0">
                <a:solidFill>
                  <a:srgbClr val="0070C0"/>
                </a:solidFill>
                <a:latin typeface="Carlito"/>
                <a:cs typeface="Carlito"/>
              </a:rPr>
              <a:t>this  </a:t>
            </a:r>
            <a:r>
              <a:rPr sz="2600" spc="-15" dirty="0">
                <a:solidFill>
                  <a:srgbClr val="0070C0"/>
                </a:solidFill>
                <a:latin typeface="Carlito"/>
                <a:cs typeface="Carlito"/>
              </a:rPr>
              <a:t>module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121" name="object 12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2" name="object 12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23" name="object 1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120" name="object 120"/>
          <p:cNvSpPr txBox="1"/>
          <p:nvPr/>
        </p:nvSpPr>
        <p:spPr>
          <a:xfrm>
            <a:off x="8558110" y="1880109"/>
            <a:ext cx="1445260" cy="120840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25" dirty="0">
                <a:solidFill>
                  <a:srgbClr val="0070C0"/>
                </a:solidFill>
                <a:latin typeface="Carlito"/>
                <a:cs typeface="Carlito"/>
              </a:rPr>
              <a:t>Covered</a:t>
            </a:r>
            <a:r>
              <a:rPr sz="2600" spc="-10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2600" spc="-5" dirty="0">
                <a:solidFill>
                  <a:srgbClr val="0070C0"/>
                </a:solidFill>
                <a:latin typeface="Carlito"/>
                <a:cs typeface="Carlito"/>
              </a:rPr>
              <a:t>in  </a:t>
            </a:r>
            <a:r>
              <a:rPr sz="2600" spc="-15" dirty="0">
                <a:solidFill>
                  <a:srgbClr val="0070C0"/>
                </a:solidFill>
                <a:latin typeface="Carlito"/>
                <a:cs typeface="Carlito"/>
              </a:rPr>
              <a:t>other  modules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799832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71913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Server </a:t>
            </a:r>
            <a:r>
              <a:rPr spc="-20" dirty="0"/>
              <a:t>Side </a:t>
            </a:r>
            <a:r>
              <a:rPr spc="-35" dirty="0"/>
              <a:t>Technologies </a:t>
            </a:r>
            <a:r>
              <a:rPr spc="-15" dirty="0"/>
              <a:t>and</a:t>
            </a:r>
            <a:r>
              <a:rPr spc="210" dirty="0"/>
              <a:t> </a:t>
            </a:r>
            <a:r>
              <a:rPr spc="-25" dirty="0"/>
              <a:t>Databases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pc="-10" dirty="0"/>
              <a:t>Server-side</a:t>
            </a:r>
            <a:r>
              <a:rPr spc="-55" dirty="0"/>
              <a:t> </a:t>
            </a:r>
            <a:r>
              <a:rPr spc="-10" dirty="0"/>
              <a:t>languages</a:t>
            </a:r>
          </a:p>
          <a:p>
            <a:pPr marL="748030" lvl="1" indent="-367665">
              <a:lnSpc>
                <a:spcPct val="100000"/>
              </a:lnSpc>
              <a:spcBef>
                <a:spcPts val="61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PHP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5" dirty="0">
                <a:latin typeface="Carlito"/>
                <a:cs typeface="Carlito"/>
              </a:rPr>
              <a:t>JSP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60" dirty="0">
                <a:latin typeface="Carlito"/>
                <a:cs typeface="Carlito"/>
              </a:rPr>
              <a:t>ASP.NET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20" dirty="0">
                <a:latin typeface="Carlito"/>
                <a:cs typeface="Carlito"/>
              </a:rPr>
              <a:t>Perl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Python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4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Node.js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20" dirty="0">
                <a:latin typeface="Carlito"/>
                <a:cs typeface="Carlito"/>
              </a:rPr>
              <a:t>Groovy/Grails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7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5" dirty="0">
                <a:latin typeface="Carlito"/>
                <a:cs typeface="Carlito"/>
              </a:rPr>
              <a:t>Ruby </a:t>
            </a:r>
            <a:r>
              <a:rPr sz="2700" spc="-10" dirty="0">
                <a:latin typeface="Carlito"/>
                <a:cs typeface="Carlito"/>
              </a:rPr>
              <a:t>on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Rails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pc="-10" dirty="0"/>
              <a:t>Database</a:t>
            </a:r>
            <a:r>
              <a:rPr spc="-65" dirty="0"/>
              <a:t> </a:t>
            </a:r>
            <a:r>
              <a:rPr spc="-15" dirty="0"/>
              <a:t>servers</a:t>
            </a:r>
          </a:p>
          <a:p>
            <a:pPr marL="748030" lvl="1" indent="-368300">
              <a:lnSpc>
                <a:spcPct val="100000"/>
              </a:lnSpc>
              <a:spcBef>
                <a:spcPts val="61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MySQL</a:t>
            </a:r>
            <a:endParaRPr sz="2700">
              <a:latin typeface="Carlito"/>
              <a:cs typeface="Carlito"/>
            </a:endParaRPr>
          </a:p>
          <a:p>
            <a:pPr marL="748030" lvl="1" indent="-368300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20" dirty="0">
                <a:latin typeface="Carlito"/>
                <a:cs typeface="Carlito"/>
              </a:rPr>
              <a:t>Oracle</a:t>
            </a:r>
            <a:endParaRPr sz="2700">
              <a:latin typeface="Carlito"/>
              <a:cs typeface="Carlito"/>
            </a:endParaRPr>
          </a:p>
          <a:p>
            <a:pPr marL="748030" lvl="1" indent="-368300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DB2</a:t>
            </a:r>
            <a:endParaRPr sz="2700">
              <a:latin typeface="Carlito"/>
              <a:cs typeface="Carlito"/>
            </a:endParaRPr>
          </a:p>
          <a:p>
            <a:pPr marL="748030" lvl="1" indent="-368300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MS SQL</a:t>
            </a:r>
            <a:r>
              <a:rPr sz="2700" spc="-5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Server</a:t>
            </a:r>
            <a:endParaRPr sz="2700">
              <a:latin typeface="Carlito"/>
              <a:cs typeface="Carlito"/>
            </a:endParaRPr>
          </a:p>
          <a:p>
            <a:pPr marL="748030" lvl="1" indent="-368300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MariaDB</a:t>
            </a:r>
            <a:endParaRPr sz="2700">
              <a:latin typeface="Carlito"/>
              <a:cs typeface="Carlito"/>
            </a:endParaRPr>
          </a:p>
          <a:p>
            <a:pPr marL="748030" lvl="1" indent="-368300">
              <a:lnSpc>
                <a:spcPct val="100000"/>
              </a:lnSpc>
              <a:spcBef>
                <a:spcPts val="64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5" dirty="0">
                <a:latin typeface="Carlito"/>
                <a:cs typeface="Carlito"/>
              </a:rPr>
              <a:t>Sybase</a:t>
            </a:r>
            <a:endParaRPr sz="2700">
              <a:latin typeface="Carlito"/>
              <a:cs typeface="Carlito"/>
            </a:endParaRPr>
          </a:p>
          <a:p>
            <a:pPr marL="748030" lvl="1" indent="-368300">
              <a:lnSpc>
                <a:spcPct val="100000"/>
              </a:lnSpc>
              <a:spcBef>
                <a:spcPts val="55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20" dirty="0">
                <a:latin typeface="Carlito"/>
                <a:cs typeface="Carlito"/>
              </a:rPr>
              <a:t>MongoDB</a:t>
            </a:r>
            <a:endParaRPr sz="2700">
              <a:latin typeface="Carlito"/>
              <a:cs typeface="Carlito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E" spc="-25" dirty="0"/>
              <a:t>17/09/219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7029772" y="5331459"/>
            <a:ext cx="553085" cy="7613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015"/>
              </a:lnSpc>
            </a:pPr>
            <a:r>
              <a:rPr sz="3400" dirty="0">
                <a:latin typeface="Carlito"/>
                <a:cs typeface="Carlito"/>
              </a:rPr>
              <a:t>. . .</a:t>
            </a:r>
            <a:r>
              <a:rPr sz="3400" spc="-55" dirty="0">
                <a:latin typeface="Carlito"/>
                <a:cs typeface="Carlito"/>
              </a:rPr>
              <a:t> </a:t>
            </a:r>
            <a:r>
              <a:rPr sz="3400" dirty="0">
                <a:latin typeface="Carlito"/>
                <a:cs typeface="Carlito"/>
              </a:rPr>
              <a:t>.</a:t>
            </a:r>
            <a:endParaRPr sz="34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6929" y="5864859"/>
            <a:ext cx="553085" cy="76136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4015"/>
              </a:lnSpc>
            </a:pPr>
            <a:r>
              <a:rPr sz="3400" dirty="0">
                <a:latin typeface="Carlito"/>
                <a:cs typeface="Carlito"/>
              </a:rPr>
              <a:t>. . .</a:t>
            </a:r>
            <a:r>
              <a:rPr sz="3400" spc="-55" dirty="0">
                <a:latin typeface="Carlito"/>
                <a:cs typeface="Carlito"/>
              </a:rPr>
              <a:t> </a:t>
            </a:r>
            <a:r>
              <a:rPr sz="3400" dirty="0">
                <a:latin typeface="Carlito"/>
                <a:cs typeface="Carlito"/>
              </a:rPr>
              <a:t>.</a:t>
            </a:r>
            <a:endParaRPr sz="3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3803904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31965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What </a:t>
            </a:r>
            <a:r>
              <a:rPr spc="-25" dirty="0"/>
              <a:t>is </a:t>
            </a:r>
            <a:r>
              <a:rPr spc="-50" dirty="0"/>
              <a:t>Web</a:t>
            </a:r>
            <a:r>
              <a:rPr spc="60" dirty="0"/>
              <a:t> </a:t>
            </a:r>
            <a:r>
              <a:rPr spc="5" dirty="0"/>
              <a:t>2.0?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9078595" cy="545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2003 </a:t>
            </a:r>
            <a:r>
              <a:rPr sz="3000" spc="-10" dirty="0">
                <a:latin typeface="Carlito"/>
                <a:cs typeface="Carlito"/>
              </a:rPr>
              <a:t>there </a:t>
            </a:r>
            <a:r>
              <a:rPr sz="3000" spc="-15" dirty="0">
                <a:latin typeface="Carlito"/>
                <a:cs typeface="Carlito"/>
              </a:rPr>
              <a:t>was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noticeable </a:t>
            </a:r>
            <a:r>
              <a:rPr sz="3000" dirty="0">
                <a:latin typeface="Carlito"/>
                <a:cs typeface="Carlito"/>
              </a:rPr>
              <a:t>shift </a:t>
            </a:r>
            <a:r>
              <a:rPr sz="3000" spc="-5" dirty="0">
                <a:latin typeface="Carlito"/>
                <a:cs typeface="Carlito"/>
              </a:rPr>
              <a:t>in how </a:t>
            </a:r>
            <a:r>
              <a:rPr sz="3000" dirty="0">
                <a:latin typeface="Carlito"/>
                <a:cs typeface="Carlito"/>
              </a:rPr>
              <a:t>people and  business </a:t>
            </a:r>
            <a:r>
              <a:rPr sz="3000" spc="-20" dirty="0">
                <a:latin typeface="Carlito"/>
                <a:cs typeface="Carlito"/>
              </a:rPr>
              <a:t>were </a:t>
            </a:r>
            <a:r>
              <a:rPr sz="3000" dirty="0">
                <a:latin typeface="Carlito"/>
                <a:cs typeface="Carlito"/>
              </a:rPr>
              <a:t>using the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5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developing </a:t>
            </a:r>
            <a:r>
              <a:rPr sz="3000" spc="-5" dirty="0">
                <a:latin typeface="Carlito"/>
                <a:cs typeface="Carlito"/>
              </a:rPr>
              <a:t>web-based  </a:t>
            </a:r>
            <a:r>
              <a:rPr sz="3000" spc="-10" dirty="0">
                <a:latin typeface="Carlito"/>
                <a:cs typeface="Carlito"/>
              </a:rPr>
              <a:t>applications.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term </a:t>
            </a: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2.0 </a:t>
            </a:r>
            <a:r>
              <a:rPr sz="3000" spc="-15" dirty="0">
                <a:latin typeface="Carlito"/>
                <a:cs typeface="Carlito"/>
              </a:rPr>
              <a:t>was </a:t>
            </a:r>
            <a:r>
              <a:rPr sz="3000" spc="-10" dirty="0">
                <a:latin typeface="Carlito"/>
                <a:cs typeface="Carlito"/>
              </a:rPr>
              <a:t>coined </a:t>
            </a:r>
            <a:r>
              <a:rPr sz="3000" spc="-5" dirty="0">
                <a:latin typeface="Carlito"/>
                <a:cs typeface="Carlito"/>
              </a:rPr>
              <a:t>by Dale Dougherty</a:t>
            </a:r>
            <a:r>
              <a:rPr sz="3000" spc="12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of</a:t>
            </a:r>
            <a:endParaRPr sz="3000">
              <a:latin typeface="Carlito"/>
              <a:cs typeface="Carlito"/>
            </a:endParaRPr>
          </a:p>
          <a:p>
            <a:pPr marL="380365">
              <a:lnSpc>
                <a:spcPct val="100000"/>
              </a:lnSpc>
            </a:pPr>
            <a:r>
              <a:rPr sz="3000" i="1" spc="-10" dirty="0">
                <a:latin typeface="Carlito"/>
                <a:cs typeface="Carlito"/>
              </a:rPr>
              <a:t>O’Reilly </a:t>
            </a:r>
            <a:r>
              <a:rPr sz="3000" i="1" spc="-5" dirty="0">
                <a:latin typeface="Carlito"/>
                <a:cs typeface="Carlito"/>
              </a:rPr>
              <a:t>Media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2003 </a:t>
            </a:r>
            <a:r>
              <a:rPr sz="3000" spc="-2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describe this</a:t>
            </a:r>
            <a:r>
              <a:rPr sz="3000" spc="6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trend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200">
              <a:latin typeface="Carlito"/>
              <a:cs typeface="Carlito"/>
            </a:endParaRPr>
          </a:p>
          <a:p>
            <a:pPr marL="380365" marR="160020">
              <a:lnSpc>
                <a:spcPts val="3190"/>
              </a:lnSpc>
              <a:tabLst>
                <a:tab pos="2016125" algn="l"/>
              </a:tabLst>
            </a:pPr>
            <a:r>
              <a:rPr sz="2700" spc="-25" dirty="0">
                <a:latin typeface="Carlito"/>
                <a:cs typeface="Carlito"/>
              </a:rPr>
              <a:t>Reference:	</a:t>
            </a:r>
            <a:r>
              <a:rPr sz="2700" spc="-5" dirty="0">
                <a:latin typeface="Carlito"/>
                <a:cs typeface="Carlito"/>
              </a:rPr>
              <a:t>O’ </a:t>
            </a:r>
            <a:r>
              <a:rPr sz="2700" spc="-40" dirty="0">
                <a:latin typeface="Carlito"/>
                <a:cs typeface="Carlito"/>
              </a:rPr>
              <a:t>Reilly, </a:t>
            </a:r>
            <a:r>
              <a:rPr sz="2700" spc="-145" dirty="0">
                <a:latin typeface="Carlito"/>
                <a:cs typeface="Carlito"/>
              </a:rPr>
              <a:t>T. </a:t>
            </a:r>
            <a:r>
              <a:rPr sz="2700" spc="-15" dirty="0">
                <a:latin typeface="Carlito"/>
                <a:cs typeface="Carlito"/>
              </a:rPr>
              <a:t>“What </a:t>
            </a:r>
            <a:r>
              <a:rPr sz="2700" spc="-5" dirty="0">
                <a:latin typeface="Carlito"/>
                <a:cs typeface="Carlito"/>
              </a:rPr>
              <a:t>is </a:t>
            </a:r>
            <a:r>
              <a:rPr sz="2700" spc="-40" dirty="0">
                <a:latin typeface="Carlito"/>
                <a:cs typeface="Carlito"/>
              </a:rPr>
              <a:t>Web </a:t>
            </a:r>
            <a:r>
              <a:rPr sz="2700" spc="-15" dirty="0">
                <a:latin typeface="Carlito"/>
                <a:cs typeface="Carlito"/>
              </a:rPr>
              <a:t>2.0: </a:t>
            </a:r>
            <a:r>
              <a:rPr sz="2700" spc="-10" dirty="0">
                <a:latin typeface="Carlito"/>
                <a:cs typeface="Carlito"/>
              </a:rPr>
              <a:t>Design </a:t>
            </a:r>
            <a:r>
              <a:rPr sz="2700" spc="-30" dirty="0">
                <a:latin typeface="Carlito"/>
                <a:cs typeface="Carlito"/>
              </a:rPr>
              <a:t>Patterns </a:t>
            </a:r>
            <a:r>
              <a:rPr sz="2700" spc="-10" dirty="0">
                <a:latin typeface="Carlito"/>
                <a:cs typeface="Carlito"/>
              </a:rPr>
              <a:t>and  Business </a:t>
            </a:r>
            <a:r>
              <a:rPr sz="2700" spc="-15" dirty="0">
                <a:latin typeface="Carlito"/>
                <a:cs typeface="Carlito"/>
              </a:rPr>
              <a:t>Models </a:t>
            </a:r>
            <a:r>
              <a:rPr sz="2700" spc="-30" dirty="0">
                <a:latin typeface="Carlito"/>
                <a:cs typeface="Carlito"/>
              </a:rPr>
              <a:t>for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Next </a:t>
            </a:r>
            <a:r>
              <a:rPr sz="2700" spc="-20" dirty="0">
                <a:latin typeface="Carlito"/>
                <a:cs typeface="Carlito"/>
              </a:rPr>
              <a:t>Generation </a:t>
            </a:r>
            <a:r>
              <a:rPr sz="2700" spc="-10" dirty="0">
                <a:latin typeface="Carlito"/>
                <a:cs typeface="Carlito"/>
              </a:rPr>
              <a:t>of </a:t>
            </a:r>
            <a:r>
              <a:rPr sz="2700" spc="-35" dirty="0">
                <a:latin typeface="Carlito"/>
                <a:cs typeface="Carlito"/>
              </a:rPr>
              <a:t>Software,”  </a:t>
            </a:r>
            <a:r>
              <a:rPr sz="2700" spc="-15" dirty="0">
                <a:latin typeface="Carlito"/>
                <a:cs typeface="Carlito"/>
              </a:rPr>
              <a:t>September 2005</a:t>
            </a:r>
            <a:endParaRPr sz="2700">
              <a:latin typeface="Carlito"/>
              <a:cs typeface="Carlito"/>
            </a:endParaRPr>
          </a:p>
          <a:p>
            <a:pPr marL="380365" marR="38735">
              <a:lnSpc>
                <a:spcPts val="2500"/>
              </a:lnSpc>
              <a:spcBef>
                <a:spcPts val="80"/>
              </a:spcBef>
            </a:pPr>
            <a:r>
              <a:rPr sz="2100" u="sng" spc="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  <a:hlinkClick r:id="rId4"/>
              </a:rPr>
              <a:t>http://www.oreillynet.com/pub/a/oreilly/tim/news/2005/09/30/what-is-web- </a:t>
            </a:r>
            <a:r>
              <a:rPr sz="2100" spc="10" dirty="0">
                <a:solidFill>
                  <a:srgbClr val="0563C1"/>
                </a:solidFill>
                <a:latin typeface="Carlito"/>
                <a:cs typeface="Carlito"/>
              </a:rPr>
              <a:t> </a:t>
            </a:r>
            <a:r>
              <a:rPr sz="2100" u="sng" spc="1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rlito"/>
                <a:cs typeface="Carlito"/>
              </a:rPr>
              <a:t>20.html?page=1</a:t>
            </a:r>
            <a:endParaRPr sz="21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6147815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55397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Web </a:t>
            </a:r>
            <a:r>
              <a:rPr dirty="0"/>
              <a:t>2.0 </a:t>
            </a:r>
            <a:r>
              <a:rPr spc="-15" dirty="0"/>
              <a:t>compared </a:t>
            </a:r>
            <a:r>
              <a:rPr spc="-35" dirty="0"/>
              <a:t>to </a:t>
            </a:r>
            <a:r>
              <a:rPr spc="-50" dirty="0"/>
              <a:t>Web</a:t>
            </a:r>
            <a:r>
              <a:rPr spc="210" dirty="0"/>
              <a:t> </a:t>
            </a:r>
            <a:r>
              <a:rPr dirty="0"/>
              <a:t>1.0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929513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1.0 </a:t>
            </a:r>
            <a:r>
              <a:rPr sz="3000" spc="-5" dirty="0">
                <a:latin typeface="Carlito"/>
                <a:cs typeface="Carlito"/>
              </a:rPr>
              <a:t>(the </a:t>
            </a:r>
            <a:r>
              <a:rPr sz="3000" spc="-30" dirty="0">
                <a:latin typeface="Carlito"/>
                <a:cs typeface="Carlito"/>
              </a:rPr>
              <a:t>state </a:t>
            </a:r>
            <a:r>
              <a:rPr sz="3000" spc="-5" dirty="0">
                <a:latin typeface="Carlito"/>
                <a:cs typeface="Carlito"/>
              </a:rPr>
              <a:t>of the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10" dirty="0">
                <a:latin typeface="Carlito"/>
                <a:cs typeface="Carlito"/>
              </a:rPr>
              <a:t>through </a:t>
            </a:r>
            <a:r>
              <a:rPr sz="3000" spc="-5" dirty="0">
                <a:latin typeface="Carlito"/>
                <a:cs typeface="Carlito"/>
              </a:rPr>
              <a:t>the </a:t>
            </a:r>
            <a:r>
              <a:rPr sz="3000" dirty="0">
                <a:latin typeface="Carlito"/>
                <a:cs typeface="Carlito"/>
              </a:rPr>
              <a:t>1990s </a:t>
            </a:r>
            <a:r>
              <a:rPr sz="3000" spc="-5" dirty="0">
                <a:latin typeface="Carlito"/>
                <a:cs typeface="Carlito"/>
              </a:rPr>
              <a:t>and  early </a:t>
            </a:r>
            <a:r>
              <a:rPr sz="3000" dirty="0">
                <a:latin typeface="Carlito"/>
                <a:cs typeface="Carlito"/>
              </a:rPr>
              <a:t>2000s) </a:t>
            </a:r>
            <a:r>
              <a:rPr sz="3000" spc="-15" dirty="0">
                <a:latin typeface="Carlito"/>
                <a:cs typeface="Carlito"/>
              </a:rPr>
              <a:t>was </a:t>
            </a:r>
            <a:r>
              <a:rPr sz="3000" spc="-10" dirty="0">
                <a:latin typeface="Carlito"/>
                <a:cs typeface="Carlito"/>
              </a:rPr>
              <a:t>focused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relatively </a:t>
            </a:r>
            <a:r>
              <a:rPr sz="3000" spc="-5" dirty="0">
                <a:latin typeface="Carlito"/>
                <a:cs typeface="Carlito"/>
              </a:rPr>
              <a:t>small number of  companies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advertisers </a:t>
            </a:r>
            <a:r>
              <a:rPr sz="3000" spc="-5" dirty="0">
                <a:latin typeface="Carlito"/>
                <a:cs typeface="Carlito"/>
              </a:rPr>
              <a:t>producing </a:t>
            </a:r>
            <a:r>
              <a:rPr sz="3000" spc="-20" dirty="0">
                <a:solidFill>
                  <a:srgbClr val="0070C0"/>
                </a:solidFill>
                <a:latin typeface="Carlito"/>
                <a:cs typeface="Carlito"/>
              </a:rPr>
              <a:t>content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15" dirty="0">
                <a:latin typeface="Carlito"/>
                <a:cs typeface="Carlito"/>
              </a:rPr>
              <a:t>users</a:t>
            </a:r>
            <a:r>
              <a:rPr sz="3000" spc="7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to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3322" y="2612644"/>
            <a:ext cx="1115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Carlito"/>
                <a:cs typeface="Carlito"/>
              </a:rPr>
              <a:t>a</a:t>
            </a:r>
            <a:r>
              <a:rPr sz="3000" dirty="0">
                <a:latin typeface="Carlito"/>
                <a:cs typeface="Carlito"/>
              </a:rPr>
              <a:t>cc</a:t>
            </a:r>
            <a:r>
              <a:rPr sz="3000" spc="-5" dirty="0">
                <a:latin typeface="Carlito"/>
                <a:cs typeface="Carlito"/>
              </a:rPr>
              <a:t>e</a:t>
            </a:r>
            <a:r>
              <a:rPr sz="3000" spc="5" dirty="0">
                <a:latin typeface="Carlito"/>
                <a:cs typeface="Carlito"/>
              </a:rPr>
              <a:t>ss</a:t>
            </a:r>
            <a:r>
              <a:rPr sz="3000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10" name="object 10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019439" y="2771519"/>
            <a:ext cx="2628265" cy="828040"/>
            <a:chOff x="4019439" y="2771519"/>
            <a:chExt cx="2628265" cy="828040"/>
          </a:xfrm>
        </p:grpSpPr>
        <p:sp>
          <p:nvSpPr>
            <p:cNvPr id="13" name="object 13"/>
            <p:cNvSpPr/>
            <p:nvPr/>
          </p:nvSpPr>
          <p:spPr>
            <a:xfrm>
              <a:off x="4024541" y="2776638"/>
              <a:ext cx="2618105" cy="817880"/>
            </a:xfrm>
            <a:custGeom>
              <a:avLst/>
              <a:gdLst/>
              <a:ahLst/>
              <a:cxnLst/>
              <a:rect l="l" t="t" r="r" b="b"/>
              <a:pathLst>
                <a:path w="2618104" h="817879">
                  <a:moveTo>
                    <a:pt x="2617533" y="403821"/>
                  </a:moveTo>
                  <a:lnTo>
                    <a:pt x="2614752" y="374040"/>
                  </a:lnTo>
                  <a:lnTo>
                    <a:pt x="2599893" y="344639"/>
                  </a:lnTo>
                  <a:lnTo>
                    <a:pt x="2572740" y="316318"/>
                  </a:lnTo>
                  <a:lnTo>
                    <a:pt x="2533091" y="289737"/>
                  </a:lnTo>
                  <a:lnTo>
                    <a:pt x="2538984" y="283857"/>
                  </a:lnTo>
                  <a:lnTo>
                    <a:pt x="2543937" y="277825"/>
                  </a:lnTo>
                  <a:lnTo>
                    <a:pt x="2547874" y="271665"/>
                  </a:lnTo>
                  <a:lnTo>
                    <a:pt x="2558631" y="244182"/>
                  </a:lnTo>
                  <a:lnTo>
                    <a:pt x="2556408" y="217170"/>
                  </a:lnTo>
                  <a:lnTo>
                    <a:pt x="2516619" y="167233"/>
                  </a:lnTo>
                  <a:lnTo>
                    <a:pt x="2480881" y="145681"/>
                  </a:lnTo>
                  <a:lnTo>
                    <a:pt x="2435809" y="127304"/>
                  </a:lnTo>
                  <a:lnTo>
                    <a:pt x="2382291" y="112788"/>
                  </a:lnTo>
                  <a:lnTo>
                    <a:pt x="2321255" y="102806"/>
                  </a:lnTo>
                  <a:lnTo>
                    <a:pt x="2307958" y="82003"/>
                  </a:lnTo>
                  <a:lnTo>
                    <a:pt x="2257780" y="45072"/>
                  </a:lnTo>
                  <a:lnTo>
                    <a:pt x="2222030" y="29768"/>
                  </a:lnTo>
                  <a:lnTo>
                    <a:pt x="2178647" y="16814"/>
                  </a:lnTo>
                  <a:lnTo>
                    <a:pt x="2131885" y="7581"/>
                  </a:lnTo>
                  <a:lnTo>
                    <a:pt x="2082888" y="2057"/>
                  </a:lnTo>
                  <a:lnTo>
                    <a:pt x="2032850" y="190"/>
                  </a:lnTo>
                  <a:lnTo>
                    <a:pt x="1982914" y="1943"/>
                  </a:lnTo>
                  <a:lnTo>
                    <a:pt x="1934260" y="7264"/>
                  </a:lnTo>
                  <a:lnTo>
                    <a:pt x="1888058" y="16116"/>
                  </a:lnTo>
                  <a:lnTo>
                    <a:pt x="1845487" y="28460"/>
                  </a:lnTo>
                  <a:lnTo>
                    <a:pt x="1807718" y="44259"/>
                  </a:lnTo>
                  <a:lnTo>
                    <a:pt x="1788071" y="34518"/>
                  </a:lnTo>
                  <a:lnTo>
                    <a:pt x="1741766" y="18224"/>
                  </a:lnTo>
                  <a:lnTo>
                    <a:pt x="1658251" y="2984"/>
                  </a:lnTo>
                  <a:lnTo>
                    <a:pt x="1599628" y="0"/>
                  </a:lnTo>
                  <a:lnTo>
                    <a:pt x="1541818" y="2552"/>
                  </a:lnTo>
                  <a:lnTo>
                    <a:pt x="1486941" y="10363"/>
                  </a:lnTo>
                  <a:lnTo>
                    <a:pt x="1437144" y="23114"/>
                  </a:lnTo>
                  <a:lnTo>
                    <a:pt x="1394536" y="40513"/>
                  </a:lnTo>
                  <a:lnTo>
                    <a:pt x="1361262" y="62255"/>
                  </a:lnTo>
                  <a:lnTo>
                    <a:pt x="1344041" y="55549"/>
                  </a:lnTo>
                  <a:lnTo>
                    <a:pt x="1306461" y="43815"/>
                  </a:lnTo>
                  <a:lnTo>
                    <a:pt x="1232573" y="29197"/>
                  </a:lnTo>
                  <a:lnTo>
                    <a:pt x="1177315" y="23926"/>
                  </a:lnTo>
                  <a:lnTo>
                    <a:pt x="1121714" y="22872"/>
                  </a:lnTo>
                  <a:lnTo>
                    <a:pt x="1066990" y="25844"/>
                  </a:lnTo>
                  <a:lnTo>
                    <a:pt x="1014387" y="32702"/>
                  </a:lnTo>
                  <a:lnTo>
                    <a:pt x="965136" y="43281"/>
                  </a:lnTo>
                  <a:lnTo>
                    <a:pt x="920470" y="57416"/>
                  </a:lnTo>
                  <a:lnTo>
                    <a:pt x="881608" y="74955"/>
                  </a:lnTo>
                  <a:lnTo>
                    <a:pt x="849807" y="95732"/>
                  </a:lnTo>
                  <a:lnTo>
                    <a:pt x="800976" y="85369"/>
                  </a:lnTo>
                  <a:lnTo>
                    <a:pt x="749693" y="77901"/>
                  </a:lnTo>
                  <a:lnTo>
                    <a:pt x="696658" y="73393"/>
                  </a:lnTo>
                  <a:lnTo>
                    <a:pt x="642556" y="71894"/>
                  </a:lnTo>
                  <a:lnTo>
                    <a:pt x="588124" y="73469"/>
                  </a:lnTo>
                  <a:lnTo>
                    <a:pt x="523151" y="79527"/>
                  </a:lnTo>
                  <a:lnTo>
                    <a:pt x="462927" y="89662"/>
                  </a:lnTo>
                  <a:lnTo>
                    <a:pt x="408152" y="103466"/>
                  </a:lnTo>
                  <a:lnTo>
                    <a:pt x="359575" y="120535"/>
                  </a:lnTo>
                  <a:lnTo>
                    <a:pt x="317893" y="140487"/>
                  </a:lnTo>
                  <a:lnTo>
                    <a:pt x="283832" y="162890"/>
                  </a:lnTo>
                  <a:lnTo>
                    <a:pt x="241465" y="213499"/>
                  </a:lnTo>
                  <a:lnTo>
                    <a:pt x="234594" y="240893"/>
                  </a:lnTo>
                  <a:lnTo>
                    <a:pt x="238239" y="269125"/>
                  </a:lnTo>
                  <a:lnTo>
                    <a:pt x="236029" y="271665"/>
                  </a:lnTo>
                  <a:lnTo>
                    <a:pt x="175577" y="277482"/>
                  </a:lnTo>
                  <a:lnTo>
                    <a:pt x="120688" y="288975"/>
                  </a:lnTo>
                  <a:lnTo>
                    <a:pt x="73469" y="305574"/>
                  </a:lnTo>
                  <a:lnTo>
                    <a:pt x="36093" y="326694"/>
                  </a:lnTo>
                  <a:lnTo>
                    <a:pt x="8864" y="354520"/>
                  </a:lnTo>
                  <a:lnTo>
                    <a:pt x="0" y="383425"/>
                  </a:lnTo>
                  <a:lnTo>
                    <a:pt x="8585" y="411949"/>
                  </a:lnTo>
                  <a:lnTo>
                    <a:pt x="33731" y="438619"/>
                  </a:lnTo>
                  <a:lnTo>
                    <a:pt x="74536" y="461975"/>
                  </a:lnTo>
                  <a:lnTo>
                    <a:pt x="130124" y="480529"/>
                  </a:lnTo>
                  <a:lnTo>
                    <a:pt x="95605" y="500075"/>
                  </a:lnTo>
                  <a:lnTo>
                    <a:pt x="72097" y="522058"/>
                  </a:lnTo>
                  <a:lnTo>
                    <a:pt x="60248" y="545668"/>
                  </a:lnTo>
                  <a:lnTo>
                    <a:pt x="60693" y="570064"/>
                  </a:lnTo>
                  <a:lnTo>
                    <a:pt x="100850" y="617626"/>
                  </a:lnTo>
                  <a:lnTo>
                    <a:pt x="137502" y="636727"/>
                  </a:lnTo>
                  <a:lnTo>
                    <a:pt x="182854" y="651929"/>
                  </a:lnTo>
                  <a:lnTo>
                    <a:pt x="235140" y="662622"/>
                  </a:lnTo>
                  <a:lnTo>
                    <a:pt x="292620" y="668248"/>
                  </a:lnTo>
                  <a:lnTo>
                    <a:pt x="353529" y="668185"/>
                  </a:lnTo>
                  <a:lnTo>
                    <a:pt x="356793" y="670585"/>
                  </a:lnTo>
                  <a:lnTo>
                    <a:pt x="391782" y="692416"/>
                  </a:lnTo>
                  <a:lnTo>
                    <a:pt x="429958" y="710730"/>
                  </a:lnTo>
                  <a:lnTo>
                    <a:pt x="472414" y="726630"/>
                  </a:lnTo>
                  <a:lnTo>
                    <a:pt x="518541" y="740079"/>
                  </a:lnTo>
                  <a:lnTo>
                    <a:pt x="567728" y="751014"/>
                  </a:lnTo>
                  <a:lnTo>
                    <a:pt x="619379" y="759358"/>
                  </a:lnTo>
                  <a:lnTo>
                    <a:pt x="672909" y="765048"/>
                  </a:lnTo>
                  <a:lnTo>
                    <a:pt x="727697" y="768019"/>
                  </a:lnTo>
                  <a:lnTo>
                    <a:pt x="783158" y="768223"/>
                  </a:lnTo>
                  <a:lnTo>
                    <a:pt x="838682" y="765581"/>
                  </a:lnTo>
                  <a:lnTo>
                    <a:pt x="893660" y="760018"/>
                  </a:lnTo>
                  <a:lnTo>
                    <a:pt x="947508" y="751497"/>
                  </a:lnTo>
                  <a:lnTo>
                    <a:pt x="999617" y="739940"/>
                  </a:lnTo>
                  <a:lnTo>
                    <a:pt x="1034122" y="758977"/>
                  </a:lnTo>
                  <a:lnTo>
                    <a:pt x="1074153" y="775690"/>
                  </a:lnTo>
                  <a:lnTo>
                    <a:pt x="1119047" y="789876"/>
                  </a:lnTo>
                  <a:lnTo>
                    <a:pt x="1168184" y="801357"/>
                  </a:lnTo>
                  <a:lnTo>
                    <a:pt x="1220927" y="809891"/>
                  </a:lnTo>
                  <a:lnTo>
                    <a:pt x="1279994" y="815555"/>
                  </a:lnTo>
                  <a:lnTo>
                    <a:pt x="1338884" y="817422"/>
                  </a:lnTo>
                  <a:lnTo>
                    <a:pt x="1396809" y="815682"/>
                  </a:lnTo>
                  <a:lnTo>
                    <a:pt x="1452956" y="810526"/>
                  </a:lnTo>
                  <a:lnTo>
                    <a:pt x="1506562" y="802119"/>
                  </a:lnTo>
                  <a:lnTo>
                    <a:pt x="1556816" y="790638"/>
                  </a:lnTo>
                  <a:lnTo>
                    <a:pt x="1602955" y="776287"/>
                  </a:lnTo>
                  <a:lnTo>
                    <a:pt x="1644167" y="759218"/>
                  </a:lnTo>
                  <a:lnTo>
                    <a:pt x="1679676" y="739635"/>
                  </a:lnTo>
                  <a:lnTo>
                    <a:pt x="1730438" y="693585"/>
                  </a:lnTo>
                  <a:lnTo>
                    <a:pt x="1772996" y="703224"/>
                  </a:lnTo>
                  <a:lnTo>
                    <a:pt x="1818055" y="710247"/>
                  </a:lnTo>
                  <a:lnTo>
                    <a:pt x="1864956" y="714590"/>
                  </a:lnTo>
                  <a:lnTo>
                    <a:pt x="1913039" y="716165"/>
                  </a:lnTo>
                  <a:lnTo>
                    <a:pt x="1976005" y="713981"/>
                  </a:lnTo>
                  <a:lnTo>
                    <a:pt x="2035365" y="707275"/>
                  </a:lnTo>
                  <a:lnTo>
                    <a:pt x="2090115" y="696455"/>
                  </a:lnTo>
                  <a:lnTo>
                    <a:pt x="2139264" y="681939"/>
                  </a:lnTo>
                  <a:lnTo>
                    <a:pt x="2181796" y="664146"/>
                  </a:lnTo>
                  <a:lnTo>
                    <a:pt x="2216721" y="643496"/>
                  </a:lnTo>
                  <a:lnTo>
                    <a:pt x="2259800" y="595299"/>
                  </a:lnTo>
                  <a:lnTo>
                    <a:pt x="2265946" y="568566"/>
                  </a:lnTo>
                  <a:lnTo>
                    <a:pt x="2317483" y="563981"/>
                  </a:lnTo>
                  <a:lnTo>
                    <a:pt x="2367013" y="556666"/>
                  </a:lnTo>
                  <a:lnTo>
                    <a:pt x="2413939" y="546722"/>
                  </a:lnTo>
                  <a:lnTo>
                    <a:pt x="2457678" y="534238"/>
                  </a:lnTo>
                  <a:lnTo>
                    <a:pt x="2512098" y="512927"/>
                  </a:lnTo>
                  <a:lnTo>
                    <a:pt x="2555506" y="488530"/>
                  </a:lnTo>
                  <a:lnTo>
                    <a:pt x="2587701" y="461759"/>
                  </a:lnTo>
                  <a:lnTo>
                    <a:pt x="2608440" y="433285"/>
                  </a:lnTo>
                  <a:lnTo>
                    <a:pt x="2617533" y="403821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77207" y="3288042"/>
              <a:ext cx="90779" cy="9079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0278" y="3289236"/>
              <a:ext cx="136169" cy="13616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24545" y="2776625"/>
              <a:ext cx="2618105" cy="817880"/>
            </a:xfrm>
            <a:custGeom>
              <a:avLst/>
              <a:gdLst/>
              <a:ahLst/>
              <a:cxnLst/>
              <a:rect l="l" t="t" r="r" b="b"/>
              <a:pathLst>
                <a:path w="2618104" h="817879">
                  <a:moveTo>
                    <a:pt x="238236" y="269136"/>
                  </a:moveTo>
                  <a:lnTo>
                    <a:pt x="241471" y="213506"/>
                  </a:lnTo>
                  <a:lnTo>
                    <a:pt x="283839" y="162903"/>
                  </a:lnTo>
                  <a:lnTo>
                    <a:pt x="317898" y="140494"/>
                  </a:lnTo>
                  <a:lnTo>
                    <a:pt x="359579" y="120551"/>
                  </a:lnTo>
                  <a:lnTo>
                    <a:pt x="408162" y="103475"/>
                  </a:lnTo>
                  <a:lnTo>
                    <a:pt x="462926" y="89671"/>
                  </a:lnTo>
                  <a:lnTo>
                    <a:pt x="523152" y="79540"/>
                  </a:lnTo>
                  <a:lnTo>
                    <a:pt x="588119" y="73486"/>
                  </a:lnTo>
                  <a:lnTo>
                    <a:pt x="642560" y="71900"/>
                  </a:lnTo>
                  <a:lnTo>
                    <a:pt x="696657" y="73393"/>
                  </a:lnTo>
                  <a:lnTo>
                    <a:pt x="749703" y="77905"/>
                  </a:lnTo>
                  <a:lnTo>
                    <a:pt x="800989" y="85375"/>
                  </a:lnTo>
                  <a:lnTo>
                    <a:pt x="849809" y="95744"/>
                  </a:lnTo>
                  <a:lnTo>
                    <a:pt x="881617" y="74965"/>
                  </a:lnTo>
                  <a:lnTo>
                    <a:pt x="920473" y="57425"/>
                  </a:lnTo>
                  <a:lnTo>
                    <a:pt x="965143" y="43285"/>
                  </a:lnTo>
                  <a:lnTo>
                    <a:pt x="1014396" y="32705"/>
                  </a:lnTo>
                  <a:lnTo>
                    <a:pt x="1066998" y="25847"/>
                  </a:lnTo>
                  <a:lnTo>
                    <a:pt x="1121718" y="22870"/>
                  </a:lnTo>
                  <a:lnTo>
                    <a:pt x="1177323" y="23936"/>
                  </a:lnTo>
                  <a:lnTo>
                    <a:pt x="1232579" y="29206"/>
                  </a:lnTo>
                  <a:lnTo>
                    <a:pt x="1286255" y="38840"/>
                  </a:lnTo>
                  <a:lnTo>
                    <a:pt x="1325755" y="49398"/>
                  </a:lnTo>
                  <a:lnTo>
                    <a:pt x="1361267" y="62269"/>
                  </a:lnTo>
                  <a:lnTo>
                    <a:pt x="1394549" y="40525"/>
                  </a:lnTo>
                  <a:lnTo>
                    <a:pt x="1437152" y="23123"/>
                  </a:lnTo>
                  <a:lnTo>
                    <a:pt x="1486952" y="10367"/>
                  </a:lnTo>
                  <a:lnTo>
                    <a:pt x="1541821" y="2558"/>
                  </a:lnTo>
                  <a:lnTo>
                    <a:pt x="1599634" y="0"/>
                  </a:lnTo>
                  <a:lnTo>
                    <a:pt x="1658263" y="2994"/>
                  </a:lnTo>
                  <a:lnTo>
                    <a:pt x="1715583" y="11845"/>
                  </a:lnTo>
                  <a:lnTo>
                    <a:pt x="1766021" y="25814"/>
                  </a:lnTo>
                  <a:lnTo>
                    <a:pt x="1807719" y="44279"/>
                  </a:lnTo>
                  <a:lnTo>
                    <a:pt x="1845496" y="28475"/>
                  </a:lnTo>
                  <a:lnTo>
                    <a:pt x="1888068" y="16124"/>
                  </a:lnTo>
                  <a:lnTo>
                    <a:pt x="1934265" y="7267"/>
                  </a:lnTo>
                  <a:lnTo>
                    <a:pt x="1982915" y="1944"/>
                  </a:lnTo>
                  <a:lnTo>
                    <a:pt x="2032850" y="197"/>
                  </a:lnTo>
                  <a:lnTo>
                    <a:pt x="2082899" y="2066"/>
                  </a:lnTo>
                  <a:lnTo>
                    <a:pt x="2131891" y="7592"/>
                  </a:lnTo>
                  <a:lnTo>
                    <a:pt x="2178656" y="16817"/>
                  </a:lnTo>
                  <a:lnTo>
                    <a:pt x="2222025" y="29781"/>
                  </a:lnTo>
                  <a:lnTo>
                    <a:pt x="2257785" y="45083"/>
                  </a:lnTo>
                  <a:lnTo>
                    <a:pt x="2307961" y="82016"/>
                  </a:lnTo>
                  <a:lnTo>
                    <a:pt x="2321249" y="102816"/>
                  </a:lnTo>
                  <a:lnTo>
                    <a:pt x="2382289" y="112796"/>
                  </a:lnTo>
                  <a:lnTo>
                    <a:pt x="2435805" y="127313"/>
                  </a:lnTo>
                  <a:lnTo>
                    <a:pt x="2480887" y="145688"/>
                  </a:lnTo>
                  <a:lnTo>
                    <a:pt x="2516622" y="167243"/>
                  </a:lnTo>
                  <a:lnTo>
                    <a:pt x="2556408" y="217175"/>
                  </a:lnTo>
                  <a:lnTo>
                    <a:pt x="2558637" y="244194"/>
                  </a:lnTo>
                  <a:lnTo>
                    <a:pt x="2547873" y="271676"/>
                  </a:lnTo>
                  <a:lnTo>
                    <a:pt x="2543938" y="277838"/>
                  </a:lnTo>
                  <a:lnTo>
                    <a:pt x="2538995" y="283876"/>
                  </a:lnTo>
                  <a:lnTo>
                    <a:pt x="2533098" y="289745"/>
                  </a:lnTo>
                  <a:lnTo>
                    <a:pt x="2572751" y="316315"/>
                  </a:lnTo>
                  <a:lnTo>
                    <a:pt x="2599899" y="344645"/>
                  </a:lnTo>
                  <a:lnTo>
                    <a:pt x="2614755" y="374046"/>
                  </a:lnTo>
                  <a:lnTo>
                    <a:pt x="2617531" y="403827"/>
                  </a:lnTo>
                  <a:lnTo>
                    <a:pt x="2608440" y="433296"/>
                  </a:lnTo>
                  <a:lnTo>
                    <a:pt x="2555510" y="488541"/>
                  </a:lnTo>
                  <a:lnTo>
                    <a:pt x="2512096" y="512935"/>
                  </a:lnTo>
                  <a:lnTo>
                    <a:pt x="2457667" y="534255"/>
                  </a:lnTo>
                  <a:lnTo>
                    <a:pt x="2413940" y="546726"/>
                  </a:lnTo>
                  <a:lnTo>
                    <a:pt x="2367014" y="556676"/>
                  </a:lnTo>
                  <a:lnTo>
                    <a:pt x="2317486" y="563997"/>
                  </a:lnTo>
                  <a:lnTo>
                    <a:pt x="2265954" y="568583"/>
                  </a:lnTo>
                  <a:lnTo>
                    <a:pt x="2259808" y="595307"/>
                  </a:lnTo>
                  <a:lnTo>
                    <a:pt x="2216735" y="643513"/>
                  </a:lnTo>
                  <a:lnTo>
                    <a:pt x="2181803" y="664161"/>
                  </a:lnTo>
                  <a:lnTo>
                    <a:pt x="2139268" y="681949"/>
                  </a:lnTo>
                  <a:lnTo>
                    <a:pt x="2090128" y="696461"/>
                  </a:lnTo>
                  <a:lnTo>
                    <a:pt x="2035379" y="707280"/>
                  </a:lnTo>
                  <a:lnTo>
                    <a:pt x="1976019" y="713989"/>
                  </a:lnTo>
                  <a:lnTo>
                    <a:pt x="1913043" y="716172"/>
                  </a:lnTo>
                  <a:lnTo>
                    <a:pt x="1864965" y="714596"/>
                  </a:lnTo>
                  <a:lnTo>
                    <a:pt x="1818068" y="710255"/>
                  </a:lnTo>
                  <a:lnTo>
                    <a:pt x="1773010" y="703230"/>
                  </a:lnTo>
                  <a:lnTo>
                    <a:pt x="1730444" y="693600"/>
                  </a:lnTo>
                  <a:lnTo>
                    <a:pt x="1708703" y="717702"/>
                  </a:lnTo>
                  <a:lnTo>
                    <a:pt x="1644169" y="759227"/>
                  </a:lnTo>
                  <a:lnTo>
                    <a:pt x="1602953" y="776290"/>
                  </a:lnTo>
                  <a:lnTo>
                    <a:pt x="1556820" y="790648"/>
                  </a:lnTo>
                  <a:lnTo>
                    <a:pt x="1506560" y="802120"/>
                  </a:lnTo>
                  <a:lnTo>
                    <a:pt x="1452959" y="810527"/>
                  </a:lnTo>
                  <a:lnTo>
                    <a:pt x="1396808" y="815688"/>
                  </a:lnTo>
                  <a:lnTo>
                    <a:pt x="1338893" y="817424"/>
                  </a:lnTo>
                  <a:lnTo>
                    <a:pt x="1280002" y="815555"/>
                  </a:lnTo>
                  <a:lnTo>
                    <a:pt x="1220924" y="809900"/>
                  </a:lnTo>
                  <a:lnTo>
                    <a:pt x="1168192" y="801356"/>
                  </a:lnTo>
                  <a:lnTo>
                    <a:pt x="1119055" y="789887"/>
                  </a:lnTo>
                  <a:lnTo>
                    <a:pt x="1074154" y="775696"/>
                  </a:lnTo>
                  <a:lnTo>
                    <a:pt x="1034128" y="758984"/>
                  </a:lnTo>
                  <a:lnTo>
                    <a:pt x="999619" y="739954"/>
                  </a:lnTo>
                  <a:lnTo>
                    <a:pt x="947513" y="751508"/>
                  </a:lnTo>
                  <a:lnTo>
                    <a:pt x="893668" y="760029"/>
                  </a:lnTo>
                  <a:lnTo>
                    <a:pt x="838685" y="765580"/>
                  </a:lnTo>
                  <a:lnTo>
                    <a:pt x="783166" y="768224"/>
                  </a:lnTo>
                  <a:lnTo>
                    <a:pt x="727710" y="768027"/>
                  </a:lnTo>
                  <a:lnTo>
                    <a:pt x="672919" y="765050"/>
                  </a:lnTo>
                  <a:lnTo>
                    <a:pt x="619393" y="759359"/>
                  </a:lnTo>
                  <a:lnTo>
                    <a:pt x="567734" y="751018"/>
                  </a:lnTo>
                  <a:lnTo>
                    <a:pt x="518542" y="740090"/>
                  </a:lnTo>
                  <a:lnTo>
                    <a:pt x="472419" y="726638"/>
                  </a:lnTo>
                  <a:lnTo>
                    <a:pt x="429964" y="710728"/>
                  </a:lnTo>
                  <a:lnTo>
                    <a:pt x="391779" y="692423"/>
                  </a:lnTo>
                  <a:lnTo>
                    <a:pt x="358464" y="671786"/>
                  </a:lnTo>
                  <a:lnTo>
                    <a:pt x="353526" y="668196"/>
                  </a:lnTo>
                  <a:lnTo>
                    <a:pt x="292622" y="668252"/>
                  </a:lnTo>
                  <a:lnTo>
                    <a:pt x="235146" y="662635"/>
                  </a:lnTo>
                  <a:lnTo>
                    <a:pt x="182855" y="651935"/>
                  </a:lnTo>
                  <a:lnTo>
                    <a:pt x="137506" y="636741"/>
                  </a:lnTo>
                  <a:lnTo>
                    <a:pt x="100858" y="617641"/>
                  </a:lnTo>
                  <a:lnTo>
                    <a:pt x="60693" y="570080"/>
                  </a:lnTo>
                  <a:lnTo>
                    <a:pt x="60256" y="545668"/>
                  </a:lnTo>
                  <a:lnTo>
                    <a:pt x="72105" y="522063"/>
                  </a:lnTo>
                  <a:lnTo>
                    <a:pt x="95604" y="500084"/>
                  </a:lnTo>
                  <a:lnTo>
                    <a:pt x="130119" y="480548"/>
                  </a:lnTo>
                  <a:lnTo>
                    <a:pt x="74542" y="461977"/>
                  </a:lnTo>
                  <a:lnTo>
                    <a:pt x="33733" y="438623"/>
                  </a:lnTo>
                  <a:lnTo>
                    <a:pt x="8586" y="411953"/>
                  </a:lnTo>
                  <a:lnTo>
                    <a:pt x="0" y="383432"/>
                  </a:lnTo>
                  <a:lnTo>
                    <a:pt x="8868" y="354527"/>
                  </a:lnTo>
                  <a:lnTo>
                    <a:pt x="36089" y="326704"/>
                  </a:lnTo>
                  <a:lnTo>
                    <a:pt x="73473" y="305582"/>
                  </a:lnTo>
                  <a:lnTo>
                    <a:pt x="120685" y="288978"/>
                  </a:lnTo>
                  <a:lnTo>
                    <a:pt x="175586" y="277481"/>
                  </a:lnTo>
                  <a:lnTo>
                    <a:pt x="236034" y="271680"/>
                  </a:lnTo>
                  <a:lnTo>
                    <a:pt x="238236" y="269136"/>
                  </a:lnTo>
                  <a:close/>
                </a:path>
                <a:path w="2618104" h="817879">
                  <a:moveTo>
                    <a:pt x="520191" y="540343"/>
                  </a:moveTo>
                  <a:lnTo>
                    <a:pt x="518407" y="549178"/>
                  </a:lnTo>
                  <a:lnTo>
                    <a:pt x="513543" y="556392"/>
                  </a:lnTo>
                  <a:lnTo>
                    <a:pt x="506329" y="561256"/>
                  </a:lnTo>
                  <a:lnTo>
                    <a:pt x="497494" y="563040"/>
                  </a:lnTo>
                  <a:lnTo>
                    <a:pt x="488659" y="561256"/>
                  </a:lnTo>
                  <a:lnTo>
                    <a:pt x="481445" y="556392"/>
                  </a:lnTo>
                  <a:lnTo>
                    <a:pt x="476581" y="549178"/>
                  </a:lnTo>
                  <a:lnTo>
                    <a:pt x="474797" y="540343"/>
                  </a:lnTo>
                  <a:lnTo>
                    <a:pt x="476581" y="531509"/>
                  </a:lnTo>
                  <a:lnTo>
                    <a:pt x="481445" y="524294"/>
                  </a:lnTo>
                  <a:lnTo>
                    <a:pt x="488659" y="519430"/>
                  </a:lnTo>
                  <a:lnTo>
                    <a:pt x="497494" y="517647"/>
                  </a:lnTo>
                  <a:lnTo>
                    <a:pt x="506329" y="519430"/>
                  </a:lnTo>
                  <a:lnTo>
                    <a:pt x="513543" y="524294"/>
                  </a:lnTo>
                  <a:lnTo>
                    <a:pt x="518407" y="531509"/>
                  </a:lnTo>
                  <a:lnTo>
                    <a:pt x="520191" y="540343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72101" y="3282941"/>
              <a:ext cx="100993" cy="10099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52363" y="3248885"/>
              <a:ext cx="199199" cy="18163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262791" y="2818249"/>
              <a:ext cx="2293620" cy="695325"/>
            </a:xfrm>
            <a:custGeom>
              <a:avLst/>
              <a:gdLst/>
              <a:ahLst/>
              <a:cxnLst/>
              <a:rect l="l" t="t" r="r" b="b"/>
              <a:pathLst>
                <a:path w="2293620" h="695325">
                  <a:moveTo>
                    <a:pt x="183248" y="615773"/>
                  </a:moveTo>
                  <a:lnTo>
                    <a:pt x="166926" y="618276"/>
                  </a:lnTo>
                  <a:lnTo>
                    <a:pt x="150270" y="620317"/>
                  </a:lnTo>
                  <a:lnTo>
                    <a:pt x="133334" y="621889"/>
                  </a:lnTo>
                  <a:lnTo>
                    <a:pt x="116173" y="622987"/>
                  </a:lnTo>
                </a:path>
                <a:path w="2293620" h="695325">
                  <a:moveTo>
                    <a:pt x="761223" y="695036"/>
                  </a:moveTo>
                  <a:lnTo>
                    <a:pt x="749584" y="687163"/>
                  </a:lnTo>
                  <a:lnTo>
                    <a:pt x="738953" y="679042"/>
                  </a:lnTo>
                  <a:lnTo>
                    <a:pt x="729354" y="670691"/>
                  </a:lnTo>
                  <a:lnTo>
                    <a:pt x="720808" y="662127"/>
                  </a:lnTo>
                </a:path>
                <a:path w="2293620" h="695325">
                  <a:moveTo>
                    <a:pt x="1508592" y="612974"/>
                  </a:moveTo>
                  <a:lnTo>
                    <a:pt x="1506245" y="622128"/>
                  </a:lnTo>
                  <a:lnTo>
                    <a:pt x="1502767" y="631210"/>
                  </a:lnTo>
                  <a:lnTo>
                    <a:pt x="1498167" y="640202"/>
                  </a:lnTo>
                  <a:lnTo>
                    <a:pt x="1492455" y="649083"/>
                  </a:lnTo>
                </a:path>
                <a:path w="2293620" h="695325">
                  <a:moveTo>
                    <a:pt x="1829476" y="389859"/>
                  </a:moveTo>
                  <a:lnTo>
                    <a:pt x="1896629" y="408033"/>
                  </a:lnTo>
                  <a:lnTo>
                    <a:pt x="1951462" y="431697"/>
                  </a:lnTo>
                  <a:lnTo>
                    <a:pt x="1992398" y="459771"/>
                  </a:lnTo>
                  <a:lnTo>
                    <a:pt x="2017856" y="491171"/>
                  </a:lnTo>
                  <a:lnTo>
                    <a:pt x="2026260" y="524814"/>
                  </a:lnTo>
                </a:path>
                <a:path w="2293620" h="695325">
                  <a:moveTo>
                    <a:pt x="2293608" y="246122"/>
                  </a:moveTo>
                  <a:lnTo>
                    <a:pt x="2276973" y="260331"/>
                  </a:lnTo>
                  <a:lnTo>
                    <a:pt x="2256678" y="273587"/>
                  </a:lnTo>
                  <a:lnTo>
                    <a:pt x="2232946" y="285761"/>
                  </a:lnTo>
                  <a:lnTo>
                    <a:pt x="2205997" y="296727"/>
                  </a:lnTo>
                </a:path>
                <a:path w="2293620" h="695325">
                  <a:moveTo>
                    <a:pt x="2083367" y="58356"/>
                  </a:moveTo>
                  <a:lnTo>
                    <a:pt x="2086712" y="66240"/>
                  </a:lnTo>
                  <a:lnTo>
                    <a:pt x="2088256" y="74244"/>
                  </a:lnTo>
                  <a:lnTo>
                    <a:pt x="2087988" y="82255"/>
                  </a:lnTo>
                </a:path>
                <a:path w="2293620" h="695325">
                  <a:moveTo>
                    <a:pt x="1523785" y="30478"/>
                  </a:moveTo>
                  <a:lnTo>
                    <a:pt x="1533036" y="22356"/>
                  </a:lnTo>
                  <a:lnTo>
                    <a:pt x="1543629" y="14549"/>
                  </a:lnTo>
                  <a:lnTo>
                    <a:pt x="1555522" y="7087"/>
                  </a:lnTo>
                  <a:lnTo>
                    <a:pt x="1568668" y="0"/>
                  </a:lnTo>
                </a:path>
                <a:path w="2293620" h="695325">
                  <a:moveTo>
                    <a:pt x="1103957" y="45003"/>
                  </a:moveTo>
                  <a:lnTo>
                    <a:pt x="1107941" y="38226"/>
                  </a:lnTo>
                  <a:lnTo>
                    <a:pt x="1112902" y="31573"/>
                  </a:lnTo>
                  <a:lnTo>
                    <a:pt x="1118824" y="25064"/>
                  </a:lnTo>
                  <a:lnTo>
                    <a:pt x="1125691" y="18718"/>
                  </a:lnTo>
                </a:path>
                <a:path w="2293620" h="695325">
                  <a:moveTo>
                    <a:pt x="611252" y="53930"/>
                  </a:moveTo>
                  <a:lnTo>
                    <a:pt x="632257" y="59535"/>
                  </a:lnTo>
                  <a:lnTo>
                    <a:pt x="652407" y="65665"/>
                  </a:lnTo>
                  <a:lnTo>
                    <a:pt x="671647" y="72303"/>
                  </a:lnTo>
                  <a:lnTo>
                    <a:pt x="689922" y="79432"/>
                  </a:lnTo>
                </a:path>
                <a:path w="2293620" h="695325">
                  <a:moveTo>
                    <a:pt x="13728" y="254349"/>
                  </a:moveTo>
                  <a:lnTo>
                    <a:pt x="9362" y="247732"/>
                  </a:lnTo>
                  <a:lnTo>
                    <a:pt x="5616" y="241049"/>
                  </a:lnTo>
                  <a:lnTo>
                    <a:pt x="2494" y="234309"/>
                  </a:lnTo>
                  <a:lnTo>
                    <a:pt x="0" y="227519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847056" y="2931668"/>
            <a:ext cx="7899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5" dirty="0">
                <a:solidFill>
                  <a:srgbClr val="FFFFFF"/>
                </a:solidFill>
                <a:latin typeface="Arial"/>
                <a:cs typeface="Arial"/>
              </a:rPr>
              <a:t>stat</a:t>
            </a:r>
            <a:r>
              <a:rPr sz="2600" dirty="0">
                <a:solidFill>
                  <a:srgbClr val="FFFFFF"/>
                </a:solidFill>
                <a:latin typeface="Arial"/>
                <a:cs typeface="Arial"/>
              </a:rPr>
              <a:t>ic</a:t>
            </a:r>
            <a:endParaRPr sz="26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44966" y="5397942"/>
            <a:ext cx="2628265" cy="828040"/>
            <a:chOff x="4044966" y="5397942"/>
            <a:chExt cx="2628265" cy="828040"/>
          </a:xfrm>
        </p:grpSpPr>
        <p:sp>
          <p:nvSpPr>
            <p:cNvPr id="22" name="object 22"/>
            <p:cNvSpPr/>
            <p:nvPr/>
          </p:nvSpPr>
          <p:spPr>
            <a:xfrm>
              <a:off x="4050068" y="5403062"/>
              <a:ext cx="2618105" cy="817880"/>
            </a:xfrm>
            <a:custGeom>
              <a:avLst/>
              <a:gdLst/>
              <a:ahLst/>
              <a:cxnLst/>
              <a:rect l="l" t="t" r="r" b="b"/>
              <a:pathLst>
                <a:path w="2618104" h="817879">
                  <a:moveTo>
                    <a:pt x="2617533" y="403821"/>
                  </a:moveTo>
                  <a:lnTo>
                    <a:pt x="2614752" y="374040"/>
                  </a:lnTo>
                  <a:lnTo>
                    <a:pt x="2599906" y="344639"/>
                  </a:lnTo>
                  <a:lnTo>
                    <a:pt x="2572753" y="316306"/>
                  </a:lnTo>
                  <a:lnTo>
                    <a:pt x="2533104" y="289737"/>
                  </a:lnTo>
                  <a:lnTo>
                    <a:pt x="2539009" y="283857"/>
                  </a:lnTo>
                  <a:lnTo>
                    <a:pt x="2543949" y="277825"/>
                  </a:lnTo>
                  <a:lnTo>
                    <a:pt x="2547886" y="271665"/>
                  </a:lnTo>
                  <a:lnTo>
                    <a:pt x="2558643" y="244182"/>
                  </a:lnTo>
                  <a:lnTo>
                    <a:pt x="2556408" y="217170"/>
                  </a:lnTo>
                  <a:lnTo>
                    <a:pt x="2516619" y="167233"/>
                  </a:lnTo>
                  <a:lnTo>
                    <a:pt x="2480881" y="145681"/>
                  </a:lnTo>
                  <a:lnTo>
                    <a:pt x="2435809" y="127304"/>
                  </a:lnTo>
                  <a:lnTo>
                    <a:pt x="2382291" y="112788"/>
                  </a:lnTo>
                  <a:lnTo>
                    <a:pt x="2321255" y="102806"/>
                  </a:lnTo>
                  <a:lnTo>
                    <a:pt x="2307971" y="82003"/>
                  </a:lnTo>
                  <a:lnTo>
                    <a:pt x="2257793" y="45072"/>
                  </a:lnTo>
                  <a:lnTo>
                    <a:pt x="2222030" y="29768"/>
                  </a:lnTo>
                  <a:lnTo>
                    <a:pt x="2178659" y="16814"/>
                  </a:lnTo>
                  <a:lnTo>
                    <a:pt x="2131885" y="7581"/>
                  </a:lnTo>
                  <a:lnTo>
                    <a:pt x="2082901" y="2057"/>
                  </a:lnTo>
                  <a:lnTo>
                    <a:pt x="2032850" y="190"/>
                  </a:lnTo>
                  <a:lnTo>
                    <a:pt x="1982914" y="1943"/>
                  </a:lnTo>
                  <a:lnTo>
                    <a:pt x="1934260" y="7264"/>
                  </a:lnTo>
                  <a:lnTo>
                    <a:pt x="1888070" y="16116"/>
                  </a:lnTo>
                  <a:lnTo>
                    <a:pt x="1845500" y="28460"/>
                  </a:lnTo>
                  <a:lnTo>
                    <a:pt x="1807730" y="44259"/>
                  </a:lnTo>
                  <a:lnTo>
                    <a:pt x="1788083" y="34518"/>
                  </a:lnTo>
                  <a:lnTo>
                    <a:pt x="1741779" y="18224"/>
                  </a:lnTo>
                  <a:lnTo>
                    <a:pt x="1658264" y="2984"/>
                  </a:lnTo>
                  <a:lnTo>
                    <a:pt x="1599641" y="0"/>
                  </a:lnTo>
                  <a:lnTo>
                    <a:pt x="1541830" y="2552"/>
                  </a:lnTo>
                  <a:lnTo>
                    <a:pt x="1486954" y="10363"/>
                  </a:lnTo>
                  <a:lnTo>
                    <a:pt x="1437157" y="23114"/>
                  </a:lnTo>
                  <a:lnTo>
                    <a:pt x="1394548" y="40513"/>
                  </a:lnTo>
                  <a:lnTo>
                    <a:pt x="1361274" y="62255"/>
                  </a:lnTo>
                  <a:lnTo>
                    <a:pt x="1344053" y="55549"/>
                  </a:lnTo>
                  <a:lnTo>
                    <a:pt x="1306474" y="43802"/>
                  </a:lnTo>
                  <a:lnTo>
                    <a:pt x="1232585" y="29197"/>
                  </a:lnTo>
                  <a:lnTo>
                    <a:pt x="1177328" y="23926"/>
                  </a:lnTo>
                  <a:lnTo>
                    <a:pt x="1121727" y="22860"/>
                  </a:lnTo>
                  <a:lnTo>
                    <a:pt x="1067003" y="25831"/>
                  </a:lnTo>
                  <a:lnTo>
                    <a:pt x="1014399" y="32689"/>
                  </a:lnTo>
                  <a:lnTo>
                    <a:pt x="965149" y="43268"/>
                  </a:lnTo>
                  <a:lnTo>
                    <a:pt x="920470" y="57416"/>
                  </a:lnTo>
                  <a:lnTo>
                    <a:pt x="881621" y="74955"/>
                  </a:lnTo>
                  <a:lnTo>
                    <a:pt x="849820" y="95732"/>
                  </a:lnTo>
                  <a:lnTo>
                    <a:pt x="800989" y="85369"/>
                  </a:lnTo>
                  <a:lnTo>
                    <a:pt x="749706" y="77889"/>
                  </a:lnTo>
                  <a:lnTo>
                    <a:pt x="696658" y="73380"/>
                  </a:lnTo>
                  <a:lnTo>
                    <a:pt x="642556" y="71894"/>
                  </a:lnTo>
                  <a:lnTo>
                    <a:pt x="588124" y="73469"/>
                  </a:lnTo>
                  <a:lnTo>
                    <a:pt x="523151" y="79527"/>
                  </a:lnTo>
                  <a:lnTo>
                    <a:pt x="462927" y="89662"/>
                  </a:lnTo>
                  <a:lnTo>
                    <a:pt x="408165" y="103466"/>
                  </a:lnTo>
                  <a:lnTo>
                    <a:pt x="359575" y="120535"/>
                  </a:lnTo>
                  <a:lnTo>
                    <a:pt x="317893" y="140487"/>
                  </a:lnTo>
                  <a:lnTo>
                    <a:pt x="283832" y="162890"/>
                  </a:lnTo>
                  <a:lnTo>
                    <a:pt x="241465" y="213499"/>
                  </a:lnTo>
                  <a:lnTo>
                    <a:pt x="234594" y="240893"/>
                  </a:lnTo>
                  <a:lnTo>
                    <a:pt x="238239" y="269125"/>
                  </a:lnTo>
                  <a:lnTo>
                    <a:pt x="236042" y="271665"/>
                  </a:lnTo>
                  <a:lnTo>
                    <a:pt x="175590" y="277469"/>
                  </a:lnTo>
                  <a:lnTo>
                    <a:pt x="120688" y="288975"/>
                  </a:lnTo>
                  <a:lnTo>
                    <a:pt x="73469" y="305574"/>
                  </a:lnTo>
                  <a:lnTo>
                    <a:pt x="36093" y="326694"/>
                  </a:lnTo>
                  <a:lnTo>
                    <a:pt x="8864" y="354520"/>
                  </a:lnTo>
                  <a:lnTo>
                    <a:pt x="0" y="383425"/>
                  </a:lnTo>
                  <a:lnTo>
                    <a:pt x="8585" y="411937"/>
                  </a:lnTo>
                  <a:lnTo>
                    <a:pt x="33731" y="438607"/>
                  </a:lnTo>
                  <a:lnTo>
                    <a:pt x="74536" y="461962"/>
                  </a:lnTo>
                  <a:lnTo>
                    <a:pt x="130124" y="480529"/>
                  </a:lnTo>
                  <a:lnTo>
                    <a:pt x="95605" y="500075"/>
                  </a:lnTo>
                  <a:lnTo>
                    <a:pt x="72110" y="522046"/>
                  </a:lnTo>
                  <a:lnTo>
                    <a:pt x="60261" y="545655"/>
                  </a:lnTo>
                  <a:lnTo>
                    <a:pt x="60706" y="570064"/>
                  </a:lnTo>
                  <a:lnTo>
                    <a:pt x="100863" y="617626"/>
                  </a:lnTo>
                  <a:lnTo>
                    <a:pt x="137502" y="636727"/>
                  </a:lnTo>
                  <a:lnTo>
                    <a:pt x="182854" y="651929"/>
                  </a:lnTo>
                  <a:lnTo>
                    <a:pt x="235140" y="662622"/>
                  </a:lnTo>
                  <a:lnTo>
                    <a:pt x="292620" y="668248"/>
                  </a:lnTo>
                  <a:lnTo>
                    <a:pt x="353529" y="668185"/>
                  </a:lnTo>
                  <a:lnTo>
                    <a:pt x="356793" y="670585"/>
                  </a:lnTo>
                  <a:lnTo>
                    <a:pt x="391782" y="692404"/>
                  </a:lnTo>
                  <a:lnTo>
                    <a:pt x="429958" y="710717"/>
                  </a:lnTo>
                  <a:lnTo>
                    <a:pt x="472414" y="726630"/>
                  </a:lnTo>
                  <a:lnTo>
                    <a:pt x="518541" y="740079"/>
                  </a:lnTo>
                  <a:lnTo>
                    <a:pt x="567740" y="751001"/>
                  </a:lnTo>
                  <a:lnTo>
                    <a:pt x="619391" y="759345"/>
                  </a:lnTo>
                  <a:lnTo>
                    <a:pt x="672922" y="765035"/>
                  </a:lnTo>
                  <a:lnTo>
                    <a:pt x="727710" y="768019"/>
                  </a:lnTo>
                  <a:lnTo>
                    <a:pt x="783170" y="768210"/>
                  </a:lnTo>
                  <a:lnTo>
                    <a:pt x="838695" y="765568"/>
                  </a:lnTo>
                  <a:lnTo>
                    <a:pt x="893673" y="760018"/>
                  </a:lnTo>
                  <a:lnTo>
                    <a:pt x="947521" y="751497"/>
                  </a:lnTo>
                  <a:lnTo>
                    <a:pt x="999629" y="739940"/>
                  </a:lnTo>
                  <a:lnTo>
                    <a:pt x="1034135" y="758977"/>
                  </a:lnTo>
                  <a:lnTo>
                    <a:pt x="1074153" y="775690"/>
                  </a:lnTo>
                  <a:lnTo>
                    <a:pt x="1119060" y="789876"/>
                  </a:lnTo>
                  <a:lnTo>
                    <a:pt x="1168184" y="801357"/>
                  </a:lnTo>
                  <a:lnTo>
                    <a:pt x="1220927" y="809891"/>
                  </a:lnTo>
                  <a:lnTo>
                    <a:pt x="1279994" y="815555"/>
                  </a:lnTo>
                  <a:lnTo>
                    <a:pt x="1338884" y="817422"/>
                  </a:lnTo>
                  <a:lnTo>
                    <a:pt x="1396809" y="815682"/>
                  </a:lnTo>
                  <a:lnTo>
                    <a:pt x="1452956" y="810526"/>
                  </a:lnTo>
                  <a:lnTo>
                    <a:pt x="1506562" y="802119"/>
                  </a:lnTo>
                  <a:lnTo>
                    <a:pt x="1556816" y="790638"/>
                  </a:lnTo>
                  <a:lnTo>
                    <a:pt x="1602955" y="776287"/>
                  </a:lnTo>
                  <a:lnTo>
                    <a:pt x="1644167" y="759218"/>
                  </a:lnTo>
                  <a:lnTo>
                    <a:pt x="1679689" y="739635"/>
                  </a:lnTo>
                  <a:lnTo>
                    <a:pt x="1730451" y="693585"/>
                  </a:lnTo>
                  <a:lnTo>
                    <a:pt x="1773008" y="703224"/>
                  </a:lnTo>
                  <a:lnTo>
                    <a:pt x="1818068" y="710247"/>
                  </a:lnTo>
                  <a:lnTo>
                    <a:pt x="1864969" y="714590"/>
                  </a:lnTo>
                  <a:lnTo>
                    <a:pt x="1913051" y="716153"/>
                  </a:lnTo>
                  <a:lnTo>
                    <a:pt x="1976018" y="713981"/>
                  </a:lnTo>
                  <a:lnTo>
                    <a:pt x="2035378" y="707263"/>
                  </a:lnTo>
                  <a:lnTo>
                    <a:pt x="2090127" y="696455"/>
                  </a:lnTo>
                  <a:lnTo>
                    <a:pt x="2139277" y="681939"/>
                  </a:lnTo>
                  <a:lnTo>
                    <a:pt x="2181809" y="664146"/>
                  </a:lnTo>
                  <a:lnTo>
                    <a:pt x="2216734" y="643496"/>
                  </a:lnTo>
                  <a:lnTo>
                    <a:pt x="2259812" y="595299"/>
                  </a:lnTo>
                  <a:lnTo>
                    <a:pt x="2265959" y="568566"/>
                  </a:lnTo>
                  <a:lnTo>
                    <a:pt x="2317483" y="563981"/>
                  </a:lnTo>
                  <a:lnTo>
                    <a:pt x="2367013" y="556666"/>
                  </a:lnTo>
                  <a:lnTo>
                    <a:pt x="2413939" y="546722"/>
                  </a:lnTo>
                  <a:lnTo>
                    <a:pt x="2457678" y="534238"/>
                  </a:lnTo>
                  <a:lnTo>
                    <a:pt x="2512098" y="512927"/>
                  </a:lnTo>
                  <a:lnTo>
                    <a:pt x="2555506" y="488530"/>
                  </a:lnTo>
                  <a:lnTo>
                    <a:pt x="2587701" y="461759"/>
                  </a:lnTo>
                  <a:lnTo>
                    <a:pt x="2608440" y="433285"/>
                  </a:lnTo>
                  <a:lnTo>
                    <a:pt x="2617533" y="403821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02734" y="5914466"/>
              <a:ext cx="90779" cy="9077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35805" y="5915659"/>
              <a:ext cx="136182" cy="13616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50072" y="5403049"/>
              <a:ext cx="2618105" cy="817880"/>
            </a:xfrm>
            <a:custGeom>
              <a:avLst/>
              <a:gdLst/>
              <a:ahLst/>
              <a:cxnLst/>
              <a:rect l="l" t="t" r="r" b="b"/>
              <a:pathLst>
                <a:path w="2618104" h="817879">
                  <a:moveTo>
                    <a:pt x="238236" y="269136"/>
                  </a:moveTo>
                  <a:lnTo>
                    <a:pt x="241471" y="213506"/>
                  </a:lnTo>
                  <a:lnTo>
                    <a:pt x="283839" y="162903"/>
                  </a:lnTo>
                  <a:lnTo>
                    <a:pt x="317898" y="140494"/>
                  </a:lnTo>
                  <a:lnTo>
                    <a:pt x="359579" y="120551"/>
                  </a:lnTo>
                  <a:lnTo>
                    <a:pt x="408162" y="103475"/>
                  </a:lnTo>
                  <a:lnTo>
                    <a:pt x="462926" y="89671"/>
                  </a:lnTo>
                  <a:lnTo>
                    <a:pt x="523152" y="79540"/>
                  </a:lnTo>
                  <a:lnTo>
                    <a:pt x="588119" y="73486"/>
                  </a:lnTo>
                  <a:lnTo>
                    <a:pt x="642560" y="71900"/>
                  </a:lnTo>
                  <a:lnTo>
                    <a:pt x="696657" y="73393"/>
                  </a:lnTo>
                  <a:lnTo>
                    <a:pt x="749703" y="77905"/>
                  </a:lnTo>
                  <a:lnTo>
                    <a:pt x="800989" y="85375"/>
                  </a:lnTo>
                  <a:lnTo>
                    <a:pt x="849809" y="95744"/>
                  </a:lnTo>
                  <a:lnTo>
                    <a:pt x="881617" y="74965"/>
                  </a:lnTo>
                  <a:lnTo>
                    <a:pt x="920473" y="57425"/>
                  </a:lnTo>
                  <a:lnTo>
                    <a:pt x="965143" y="43285"/>
                  </a:lnTo>
                  <a:lnTo>
                    <a:pt x="1014396" y="32705"/>
                  </a:lnTo>
                  <a:lnTo>
                    <a:pt x="1066998" y="25847"/>
                  </a:lnTo>
                  <a:lnTo>
                    <a:pt x="1121718" y="22870"/>
                  </a:lnTo>
                  <a:lnTo>
                    <a:pt x="1177323" y="23936"/>
                  </a:lnTo>
                  <a:lnTo>
                    <a:pt x="1232579" y="29206"/>
                  </a:lnTo>
                  <a:lnTo>
                    <a:pt x="1286255" y="38840"/>
                  </a:lnTo>
                  <a:lnTo>
                    <a:pt x="1325755" y="49398"/>
                  </a:lnTo>
                  <a:lnTo>
                    <a:pt x="1361267" y="62269"/>
                  </a:lnTo>
                  <a:lnTo>
                    <a:pt x="1394549" y="40525"/>
                  </a:lnTo>
                  <a:lnTo>
                    <a:pt x="1437152" y="23123"/>
                  </a:lnTo>
                  <a:lnTo>
                    <a:pt x="1486952" y="10367"/>
                  </a:lnTo>
                  <a:lnTo>
                    <a:pt x="1541821" y="2558"/>
                  </a:lnTo>
                  <a:lnTo>
                    <a:pt x="1599634" y="0"/>
                  </a:lnTo>
                  <a:lnTo>
                    <a:pt x="1658263" y="2994"/>
                  </a:lnTo>
                  <a:lnTo>
                    <a:pt x="1715583" y="11845"/>
                  </a:lnTo>
                  <a:lnTo>
                    <a:pt x="1766021" y="25814"/>
                  </a:lnTo>
                  <a:lnTo>
                    <a:pt x="1807719" y="44279"/>
                  </a:lnTo>
                  <a:lnTo>
                    <a:pt x="1845496" y="28475"/>
                  </a:lnTo>
                  <a:lnTo>
                    <a:pt x="1888068" y="16124"/>
                  </a:lnTo>
                  <a:lnTo>
                    <a:pt x="1934265" y="7267"/>
                  </a:lnTo>
                  <a:lnTo>
                    <a:pt x="1982915" y="1944"/>
                  </a:lnTo>
                  <a:lnTo>
                    <a:pt x="2032850" y="197"/>
                  </a:lnTo>
                  <a:lnTo>
                    <a:pt x="2082899" y="2066"/>
                  </a:lnTo>
                  <a:lnTo>
                    <a:pt x="2131891" y="7592"/>
                  </a:lnTo>
                  <a:lnTo>
                    <a:pt x="2178656" y="16817"/>
                  </a:lnTo>
                  <a:lnTo>
                    <a:pt x="2222025" y="29781"/>
                  </a:lnTo>
                  <a:lnTo>
                    <a:pt x="2257785" y="45083"/>
                  </a:lnTo>
                  <a:lnTo>
                    <a:pt x="2307961" y="82016"/>
                  </a:lnTo>
                  <a:lnTo>
                    <a:pt x="2321249" y="102816"/>
                  </a:lnTo>
                  <a:lnTo>
                    <a:pt x="2382289" y="112796"/>
                  </a:lnTo>
                  <a:lnTo>
                    <a:pt x="2435805" y="127313"/>
                  </a:lnTo>
                  <a:lnTo>
                    <a:pt x="2480887" y="145688"/>
                  </a:lnTo>
                  <a:lnTo>
                    <a:pt x="2516622" y="167243"/>
                  </a:lnTo>
                  <a:lnTo>
                    <a:pt x="2556408" y="217175"/>
                  </a:lnTo>
                  <a:lnTo>
                    <a:pt x="2558637" y="244194"/>
                  </a:lnTo>
                  <a:lnTo>
                    <a:pt x="2547873" y="271676"/>
                  </a:lnTo>
                  <a:lnTo>
                    <a:pt x="2543938" y="277838"/>
                  </a:lnTo>
                  <a:lnTo>
                    <a:pt x="2538995" y="283876"/>
                  </a:lnTo>
                  <a:lnTo>
                    <a:pt x="2533098" y="289745"/>
                  </a:lnTo>
                  <a:lnTo>
                    <a:pt x="2572751" y="316315"/>
                  </a:lnTo>
                  <a:lnTo>
                    <a:pt x="2599899" y="344645"/>
                  </a:lnTo>
                  <a:lnTo>
                    <a:pt x="2614755" y="374046"/>
                  </a:lnTo>
                  <a:lnTo>
                    <a:pt x="2617531" y="403827"/>
                  </a:lnTo>
                  <a:lnTo>
                    <a:pt x="2608440" y="433296"/>
                  </a:lnTo>
                  <a:lnTo>
                    <a:pt x="2555510" y="488541"/>
                  </a:lnTo>
                  <a:lnTo>
                    <a:pt x="2512096" y="512935"/>
                  </a:lnTo>
                  <a:lnTo>
                    <a:pt x="2457667" y="534255"/>
                  </a:lnTo>
                  <a:lnTo>
                    <a:pt x="2413940" y="546726"/>
                  </a:lnTo>
                  <a:lnTo>
                    <a:pt x="2367014" y="556676"/>
                  </a:lnTo>
                  <a:lnTo>
                    <a:pt x="2317486" y="563997"/>
                  </a:lnTo>
                  <a:lnTo>
                    <a:pt x="2265954" y="568583"/>
                  </a:lnTo>
                  <a:lnTo>
                    <a:pt x="2259808" y="595307"/>
                  </a:lnTo>
                  <a:lnTo>
                    <a:pt x="2216735" y="643513"/>
                  </a:lnTo>
                  <a:lnTo>
                    <a:pt x="2181803" y="664161"/>
                  </a:lnTo>
                  <a:lnTo>
                    <a:pt x="2139268" y="681949"/>
                  </a:lnTo>
                  <a:lnTo>
                    <a:pt x="2090128" y="696461"/>
                  </a:lnTo>
                  <a:lnTo>
                    <a:pt x="2035379" y="707280"/>
                  </a:lnTo>
                  <a:lnTo>
                    <a:pt x="1976019" y="713989"/>
                  </a:lnTo>
                  <a:lnTo>
                    <a:pt x="1913043" y="716172"/>
                  </a:lnTo>
                  <a:lnTo>
                    <a:pt x="1864965" y="714596"/>
                  </a:lnTo>
                  <a:lnTo>
                    <a:pt x="1818068" y="710255"/>
                  </a:lnTo>
                  <a:lnTo>
                    <a:pt x="1773010" y="703230"/>
                  </a:lnTo>
                  <a:lnTo>
                    <a:pt x="1730444" y="693600"/>
                  </a:lnTo>
                  <a:lnTo>
                    <a:pt x="1708703" y="717702"/>
                  </a:lnTo>
                  <a:lnTo>
                    <a:pt x="1644169" y="759227"/>
                  </a:lnTo>
                  <a:lnTo>
                    <a:pt x="1602953" y="776290"/>
                  </a:lnTo>
                  <a:lnTo>
                    <a:pt x="1556820" y="790648"/>
                  </a:lnTo>
                  <a:lnTo>
                    <a:pt x="1506560" y="802120"/>
                  </a:lnTo>
                  <a:lnTo>
                    <a:pt x="1452959" y="810527"/>
                  </a:lnTo>
                  <a:lnTo>
                    <a:pt x="1396808" y="815688"/>
                  </a:lnTo>
                  <a:lnTo>
                    <a:pt x="1338893" y="817424"/>
                  </a:lnTo>
                  <a:lnTo>
                    <a:pt x="1280002" y="815555"/>
                  </a:lnTo>
                  <a:lnTo>
                    <a:pt x="1220924" y="809900"/>
                  </a:lnTo>
                  <a:lnTo>
                    <a:pt x="1168192" y="801356"/>
                  </a:lnTo>
                  <a:lnTo>
                    <a:pt x="1119055" y="789887"/>
                  </a:lnTo>
                  <a:lnTo>
                    <a:pt x="1074154" y="775696"/>
                  </a:lnTo>
                  <a:lnTo>
                    <a:pt x="1034128" y="758984"/>
                  </a:lnTo>
                  <a:lnTo>
                    <a:pt x="999619" y="739954"/>
                  </a:lnTo>
                  <a:lnTo>
                    <a:pt x="947513" y="751508"/>
                  </a:lnTo>
                  <a:lnTo>
                    <a:pt x="893668" y="760029"/>
                  </a:lnTo>
                  <a:lnTo>
                    <a:pt x="838685" y="765580"/>
                  </a:lnTo>
                  <a:lnTo>
                    <a:pt x="783166" y="768224"/>
                  </a:lnTo>
                  <a:lnTo>
                    <a:pt x="727710" y="768027"/>
                  </a:lnTo>
                  <a:lnTo>
                    <a:pt x="672919" y="765050"/>
                  </a:lnTo>
                  <a:lnTo>
                    <a:pt x="619393" y="759359"/>
                  </a:lnTo>
                  <a:lnTo>
                    <a:pt x="567734" y="751018"/>
                  </a:lnTo>
                  <a:lnTo>
                    <a:pt x="518542" y="740090"/>
                  </a:lnTo>
                  <a:lnTo>
                    <a:pt x="472419" y="726638"/>
                  </a:lnTo>
                  <a:lnTo>
                    <a:pt x="429964" y="710728"/>
                  </a:lnTo>
                  <a:lnTo>
                    <a:pt x="391779" y="692423"/>
                  </a:lnTo>
                  <a:lnTo>
                    <a:pt x="358464" y="671786"/>
                  </a:lnTo>
                  <a:lnTo>
                    <a:pt x="353526" y="668196"/>
                  </a:lnTo>
                  <a:lnTo>
                    <a:pt x="292622" y="668252"/>
                  </a:lnTo>
                  <a:lnTo>
                    <a:pt x="235146" y="662635"/>
                  </a:lnTo>
                  <a:lnTo>
                    <a:pt x="182855" y="651935"/>
                  </a:lnTo>
                  <a:lnTo>
                    <a:pt x="137506" y="636741"/>
                  </a:lnTo>
                  <a:lnTo>
                    <a:pt x="100858" y="617641"/>
                  </a:lnTo>
                  <a:lnTo>
                    <a:pt x="60693" y="570080"/>
                  </a:lnTo>
                  <a:lnTo>
                    <a:pt x="60256" y="545668"/>
                  </a:lnTo>
                  <a:lnTo>
                    <a:pt x="72105" y="522063"/>
                  </a:lnTo>
                  <a:lnTo>
                    <a:pt x="95604" y="500084"/>
                  </a:lnTo>
                  <a:lnTo>
                    <a:pt x="130119" y="480548"/>
                  </a:lnTo>
                  <a:lnTo>
                    <a:pt x="74542" y="461977"/>
                  </a:lnTo>
                  <a:lnTo>
                    <a:pt x="33733" y="438623"/>
                  </a:lnTo>
                  <a:lnTo>
                    <a:pt x="8586" y="411953"/>
                  </a:lnTo>
                  <a:lnTo>
                    <a:pt x="0" y="383432"/>
                  </a:lnTo>
                  <a:lnTo>
                    <a:pt x="8868" y="354527"/>
                  </a:lnTo>
                  <a:lnTo>
                    <a:pt x="36089" y="326704"/>
                  </a:lnTo>
                  <a:lnTo>
                    <a:pt x="73473" y="305582"/>
                  </a:lnTo>
                  <a:lnTo>
                    <a:pt x="120685" y="288978"/>
                  </a:lnTo>
                  <a:lnTo>
                    <a:pt x="175586" y="277481"/>
                  </a:lnTo>
                  <a:lnTo>
                    <a:pt x="236034" y="271680"/>
                  </a:lnTo>
                  <a:lnTo>
                    <a:pt x="238236" y="269136"/>
                  </a:lnTo>
                  <a:close/>
                </a:path>
                <a:path w="2618104" h="817879">
                  <a:moveTo>
                    <a:pt x="520191" y="540343"/>
                  </a:moveTo>
                  <a:lnTo>
                    <a:pt x="518407" y="549178"/>
                  </a:lnTo>
                  <a:lnTo>
                    <a:pt x="513543" y="556392"/>
                  </a:lnTo>
                  <a:lnTo>
                    <a:pt x="506329" y="561256"/>
                  </a:lnTo>
                  <a:lnTo>
                    <a:pt x="497494" y="563040"/>
                  </a:lnTo>
                  <a:lnTo>
                    <a:pt x="488659" y="561256"/>
                  </a:lnTo>
                  <a:lnTo>
                    <a:pt x="481445" y="556392"/>
                  </a:lnTo>
                  <a:lnTo>
                    <a:pt x="476581" y="549178"/>
                  </a:lnTo>
                  <a:lnTo>
                    <a:pt x="474797" y="540343"/>
                  </a:lnTo>
                  <a:lnTo>
                    <a:pt x="476581" y="531509"/>
                  </a:lnTo>
                  <a:lnTo>
                    <a:pt x="481445" y="524294"/>
                  </a:lnTo>
                  <a:lnTo>
                    <a:pt x="488659" y="519430"/>
                  </a:lnTo>
                  <a:lnTo>
                    <a:pt x="497494" y="517647"/>
                  </a:lnTo>
                  <a:lnTo>
                    <a:pt x="506329" y="519430"/>
                  </a:lnTo>
                  <a:lnTo>
                    <a:pt x="513543" y="524294"/>
                  </a:lnTo>
                  <a:lnTo>
                    <a:pt x="518407" y="531509"/>
                  </a:lnTo>
                  <a:lnTo>
                    <a:pt x="520191" y="540343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97628" y="5909364"/>
              <a:ext cx="100993" cy="10099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177890" y="5875308"/>
              <a:ext cx="199199" cy="18163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88319" y="5444672"/>
              <a:ext cx="2293620" cy="695325"/>
            </a:xfrm>
            <a:custGeom>
              <a:avLst/>
              <a:gdLst/>
              <a:ahLst/>
              <a:cxnLst/>
              <a:rect l="l" t="t" r="r" b="b"/>
              <a:pathLst>
                <a:path w="2293620" h="695325">
                  <a:moveTo>
                    <a:pt x="183248" y="615773"/>
                  </a:moveTo>
                  <a:lnTo>
                    <a:pt x="166926" y="618276"/>
                  </a:lnTo>
                  <a:lnTo>
                    <a:pt x="150270" y="620317"/>
                  </a:lnTo>
                  <a:lnTo>
                    <a:pt x="133334" y="621889"/>
                  </a:lnTo>
                  <a:lnTo>
                    <a:pt x="116173" y="622987"/>
                  </a:lnTo>
                </a:path>
                <a:path w="2293620" h="695325">
                  <a:moveTo>
                    <a:pt x="761223" y="695036"/>
                  </a:moveTo>
                  <a:lnTo>
                    <a:pt x="749584" y="687163"/>
                  </a:lnTo>
                  <a:lnTo>
                    <a:pt x="738953" y="679042"/>
                  </a:lnTo>
                  <a:lnTo>
                    <a:pt x="729354" y="670691"/>
                  </a:lnTo>
                  <a:lnTo>
                    <a:pt x="720808" y="662127"/>
                  </a:lnTo>
                </a:path>
                <a:path w="2293620" h="695325">
                  <a:moveTo>
                    <a:pt x="1508592" y="612974"/>
                  </a:moveTo>
                  <a:lnTo>
                    <a:pt x="1506245" y="622128"/>
                  </a:lnTo>
                  <a:lnTo>
                    <a:pt x="1502767" y="631210"/>
                  </a:lnTo>
                  <a:lnTo>
                    <a:pt x="1498167" y="640202"/>
                  </a:lnTo>
                  <a:lnTo>
                    <a:pt x="1492455" y="649083"/>
                  </a:lnTo>
                </a:path>
                <a:path w="2293620" h="695325">
                  <a:moveTo>
                    <a:pt x="1829476" y="389859"/>
                  </a:moveTo>
                  <a:lnTo>
                    <a:pt x="1896629" y="408033"/>
                  </a:lnTo>
                  <a:lnTo>
                    <a:pt x="1951462" y="431697"/>
                  </a:lnTo>
                  <a:lnTo>
                    <a:pt x="1992398" y="459771"/>
                  </a:lnTo>
                  <a:lnTo>
                    <a:pt x="2017856" y="491171"/>
                  </a:lnTo>
                  <a:lnTo>
                    <a:pt x="2026260" y="524814"/>
                  </a:lnTo>
                </a:path>
                <a:path w="2293620" h="695325">
                  <a:moveTo>
                    <a:pt x="2293608" y="246122"/>
                  </a:moveTo>
                  <a:lnTo>
                    <a:pt x="2276973" y="260331"/>
                  </a:lnTo>
                  <a:lnTo>
                    <a:pt x="2256678" y="273587"/>
                  </a:lnTo>
                  <a:lnTo>
                    <a:pt x="2232946" y="285761"/>
                  </a:lnTo>
                  <a:lnTo>
                    <a:pt x="2205997" y="296727"/>
                  </a:lnTo>
                </a:path>
                <a:path w="2293620" h="695325">
                  <a:moveTo>
                    <a:pt x="2083367" y="58356"/>
                  </a:moveTo>
                  <a:lnTo>
                    <a:pt x="2086712" y="66240"/>
                  </a:lnTo>
                  <a:lnTo>
                    <a:pt x="2088256" y="74244"/>
                  </a:lnTo>
                  <a:lnTo>
                    <a:pt x="2087988" y="82255"/>
                  </a:lnTo>
                </a:path>
                <a:path w="2293620" h="695325">
                  <a:moveTo>
                    <a:pt x="1523785" y="30478"/>
                  </a:moveTo>
                  <a:lnTo>
                    <a:pt x="1533036" y="22356"/>
                  </a:lnTo>
                  <a:lnTo>
                    <a:pt x="1543629" y="14549"/>
                  </a:lnTo>
                  <a:lnTo>
                    <a:pt x="1555522" y="7087"/>
                  </a:lnTo>
                  <a:lnTo>
                    <a:pt x="1568668" y="0"/>
                  </a:lnTo>
                </a:path>
                <a:path w="2293620" h="695325">
                  <a:moveTo>
                    <a:pt x="1103957" y="45003"/>
                  </a:moveTo>
                  <a:lnTo>
                    <a:pt x="1107941" y="38226"/>
                  </a:lnTo>
                  <a:lnTo>
                    <a:pt x="1112902" y="31573"/>
                  </a:lnTo>
                  <a:lnTo>
                    <a:pt x="1118824" y="25064"/>
                  </a:lnTo>
                  <a:lnTo>
                    <a:pt x="1125691" y="18718"/>
                  </a:lnTo>
                </a:path>
                <a:path w="2293620" h="695325">
                  <a:moveTo>
                    <a:pt x="611252" y="53930"/>
                  </a:moveTo>
                  <a:lnTo>
                    <a:pt x="632257" y="59535"/>
                  </a:lnTo>
                  <a:lnTo>
                    <a:pt x="652407" y="65665"/>
                  </a:lnTo>
                  <a:lnTo>
                    <a:pt x="671647" y="72303"/>
                  </a:lnTo>
                  <a:lnTo>
                    <a:pt x="689922" y="79432"/>
                  </a:lnTo>
                </a:path>
                <a:path w="2293620" h="695325">
                  <a:moveTo>
                    <a:pt x="13728" y="254349"/>
                  </a:moveTo>
                  <a:lnTo>
                    <a:pt x="9362" y="247732"/>
                  </a:lnTo>
                  <a:lnTo>
                    <a:pt x="5616" y="241049"/>
                  </a:lnTo>
                  <a:lnTo>
                    <a:pt x="2494" y="234309"/>
                  </a:lnTo>
                  <a:lnTo>
                    <a:pt x="0" y="227519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85657" y="4252467"/>
            <a:ext cx="8999220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2.0 </a:t>
            </a:r>
            <a:r>
              <a:rPr sz="3000" spc="-5" dirty="0">
                <a:latin typeface="Carlito"/>
                <a:cs typeface="Carlito"/>
              </a:rPr>
              <a:t>companies </a:t>
            </a:r>
            <a:r>
              <a:rPr sz="3000" dirty="0">
                <a:latin typeface="Carlito"/>
                <a:cs typeface="Carlito"/>
              </a:rPr>
              <a:t>use the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5" dirty="0">
                <a:latin typeface="Carlito"/>
                <a:cs typeface="Carlito"/>
              </a:rPr>
              <a:t>as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solidFill>
                  <a:srgbClr val="0070C0"/>
                </a:solidFill>
                <a:latin typeface="Carlito"/>
                <a:cs typeface="Carlito"/>
              </a:rPr>
              <a:t>platform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20" dirty="0">
                <a:latin typeface="Carlito"/>
                <a:cs typeface="Carlito"/>
              </a:rPr>
              <a:t>create  </a:t>
            </a:r>
            <a:r>
              <a:rPr sz="3000" spc="-5" dirty="0">
                <a:latin typeface="Carlito"/>
                <a:cs typeface="Carlito"/>
              </a:rPr>
              <a:t>community </a:t>
            </a:r>
            <a:r>
              <a:rPr sz="3000" dirty="0">
                <a:latin typeface="Carlito"/>
                <a:cs typeface="Carlito"/>
              </a:rPr>
              <a:t>based </a:t>
            </a:r>
            <a:r>
              <a:rPr sz="3000" spc="-10" dirty="0">
                <a:latin typeface="Carlito"/>
                <a:cs typeface="Carlito"/>
              </a:rPr>
              <a:t>sites </a:t>
            </a:r>
            <a:r>
              <a:rPr sz="3000" spc="5" dirty="0">
                <a:latin typeface="Carlito"/>
                <a:cs typeface="Carlito"/>
              </a:rPr>
              <a:t>(e.g. </a:t>
            </a:r>
            <a:r>
              <a:rPr sz="3000" spc="-5" dirty="0">
                <a:latin typeface="Carlito"/>
                <a:cs typeface="Carlito"/>
              </a:rPr>
              <a:t>social </a:t>
            </a:r>
            <a:r>
              <a:rPr sz="3000" spc="-10" dirty="0">
                <a:latin typeface="Carlito"/>
                <a:cs typeface="Carlito"/>
              </a:rPr>
              <a:t>networking sites,  </a:t>
            </a:r>
            <a:r>
              <a:rPr sz="3000" spc="-5" dirty="0">
                <a:latin typeface="Carlito"/>
                <a:cs typeface="Carlito"/>
              </a:rPr>
              <a:t>blogs, wikis,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etc.)</a:t>
            </a:r>
            <a:endParaRPr sz="3000">
              <a:latin typeface="Carlito"/>
              <a:cs typeface="Carlito"/>
            </a:endParaRPr>
          </a:p>
          <a:p>
            <a:pPr marL="163830" algn="ctr">
              <a:lnSpc>
                <a:spcPts val="2610"/>
              </a:lnSpc>
            </a:pPr>
            <a:r>
              <a:rPr sz="2600" spc="-15" dirty="0">
                <a:solidFill>
                  <a:srgbClr val="FFFFFF"/>
                </a:solidFill>
                <a:latin typeface="Arial"/>
                <a:cs typeface="Arial"/>
              </a:rPr>
              <a:t>dynamic</a:t>
            </a:r>
            <a:endParaRPr sz="26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337048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7301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Characteristics </a:t>
            </a:r>
            <a:r>
              <a:rPr spc="-10" dirty="0"/>
              <a:t>of </a:t>
            </a:r>
            <a:r>
              <a:rPr spc="-50" dirty="0"/>
              <a:t>Web</a:t>
            </a:r>
            <a:r>
              <a:rPr spc="75" dirty="0"/>
              <a:t> </a:t>
            </a:r>
            <a:r>
              <a:rPr dirty="0"/>
              <a:t>2.0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9046210" cy="541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2.0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20" dirty="0">
                <a:latin typeface="Carlito"/>
                <a:cs typeface="Carlito"/>
              </a:rPr>
              <a:t>characterized </a:t>
            </a:r>
            <a:r>
              <a:rPr sz="3000" spc="-5" dirty="0">
                <a:latin typeface="Carlito"/>
                <a:cs typeface="Carlito"/>
              </a:rPr>
              <a:t>by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participation </a:t>
            </a:r>
            <a:r>
              <a:rPr sz="3000" dirty="0">
                <a:latin typeface="Carlito"/>
                <a:cs typeface="Carlito"/>
              </a:rPr>
              <a:t>– a </a:t>
            </a:r>
            <a:r>
              <a:rPr sz="3000" spc="-5" dirty="0">
                <a:latin typeface="Carlito"/>
                <a:cs typeface="Carlito"/>
              </a:rPr>
              <a:t>design </a:t>
            </a:r>
            <a:r>
              <a:rPr sz="3000" spc="-10" dirty="0">
                <a:latin typeface="Carlito"/>
                <a:cs typeface="Carlito"/>
              </a:rPr>
              <a:t>that  </a:t>
            </a:r>
            <a:r>
              <a:rPr sz="3000" spc="-15" dirty="0">
                <a:latin typeface="Carlito"/>
                <a:cs typeface="Carlito"/>
              </a:rPr>
              <a:t>encourages </a:t>
            </a:r>
            <a:r>
              <a:rPr sz="3000" dirty="0">
                <a:latin typeface="Carlito"/>
                <a:cs typeface="Carlito"/>
              </a:rPr>
              <a:t>user </a:t>
            </a:r>
            <a:r>
              <a:rPr sz="3000" spc="-15" dirty="0">
                <a:latin typeface="Carlito"/>
                <a:cs typeface="Carlito"/>
              </a:rPr>
              <a:t>interaction </a:t>
            </a:r>
            <a:r>
              <a:rPr sz="3000" spc="-5" dirty="0">
                <a:latin typeface="Carlito"/>
                <a:cs typeface="Carlito"/>
              </a:rPr>
              <a:t>and community  contributions.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 dirty="0">
              <a:latin typeface="Carlito"/>
              <a:cs typeface="Carlito"/>
            </a:endParaRPr>
          </a:p>
          <a:p>
            <a:pPr marL="380365" marR="248920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5" dirty="0">
                <a:latin typeface="Carlito"/>
                <a:cs typeface="Carlito"/>
              </a:rPr>
              <a:t>Many </a:t>
            </a: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2.0 </a:t>
            </a:r>
            <a:r>
              <a:rPr sz="3000" spc="-5" dirty="0">
                <a:latin typeface="Carlito"/>
                <a:cs typeface="Carlito"/>
              </a:rPr>
              <a:t>companies </a:t>
            </a:r>
            <a:r>
              <a:rPr sz="3000" spc="-20" dirty="0">
                <a:latin typeface="Carlito"/>
                <a:cs typeface="Carlito"/>
              </a:rPr>
              <a:t>are </a:t>
            </a:r>
            <a:r>
              <a:rPr sz="3000" dirty="0">
                <a:latin typeface="Carlito"/>
                <a:cs typeface="Carlito"/>
              </a:rPr>
              <a:t>built </a:t>
            </a:r>
            <a:r>
              <a:rPr sz="3000" spc="-10" dirty="0">
                <a:latin typeface="Carlito"/>
                <a:cs typeface="Carlito"/>
              </a:rPr>
              <a:t>almost </a:t>
            </a:r>
            <a:r>
              <a:rPr sz="3000" spc="-15" dirty="0">
                <a:latin typeface="Carlito"/>
                <a:cs typeface="Carlito"/>
              </a:rPr>
              <a:t>entirely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spc="-20" dirty="0">
                <a:solidFill>
                  <a:srgbClr val="0070C0"/>
                </a:solidFill>
                <a:latin typeface="Carlito"/>
                <a:cs typeface="Carlito"/>
              </a:rPr>
              <a:t>user-generated </a:t>
            </a:r>
            <a:r>
              <a:rPr sz="3000" spc="-15" dirty="0">
                <a:solidFill>
                  <a:srgbClr val="0070C0"/>
                </a:solidFill>
                <a:latin typeface="Carlito"/>
                <a:cs typeface="Carlito"/>
              </a:rPr>
              <a:t>content</a:t>
            </a:r>
            <a:r>
              <a:rPr sz="3000" spc="-15" dirty="0">
                <a:latin typeface="Carlito"/>
                <a:cs typeface="Carlito"/>
              </a:rPr>
              <a:t>. </a:t>
            </a:r>
            <a:r>
              <a:rPr sz="3000" spc="5" dirty="0">
                <a:latin typeface="Carlito"/>
                <a:cs typeface="Carlito"/>
              </a:rPr>
              <a:t>E.g. </a:t>
            </a:r>
            <a:r>
              <a:rPr lang="en-IE" sz="3000" spc="-5" dirty="0">
                <a:latin typeface="Carlito"/>
                <a:cs typeface="Carlito"/>
              </a:rPr>
              <a:t>Facebook</a:t>
            </a:r>
            <a:r>
              <a:rPr sz="3000" spc="-5" dirty="0">
                <a:latin typeface="Carlito"/>
                <a:cs typeface="Carlito"/>
              </a:rPr>
              <a:t>, </a:t>
            </a:r>
            <a:r>
              <a:rPr lang="en-IE" sz="3000" spc="-5" dirty="0">
                <a:latin typeface="Carlito"/>
                <a:cs typeface="Carlito"/>
              </a:rPr>
              <a:t>Twitter, </a:t>
            </a:r>
            <a:r>
              <a:rPr sz="3000" spc="-80" dirty="0">
                <a:latin typeface="Carlito"/>
                <a:cs typeface="Carlito"/>
              </a:rPr>
              <a:t>You</a:t>
            </a:r>
            <a:r>
              <a:rPr lang="en-IE" sz="3000" spc="-80" dirty="0">
                <a:latin typeface="Carlito"/>
                <a:cs typeface="Carlito"/>
              </a:rPr>
              <a:t>T</a:t>
            </a:r>
            <a:r>
              <a:rPr sz="3000" spc="-5" dirty="0" err="1">
                <a:latin typeface="Carlito"/>
                <a:cs typeface="Carlito"/>
              </a:rPr>
              <a:t>ube</a:t>
            </a:r>
            <a:r>
              <a:rPr sz="3000" spc="-5" dirty="0">
                <a:latin typeface="Carlito"/>
                <a:cs typeface="Carlito"/>
              </a:rPr>
              <a:t>, </a:t>
            </a:r>
            <a:r>
              <a:rPr sz="3000" spc="-60" dirty="0">
                <a:latin typeface="Carlito"/>
                <a:cs typeface="Carlito"/>
              </a:rPr>
              <a:t>eBay,  </a:t>
            </a:r>
            <a:r>
              <a:rPr sz="3000" spc="-5" dirty="0">
                <a:latin typeface="Carlito"/>
                <a:cs typeface="Carlito"/>
              </a:rPr>
              <a:t>Wikipedia.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 dirty="0">
              <a:latin typeface="Carlito"/>
              <a:cs typeface="Carlito"/>
            </a:endParaRPr>
          </a:p>
          <a:p>
            <a:pPr marL="380365" marR="23495" indent="-3676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Rich </a:t>
            </a:r>
            <a:r>
              <a:rPr sz="3000" spc="-15" dirty="0">
                <a:solidFill>
                  <a:srgbClr val="0070C0"/>
                </a:solidFill>
                <a:latin typeface="Carlito"/>
                <a:cs typeface="Carlito"/>
              </a:rPr>
              <a:t>Internet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Applications </a:t>
            </a:r>
            <a:r>
              <a:rPr sz="3000" dirty="0">
                <a:latin typeface="Carlito"/>
                <a:cs typeface="Carlito"/>
              </a:rPr>
              <a:t>(RIAs) </a:t>
            </a:r>
            <a:r>
              <a:rPr sz="3000" spc="-20" dirty="0">
                <a:latin typeface="Carlito"/>
                <a:cs typeface="Carlito"/>
              </a:rPr>
              <a:t>are </a:t>
            </a:r>
            <a:r>
              <a:rPr sz="3000" spc="-5" dirty="0">
                <a:latin typeface="Carlito"/>
                <a:cs typeface="Carlito"/>
              </a:rPr>
              <a:t>being </a:t>
            </a:r>
            <a:r>
              <a:rPr sz="3000" spc="-10" dirty="0">
                <a:latin typeface="Carlito"/>
                <a:cs typeface="Carlito"/>
              </a:rPr>
              <a:t>developed  </a:t>
            </a:r>
            <a:r>
              <a:rPr sz="3000" dirty="0">
                <a:latin typeface="Carlito"/>
                <a:cs typeface="Carlito"/>
              </a:rPr>
              <a:t>using </a:t>
            </a:r>
            <a:r>
              <a:rPr sz="3000" spc="-5" dirty="0">
                <a:latin typeface="Carlito"/>
                <a:cs typeface="Carlito"/>
              </a:rPr>
              <a:t>technologies </a:t>
            </a:r>
            <a:r>
              <a:rPr sz="3000" dirty="0">
                <a:latin typeface="Carlito"/>
                <a:cs typeface="Carlito"/>
              </a:rPr>
              <a:t>(such </a:t>
            </a:r>
            <a:r>
              <a:rPr sz="3000" spc="-5" dirty="0">
                <a:latin typeface="Carlito"/>
                <a:cs typeface="Carlito"/>
              </a:rPr>
              <a:t>as Ajax) </a:t>
            </a:r>
            <a:r>
              <a:rPr sz="3000" spc="-10" dirty="0">
                <a:latin typeface="Carlito"/>
                <a:cs typeface="Carlito"/>
              </a:rPr>
              <a:t>that </a:t>
            </a:r>
            <a:r>
              <a:rPr sz="3000" spc="-25" dirty="0">
                <a:latin typeface="Carlito"/>
                <a:cs typeface="Carlito"/>
              </a:rPr>
              <a:t>have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5" dirty="0">
                <a:latin typeface="Carlito"/>
                <a:cs typeface="Carlito"/>
              </a:rPr>
              <a:t>look and  </a:t>
            </a:r>
            <a:r>
              <a:rPr sz="3000" spc="-25" dirty="0">
                <a:latin typeface="Carlito"/>
                <a:cs typeface="Carlito"/>
              </a:rPr>
              <a:t>feel </a:t>
            </a:r>
            <a:r>
              <a:rPr sz="3000" spc="-5" dirty="0">
                <a:latin typeface="Carlito"/>
                <a:cs typeface="Carlito"/>
              </a:rPr>
              <a:t>of </a:t>
            </a:r>
            <a:r>
              <a:rPr sz="3000" spc="-10" dirty="0">
                <a:latin typeface="Carlito"/>
                <a:cs typeface="Carlito"/>
              </a:rPr>
              <a:t>desktop</a:t>
            </a:r>
            <a:r>
              <a:rPr sz="3000" spc="3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software.</a:t>
            </a:r>
            <a:endParaRPr sz="3000" dirty="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337048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7301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Characteristics </a:t>
            </a:r>
            <a:r>
              <a:rPr spc="-10" dirty="0"/>
              <a:t>of </a:t>
            </a:r>
            <a:r>
              <a:rPr spc="-50" dirty="0"/>
              <a:t>Web</a:t>
            </a:r>
            <a:r>
              <a:rPr spc="75" dirty="0"/>
              <a:t> </a:t>
            </a:r>
            <a:r>
              <a:rPr dirty="0"/>
              <a:t>2.0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9192260" cy="340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latin typeface="Carlito"/>
                <a:cs typeface="Carlito"/>
              </a:rPr>
              <a:t>Web </a:t>
            </a:r>
            <a:r>
              <a:rPr sz="3000" dirty="0">
                <a:latin typeface="Carlito"/>
                <a:cs typeface="Carlito"/>
              </a:rPr>
              <a:t>Services </a:t>
            </a:r>
            <a:r>
              <a:rPr sz="3000" spc="-10" dirty="0">
                <a:latin typeface="Carlito"/>
                <a:cs typeface="Carlito"/>
              </a:rPr>
              <a:t>allow </a:t>
            </a:r>
            <a:r>
              <a:rPr sz="3000" spc="-15" dirty="0">
                <a:latin typeface="Carlito"/>
                <a:cs typeface="Carlito"/>
              </a:rPr>
              <a:t>you to incorporate </a:t>
            </a:r>
            <a:r>
              <a:rPr sz="3000" spc="-5" dirty="0">
                <a:latin typeface="Carlito"/>
                <a:cs typeface="Carlito"/>
              </a:rPr>
              <a:t>functionality </a:t>
            </a:r>
            <a:r>
              <a:rPr sz="3000" spc="-15" dirty="0">
                <a:latin typeface="Carlito"/>
                <a:cs typeface="Carlito"/>
              </a:rPr>
              <a:t>from  existing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5" dirty="0">
                <a:latin typeface="Carlito"/>
                <a:cs typeface="Carlito"/>
              </a:rPr>
              <a:t>websites </a:t>
            </a:r>
            <a:r>
              <a:rPr sz="3000" spc="-20" dirty="0">
                <a:latin typeface="Carlito"/>
                <a:cs typeface="Carlito"/>
              </a:rPr>
              <a:t>into </a:t>
            </a:r>
            <a:r>
              <a:rPr sz="3000" spc="-10" dirty="0">
                <a:latin typeface="Carlito"/>
                <a:cs typeface="Carlito"/>
              </a:rPr>
              <a:t>your own </a:t>
            </a:r>
            <a:r>
              <a:rPr sz="3000" spc="-15" dirty="0">
                <a:latin typeface="Carlito"/>
                <a:cs typeface="Carlito"/>
              </a:rPr>
              <a:t>web 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spc="5" dirty="0">
                <a:latin typeface="Carlito"/>
                <a:cs typeface="Carlito"/>
              </a:rPr>
              <a:t>e.g. </a:t>
            </a:r>
            <a:r>
              <a:rPr sz="3000" spc="-15" dirty="0">
                <a:solidFill>
                  <a:srgbClr val="0070C0"/>
                </a:solidFill>
                <a:latin typeface="Carlito"/>
                <a:cs typeface="Carlito"/>
              </a:rPr>
              <a:t>Amazon </a:t>
            </a:r>
            <a:r>
              <a:rPr sz="3000" spc="-45" dirty="0">
                <a:solidFill>
                  <a:srgbClr val="0070C0"/>
                </a:solidFill>
                <a:latin typeface="Carlito"/>
                <a:cs typeface="Carlito"/>
              </a:rPr>
              <a:t>Web</a:t>
            </a:r>
            <a:r>
              <a:rPr sz="3000" spc="5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Services</a:t>
            </a:r>
            <a:r>
              <a:rPr sz="3000" dirty="0">
                <a:latin typeface="Carlito"/>
                <a:cs typeface="Carlito"/>
              </a:rPr>
              <a:t>.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marR="2730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rlito"/>
                <a:cs typeface="Carlito"/>
              </a:rPr>
              <a:t>or </a:t>
            </a:r>
            <a:r>
              <a:rPr sz="3000" spc="-20" dirty="0">
                <a:latin typeface="Carlito"/>
                <a:cs typeface="Carlito"/>
              </a:rPr>
              <a:t>create </a:t>
            </a:r>
            <a:r>
              <a:rPr sz="3000" dirty="0">
                <a:latin typeface="Carlito"/>
                <a:cs typeface="Carlito"/>
              </a:rPr>
              <a:t>“mash-up”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dirty="0">
                <a:latin typeface="Carlito"/>
                <a:cs typeface="Carlito"/>
              </a:rPr>
              <a:t>using </a:t>
            </a:r>
            <a:r>
              <a:rPr sz="3000" spc="-25" dirty="0">
                <a:latin typeface="Carlito"/>
                <a:cs typeface="Carlito"/>
              </a:rPr>
              <a:t>for </a:t>
            </a:r>
            <a:r>
              <a:rPr sz="3000" spc="-20" dirty="0">
                <a:latin typeface="Carlito"/>
                <a:cs typeface="Carlito"/>
              </a:rPr>
              <a:t>example  </a:t>
            </a:r>
            <a:r>
              <a:rPr sz="3000" spc="-5" dirty="0">
                <a:latin typeface="Carlito"/>
                <a:cs typeface="Carlito"/>
              </a:rPr>
              <a:t>Google Maps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dirty="0">
                <a:latin typeface="Carlito"/>
                <a:cs typeface="Carlito"/>
              </a:rPr>
              <a:t>services and </a:t>
            </a:r>
            <a:r>
              <a:rPr sz="3000" spc="-20" dirty="0">
                <a:latin typeface="Carlito"/>
                <a:cs typeface="Carlito"/>
              </a:rPr>
              <a:t>eBay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dirty="0">
                <a:latin typeface="Carlito"/>
                <a:cs typeface="Carlito"/>
              </a:rPr>
              <a:t>services </a:t>
            </a:r>
            <a:r>
              <a:rPr sz="3000" spc="-20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find  auction </a:t>
            </a:r>
            <a:r>
              <a:rPr sz="3000" spc="-10" dirty="0">
                <a:latin typeface="Carlito"/>
                <a:cs typeface="Carlito"/>
              </a:rPr>
              <a:t>items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certain </a:t>
            </a:r>
            <a:r>
              <a:rPr sz="3000" spc="-15" dirty="0">
                <a:latin typeface="Carlito"/>
                <a:cs typeface="Carlito"/>
              </a:rPr>
              <a:t>geographical</a:t>
            </a:r>
            <a:r>
              <a:rPr sz="3000" spc="6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area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254752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6469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Rich </a:t>
            </a:r>
            <a:r>
              <a:rPr spc="-25" dirty="0"/>
              <a:t>Internet</a:t>
            </a:r>
            <a:r>
              <a:rPr spc="40" dirty="0"/>
              <a:t> </a:t>
            </a:r>
            <a:r>
              <a:rPr spc="-20" dirty="0"/>
              <a:t>Applications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154684"/>
            <a:ext cx="9060815" cy="435927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solidFill>
                  <a:srgbClr val="0070C0"/>
                </a:solidFill>
                <a:latin typeface="Carlito"/>
                <a:cs typeface="Carlito"/>
              </a:rPr>
              <a:t>What </a:t>
            </a:r>
            <a:r>
              <a:rPr sz="3000" spc="-20" dirty="0">
                <a:solidFill>
                  <a:srgbClr val="0070C0"/>
                </a:solidFill>
                <a:latin typeface="Carlito"/>
                <a:cs typeface="Carlito"/>
              </a:rPr>
              <a:t>are </a:t>
            </a: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Rich </a:t>
            </a:r>
            <a:r>
              <a:rPr sz="3000" spc="-15" dirty="0">
                <a:solidFill>
                  <a:srgbClr val="0070C0"/>
                </a:solidFill>
                <a:latin typeface="Carlito"/>
                <a:cs typeface="Carlito"/>
              </a:rPr>
              <a:t>Internet</a:t>
            </a:r>
            <a:r>
              <a:rPr sz="3000" spc="45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Applications?</a:t>
            </a:r>
            <a:endParaRPr sz="3000">
              <a:latin typeface="Carlito"/>
              <a:cs typeface="Carlito"/>
            </a:endParaRPr>
          </a:p>
          <a:p>
            <a:pPr marL="748030" marR="370205" lvl="1" indent="-367665">
              <a:lnSpc>
                <a:spcPts val="3190"/>
              </a:lnSpc>
              <a:spcBef>
                <a:spcPts val="76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5" dirty="0">
                <a:latin typeface="Carlito"/>
                <a:cs typeface="Carlito"/>
              </a:rPr>
              <a:t>They </a:t>
            </a:r>
            <a:r>
              <a:rPr sz="2700" spc="-20" dirty="0">
                <a:latin typeface="Carlito"/>
                <a:cs typeface="Carlito"/>
              </a:rPr>
              <a:t>are </a:t>
            </a:r>
            <a:r>
              <a:rPr sz="2700" spc="-15" dirty="0">
                <a:latin typeface="Carlito"/>
                <a:cs typeface="Carlito"/>
              </a:rPr>
              <a:t>web applications that </a:t>
            </a:r>
            <a:r>
              <a:rPr sz="2700" spc="-30" dirty="0">
                <a:latin typeface="Carlito"/>
                <a:cs typeface="Carlito"/>
              </a:rPr>
              <a:t>have </a:t>
            </a:r>
            <a:r>
              <a:rPr sz="2700" spc="-10" dirty="0">
                <a:latin typeface="Carlito"/>
                <a:cs typeface="Carlito"/>
              </a:rPr>
              <a:t>the functionality and  </a:t>
            </a:r>
            <a:r>
              <a:rPr sz="2700" spc="-25" dirty="0">
                <a:latin typeface="Carlito"/>
                <a:cs typeface="Carlito"/>
              </a:rPr>
              <a:t>features </a:t>
            </a:r>
            <a:r>
              <a:rPr sz="2700" spc="-10" dirty="0">
                <a:latin typeface="Carlito"/>
                <a:cs typeface="Carlito"/>
              </a:rPr>
              <a:t>of </a:t>
            </a:r>
            <a:r>
              <a:rPr sz="2700" spc="-15" dirty="0">
                <a:latin typeface="Carlito"/>
                <a:cs typeface="Carlito"/>
              </a:rPr>
              <a:t>traditional </a:t>
            </a:r>
            <a:r>
              <a:rPr sz="2700" spc="-20" dirty="0">
                <a:latin typeface="Carlito"/>
                <a:cs typeface="Carlito"/>
              </a:rPr>
              <a:t>desktop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applications.</a:t>
            </a:r>
            <a:endParaRPr sz="27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748030" marR="5080" lvl="1" indent="-367665">
              <a:lnSpc>
                <a:spcPts val="3190"/>
              </a:lnSpc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These </a:t>
            </a:r>
            <a:r>
              <a:rPr sz="2700" spc="-15" dirty="0">
                <a:latin typeface="Carlito"/>
                <a:cs typeface="Carlito"/>
              </a:rPr>
              <a:t>applications </a:t>
            </a:r>
            <a:r>
              <a:rPr sz="2700" spc="-10" dirty="0">
                <a:latin typeface="Carlito"/>
                <a:cs typeface="Carlito"/>
              </a:rPr>
              <a:t>typically runs </a:t>
            </a:r>
            <a:r>
              <a:rPr sz="2700" spc="-5" dirty="0">
                <a:latin typeface="Carlito"/>
                <a:cs typeface="Carlito"/>
              </a:rPr>
              <a:t>in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15" dirty="0">
                <a:latin typeface="Carlito"/>
                <a:cs typeface="Carlito"/>
              </a:rPr>
              <a:t>web </a:t>
            </a:r>
            <a:r>
              <a:rPr sz="2700" spc="-25" dirty="0">
                <a:latin typeface="Carlito"/>
                <a:cs typeface="Carlito"/>
              </a:rPr>
              <a:t>browser </a:t>
            </a:r>
            <a:r>
              <a:rPr sz="2700" spc="-10" dirty="0">
                <a:latin typeface="Carlito"/>
                <a:cs typeface="Carlito"/>
              </a:rPr>
              <a:t>(does </a:t>
            </a:r>
            <a:r>
              <a:rPr sz="2700" spc="-20" dirty="0">
                <a:latin typeface="Carlito"/>
                <a:cs typeface="Carlito"/>
              </a:rPr>
              <a:t>not  </a:t>
            </a:r>
            <a:r>
              <a:rPr sz="2700" spc="-10" dirty="0">
                <a:latin typeface="Carlito"/>
                <a:cs typeface="Carlito"/>
              </a:rPr>
              <a:t>need </a:t>
            </a:r>
            <a:r>
              <a:rPr sz="2700" spc="-25" dirty="0">
                <a:latin typeface="Carlito"/>
                <a:cs typeface="Carlito"/>
              </a:rPr>
              <a:t>any extra </a:t>
            </a:r>
            <a:r>
              <a:rPr sz="2700" spc="-20" dirty="0">
                <a:latin typeface="Carlito"/>
                <a:cs typeface="Carlito"/>
              </a:rPr>
              <a:t>software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installation)</a:t>
            </a:r>
            <a:endParaRPr sz="27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748030" marR="175895" lvl="1" indent="-367665">
              <a:lnSpc>
                <a:spcPts val="3190"/>
              </a:lnSpc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50" dirty="0">
                <a:latin typeface="Carlito"/>
                <a:cs typeface="Carlito"/>
              </a:rPr>
              <a:t>Transfers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processing </a:t>
            </a:r>
            <a:r>
              <a:rPr sz="2700" spc="-10" dirty="0">
                <a:latin typeface="Carlito"/>
                <a:cs typeface="Carlito"/>
              </a:rPr>
              <a:t>necessary </a:t>
            </a:r>
            <a:r>
              <a:rPr sz="2700" spc="-30" dirty="0">
                <a:latin typeface="Carlito"/>
                <a:cs typeface="Carlito"/>
              </a:rPr>
              <a:t>for </a:t>
            </a:r>
            <a:r>
              <a:rPr sz="2700" spc="-10" dirty="0">
                <a:latin typeface="Carlito"/>
                <a:cs typeface="Carlito"/>
              </a:rPr>
              <a:t>the user </a:t>
            </a:r>
            <a:r>
              <a:rPr sz="2700" spc="-20" dirty="0">
                <a:latin typeface="Carlito"/>
                <a:cs typeface="Carlito"/>
              </a:rPr>
              <a:t>interface to  </a:t>
            </a:r>
            <a:r>
              <a:rPr sz="2700" spc="-10" dirty="0">
                <a:latin typeface="Carlito"/>
                <a:cs typeface="Carlito"/>
              </a:rPr>
              <a:t>the </a:t>
            </a:r>
            <a:r>
              <a:rPr sz="2700" spc="-15" dirty="0">
                <a:latin typeface="Carlito"/>
                <a:cs typeface="Carlito"/>
              </a:rPr>
              <a:t>web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client</a:t>
            </a:r>
            <a:endParaRPr sz="27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7293864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669226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Benefits </a:t>
            </a:r>
            <a:r>
              <a:rPr spc="-10" dirty="0"/>
              <a:t>of </a:t>
            </a:r>
            <a:r>
              <a:rPr spc="-15" dirty="0"/>
              <a:t>Rich </a:t>
            </a:r>
            <a:r>
              <a:rPr spc="-20" dirty="0"/>
              <a:t>Internet</a:t>
            </a:r>
            <a:r>
              <a:rPr spc="135" dirty="0"/>
              <a:t> </a:t>
            </a:r>
            <a:r>
              <a:rPr spc="-20" dirty="0"/>
              <a:t>Applications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5871845" cy="486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rlito"/>
                <a:cs typeface="Carlito"/>
              </a:rPr>
              <a:t>Richer (Visual and User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Experience)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5" dirty="0">
                <a:latin typeface="Carlito"/>
                <a:cs typeface="Carlito"/>
              </a:rPr>
              <a:t>More</a:t>
            </a:r>
            <a:r>
              <a:rPr sz="3000" spc="-10" dirty="0">
                <a:latin typeface="Carlito"/>
                <a:cs typeface="Carlito"/>
              </a:rPr>
              <a:t> Responsive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</a:pPr>
            <a:endParaRPr sz="415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Client/Server</a:t>
            </a:r>
            <a:r>
              <a:rPr sz="3000" spc="-5" dirty="0">
                <a:latin typeface="Carlito"/>
                <a:cs typeface="Carlito"/>
              </a:rPr>
              <a:t> Balance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Asynchronous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Communication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Network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Efficiency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3663696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30575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RIA</a:t>
            </a:r>
            <a:r>
              <a:rPr dirty="0"/>
              <a:t> </a:t>
            </a:r>
            <a:r>
              <a:rPr spc="-35" dirty="0"/>
              <a:t>Technologies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9202420" cy="312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70" dirty="0">
                <a:latin typeface="Carlito"/>
                <a:cs typeface="Carlito"/>
              </a:rPr>
              <a:t>Term </a:t>
            </a:r>
            <a:r>
              <a:rPr sz="3000" spc="-25" dirty="0">
                <a:latin typeface="Carlito"/>
                <a:cs typeface="Carlito"/>
              </a:rPr>
              <a:t>“RIA” </a:t>
            </a:r>
            <a:r>
              <a:rPr sz="3000" spc="-10" dirty="0">
                <a:latin typeface="Carlito"/>
                <a:cs typeface="Carlito"/>
              </a:rPr>
              <a:t>introduced by Macromedia </a:t>
            </a:r>
            <a:r>
              <a:rPr sz="3000" spc="-5" dirty="0">
                <a:latin typeface="Carlito"/>
                <a:cs typeface="Carlito"/>
              </a:rPr>
              <a:t>(now</a:t>
            </a:r>
            <a:r>
              <a:rPr sz="3000" spc="15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Adobe).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30" dirty="0">
                <a:latin typeface="Carlito"/>
                <a:cs typeface="Carlito"/>
              </a:rPr>
              <a:t>Referred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spc="-20" dirty="0">
                <a:latin typeface="Carlito"/>
                <a:cs typeface="Carlito"/>
              </a:rPr>
              <a:t>created </a:t>
            </a:r>
            <a:r>
              <a:rPr sz="3000" dirty="0">
                <a:latin typeface="Carlito"/>
                <a:cs typeface="Carlito"/>
              </a:rPr>
              <a:t>using </a:t>
            </a:r>
            <a:r>
              <a:rPr sz="3000" spc="-5" dirty="0">
                <a:latin typeface="Carlito"/>
                <a:cs typeface="Carlito"/>
              </a:rPr>
              <a:t>their</a:t>
            </a:r>
            <a:r>
              <a:rPr sz="3000" spc="9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technology</a:t>
            </a:r>
            <a:endParaRPr sz="30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4300">
              <a:latin typeface="Carlito"/>
              <a:cs typeface="Carlito"/>
            </a:endParaRPr>
          </a:p>
          <a:p>
            <a:pPr marL="380365" marR="5080" indent="-367665">
              <a:lnSpc>
                <a:spcPts val="35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rlito"/>
                <a:cs typeface="Carlito"/>
              </a:rPr>
              <a:t>Widely </a:t>
            </a:r>
            <a:r>
              <a:rPr sz="3000" dirty="0">
                <a:latin typeface="Carlito"/>
                <a:cs typeface="Carlito"/>
              </a:rPr>
              <a:t>used </a:t>
            </a:r>
            <a:r>
              <a:rPr sz="3000" spc="-5" dirty="0">
                <a:latin typeface="Carlito"/>
                <a:cs typeface="Carlito"/>
              </a:rPr>
              <a:t>now also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35" dirty="0">
                <a:latin typeface="Carlito"/>
                <a:cs typeface="Carlito"/>
              </a:rPr>
              <a:t>refer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applications </a:t>
            </a:r>
            <a:r>
              <a:rPr sz="3000" dirty="0">
                <a:latin typeface="Carlito"/>
                <a:cs typeface="Carlito"/>
              </a:rPr>
              <a:t>using </a:t>
            </a:r>
            <a:r>
              <a:rPr sz="3000" spc="-5" dirty="0">
                <a:latin typeface="Carlito"/>
                <a:cs typeface="Carlito"/>
              </a:rPr>
              <a:t>other  </a:t>
            </a:r>
            <a:r>
              <a:rPr sz="3000" dirty="0">
                <a:latin typeface="Carlito"/>
                <a:cs typeface="Carlito"/>
              </a:rPr>
              <a:t>(non-Adobe </a:t>
            </a:r>
            <a:r>
              <a:rPr sz="3000" spc="-10" dirty="0">
                <a:latin typeface="Carlito"/>
                <a:cs typeface="Carlito"/>
              </a:rPr>
              <a:t>technologies) </a:t>
            </a:r>
            <a:r>
              <a:rPr sz="3000" dirty="0">
                <a:latin typeface="Carlito"/>
                <a:cs typeface="Carlito"/>
              </a:rPr>
              <a:t>such </a:t>
            </a:r>
            <a:r>
              <a:rPr sz="3000" spc="-5" dirty="0">
                <a:latin typeface="Carlito"/>
                <a:cs typeface="Carlito"/>
              </a:rPr>
              <a:t>as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Ajax.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487680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2703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RIA Technologies </a:t>
            </a:r>
            <a:r>
              <a:rPr dirty="0"/>
              <a:t>-</a:t>
            </a:r>
            <a:r>
              <a:rPr spc="120" dirty="0"/>
              <a:t> </a:t>
            </a:r>
            <a:r>
              <a:rPr spc="-40" dirty="0"/>
              <a:t>AJAX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9100185" cy="449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362585" indent="-3676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AJAX </a:t>
            </a:r>
            <a:r>
              <a:rPr sz="3000" spc="-10" dirty="0">
                <a:latin typeface="Carlito"/>
                <a:cs typeface="Carlito"/>
              </a:rPr>
              <a:t>(Asynchronous </a:t>
            </a:r>
            <a:r>
              <a:rPr sz="3000" spc="-15" dirty="0">
                <a:latin typeface="Carlito"/>
                <a:cs typeface="Carlito"/>
              </a:rPr>
              <a:t>JavaScript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5" dirty="0">
                <a:latin typeface="Carlito"/>
                <a:cs typeface="Carlito"/>
              </a:rPr>
              <a:t>XML),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term from  </a:t>
            </a:r>
            <a:r>
              <a:rPr sz="3000" spc="-10" dirty="0">
                <a:latin typeface="Carlito"/>
                <a:cs typeface="Carlito"/>
              </a:rPr>
              <a:t>Adaptive </a:t>
            </a:r>
            <a:r>
              <a:rPr sz="3000" spc="-50" dirty="0">
                <a:latin typeface="Carlito"/>
                <a:cs typeface="Carlito"/>
              </a:rPr>
              <a:t>Path’s </a:t>
            </a:r>
            <a:r>
              <a:rPr sz="3000" spc="-5" dirty="0">
                <a:latin typeface="Carlito"/>
                <a:cs typeface="Carlito"/>
              </a:rPr>
              <a:t>Jesse James </a:t>
            </a:r>
            <a:r>
              <a:rPr sz="3000" spc="-15" dirty="0">
                <a:latin typeface="Carlito"/>
                <a:cs typeface="Carlito"/>
              </a:rPr>
              <a:t>Garret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spc="-10" dirty="0">
                <a:latin typeface="Carlito"/>
                <a:cs typeface="Carlito"/>
              </a:rPr>
              <a:t>February</a:t>
            </a:r>
            <a:r>
              <a:rPr sz="3000" spc="90" dirty="0">
                <a:latin typeface="Carlito"/>
                <a:cs typeface="Carlito"/>
              </a:rPr>
              <a:t> </a:t>
            </a:r>
            <a:r>
              <a:rPr sz="3000" spc="5" dirty="0">
                <a:latin typeface="Carlito"/>
                <a:cs typeface="Carlito"/>
              </a:rPr>
              <a:t>2005.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4100" dirty="0">
              <a:latin typeface="Carlito"/>
              <a:cs typeface="Carlito"/>
            </a:endParaRPr>
          </a:p>
          <a:p>
            <a:pPr marL="380365" marR="5080" indent="-367665">
              <a:lnSpc>
                <a:spcPct val="100000"/>
              </a:lnSpc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rlito"/>
                <a:cs typeface="Carlito"/>
              </a:rPr>
              <a:t>AJAX </a:t>
            </a:r>
            <a:r>
              <a:rPr sz="3000" spc="-10" dirty="0">
                <a:latin typeface="Carlito"/>
                <a:cs typeface="Carlito"/>
              </a:rPr>
              <a:t>allows </a:t>
            </a:r>
            <a:r>
              <a:rPr sz="3000" spc="-5" dirty="0">
                <a:latin typeface="Carlito"/>
                <a:cs typeface="Carlito"/>
              </a:rPr>
              <a:t>partial </a:t>
            </a:r>
            <a:r>
              <a:rPr sz="3000" spc="-10" dirty="0">
                <a:latin typeface="Carlito"/>
                <a:cs typeface="Carlito"/>
              </a:rPr>
              <a:t>page updates </a:t>
            </a:r>
            <a:r>
              <a:rPr sz="3000" dirty="0">
                <a:latin typeface="Carlito"/>
                <a:cs typeface="Carlito"/>
              </a:rPr>
              <a:t>– </a:t>
            </a:r>
            <a:r>
              <a:rPr sz="3000" spc="-5" dirty="0">
                <a:latin typeface="Carlito"/>
                <a:cs typeface="Carlito"/>
              </a:rPr>
              <a:t>meaning </a:t>
            </a:r>
            <a:r>
              <a:rPr sz="3000" spc="-10" dirty="0">
                <a:latin typeface="Carlito"/>
                <a:cs typeface="Carlito"/>
              </a:rPr>
              <a:t>updates </a:t>
            </a:r>
            <a:r>
              <a:rPr sz="3000" dirty="0">
                <a:latin typeface="Carlito"/>
                <a:cs typeface="Carlito"/>
              </a:rPr>
              <a:t>of  </a:t>
            </a:r>
            <a:r>
              <a:rPr sz="3000" spc="-5" dirty="0">
                <a:latin typeface="Carlito"/>
                <a:cs typeface="Carlito"/>
              </a:rPr>
              <a:t>individual pieces of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10" dirty="0">
                <a:latin typeface="Carlito"/>
                <a:cs typeface="Carlito"/>
              </a:rPr>
              <a:t>page </a:t>
            </a:r>
            <a:r>
              <a:rPr sz="3000" spc="-5" dirty="0">
                <a:latin typeface="Carlito"/>
                <a:cs typeface="Carlito"/>
              </a:rPr>
              <a:t>without </a:t>
            </a:r>
            <a:r>
              <a:rPr sz="3000" spc="-10" dirty="0">
                <a:latin typeface="Carlito"/>
                <a:cs typeface="Carlito"/>
              </a:rPr>
              <a:t>having </a:t>
            </a:r>
            <a:r>
              <a:rPr sz="3000" spc="-20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reload 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15" dirty="0">
                <a:latin typeface="Carlito"/>
                <a:cs typeface="Carlito"/>
              </a:rPr>
              <a:t>entire</a:t>
            </a:r>
            <a:r>
              <a:rPr sz="3000" spc="-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page.</a:t>
            </a:r>
            <a:endParaRPr sz="3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050" dirty="0">
              <a:latin typeface="Carlito"/>
              <a:cs typeface="Carlito"/>
            </a:endParaRPr>
          </a:p>
          <a:p>
            <a:pPr marL="380365" marR="46355" indent="-367665">
              <a:lnSpc>
                <a:spcPct val="100000"/>
              </a:lnSpc>
              <a:spcBef>
                <a:spcPts val="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30" dirty="0">
                <a:latin typeface="Carlito"/>
                <a:cs typeface="Carlito"/>
              </a:rPr>
              <a:t>Technologies </a:t>
            </a:r>
            <a:r>
              <a:rPr sz="3000" spc="-5" dirty="0">
                <a:latin typeface="Carlito"/>
                <a:cs typeface="Carlito"/>
              </a:rPr>
              <a:t>include </a:t>
            </a:r>
            <a:r>
              <a:rPr sz="3000" dirty="0">
                <a:latin typeface="Carlito"/>
                <a:cs typeface="Carlito"/>
              </a:rPr>
              <a:t>(HTML</a:t>
            </a:r>
            <a:r>
              <a:rPr lang="en-IE" sz="3000" dirty="0">
                <a:latin typeface="Carlito"/>
                <a:cs typeface="Carlito"/>
              </a:rPr>
              <a:t>5</a:t>
            </a:r>
            <a:r>
              <a:rPr sz="3000" dirty="0">
                <a:latin typeface="Carlito"/>
                <a:cs typeface="Carlito"/>
              </a:rPr>
              <a:t>, </a:t>
            </a:r>
            <a:r>
              <a:rPr sz="3000" spc="-5" dirty="0">
                <a:latin typeface="Carlito"/>
                <a:cs typeface="Carlito"/>
              </a:rPr>
              <a:t>CSS, </a:t>
            </a:r>
            <a:r>
              <a:rPr sz="3000" spc="-15" dirty="0">
                <a:latin typeface="Carlito"/>
                <a:cs typeface="Carlito"/>
              </a:rPr>
              <a:t>JavaScript, </a:t>
            </a:r>
            <a:r>
              <a:rPr sz="3000" dirty="0">
                <a:latin typeface="Carlito"/>
                <a:cs typeface="Carlito"/>
              </a:rPr>
              <a:t>the DOM,  </a:t>
            </a:r>
            <a:r>
              <a:rPr sz="3000" spc="5" dirty="0">
                <a:latin typeface="Carlito"/>
                <a:cs typeface="Carlito"/>
              </a:rPr>
              <a:t>XML</a:t>
            </a:r>
            <a:r>
              <a:rPr lang="en-IE" sz="3000" spc="5" dirty="0">
                <a:latin typeface="Carlito"/>
                <a:cs typeface="Carlito"/>
              </a:rPr>
              <a:t>/JSON</a:t>
            </a:r>
            <a:r>
              <a:rPr sz="3000" spc="5" dirty="0">
                <a:latin typeface="Carlito"/>
                <a:cs typeface="Carlito"/>
              </a:rPr>
              <a:t>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XMLHttpRequest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object)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312664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7059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Client/Server </a:t>
            </a:r>
            <a:r>
              <a:rPr spc="-30" dirty="0"/>
              <a:t>Roles </a:t>
            </a:r>
            <a:r>
              <a:rPr dirty="0"/>
              <a:t>–</a:t>
            </a:r>
            <a:r>
              <a:rPr spc="90" dirty="0"/>
              <a:t> </a:t>
            </a:r>
            <a:r>
              <a:rPr spc="-90" dirty="0"/>
              <a:t>RIA’s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8953500" cy="504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60325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Application sent </a:t>
            </a:r>
            <a:r>
              <a:rPr sz="3000" spc="-15" dirty="0">
                <a:latin typeface="Carlito"/>
                <a:cs typeface="Carlito"/>
              </a:rPr>
              <a:t>from </a:t>
            </a:r>
            <a:r>
              <a:rPr sz="3000" spc="-5" dirty="0">
                <a:latin typeface="Carlito"/>
                <a:cs typeface="Carlito"/>
              </a:rPr>
              <a:t>server </a:t>
            </a:r>
            <a:r>
              <a:rPr sz="3000" spc="-20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client </a:t>
            </a:r>
            <a:r>
              <a:rPr sz="3000" spc="-5" dirty="0">
                <a:latin typeface="Carlito"/>
                <a:cs typeface="Carlito"/>
              </a:rPr>
              <a:t>as </a:t>
            </a:r>
            <a:r>
              <a:rPr sz="3000" spc="-15" dirty="0">
                <a:latin typeface="Carlito"/>
                <a:cs typeface="Carlito"/>
              </a:rPr>
              <a:t>web </a:t>
            </a:r>
            <a:r>
              <a:rPr sz="3000" spc="-10" dirty="0">
                <a:latin typeface="Carlito"/>
                <a:cs typeface="Carlito"/>
              </a:rPr>
              <a:t>page </a:t>
            </a:r>
            <a:r>
              <a:rPr sz="3000" spc="-5" dirty="0">
                <a:latin typeface="Carlito"/>
                <a:cs typeface="Carlito"/>
              </a:rPr>
              <a:t>with  embedded</a:t>
            </a:r>
            <a:r>
              <a:rPr sz="3000" spc="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code</a:t>
            </a:r>
            <a:endParaRPr sz="3000">
              <a:latin typeface="Carlito"/>
              <a:cs typeface="Carlito"/>
            </a:endParaRPr>
          </a:p>
          <a:p>
            <a:pPr marL="380365" marR="1160145" indent="-367665">
              <a:lnSpc>
                <a:spcPts val="3579"/>
              </a:lnSpc>
              <a:spcBef>
                <a:spcPts val="85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Application </a:t>
            </a:r>
            <a:r>
              <a:rPr sz="3000" spc="-5" dirty="0">
                <a:latin typeface="Carlito"/>
                <a:cs typeface="Carlito"/>
              </a:rPr>
              <a:t>running on </a:t>
            </a:r>
            <a:r>
              <a:rPr sz="3000" spc="-10" dirty="0">
                <a:latin typeface="Carlito"/>
                <a:cs typeface="Carlito"/>
              </a:rPr>
              <a:t>client </a:t>
            </a:r>
            <a:r>
              <a:rPr sz="3000" spc="-15" dirty="0">
                <a:latin typeface="Carlito"/>
                <a:cs typeface="Carlito"/>
              </a:rPr>
              <a:t>provides </a:t>
            </a:r>
            <a:r>
              <a:rPr sz="3000" spc="-5" dirty="0">
                <a:latin typeface="Carlito"/>
                <a:cs typeface="Carlito"/>
              </a:rPr>
              <a:t>user with  </a:t>
            </a:r>
            <a:r>
              <a:rPr sz="3000" spc="-20" dirty="0">
                <a:latin typeface="Carlito"/>
                <a:cs typeface="Carlito"/>
              </a:rPr>
              <a:t>interactive</a:t>
            </a:r>
            <a:r>
              <a:rPr sz="3000" spc="-10" dirty="0">
                <a:latin typeface="Carlito"/>
                <a:cs typeface="Carlito"/>
              </a:rPr>
              <a:t> </a:t>
            </a:r>
            <a:r>
              <a:rPr sz="3000" spc="-20" dirty="0">
                <a:latin typeface="Carlito"/>
                <a:cs typeface="Carlito"/>
              </a:rPr>
              <a:t>interface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6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20" dirty="0">
                <a:latin typeface="Carlito"/>
                <a:cs typeface="Carlito"/>
              </a:rPr>
              <a:t>Data </a:t>
            </a:r>
            <a:r>
              <a:rPr sz="3000" dirty="0">
                <a:latin typeface="Carlito"/>
                <a:cs typeface="Carlito"/>
              </a:rPr>
              <a:t>and business </a:t>
            </a:r>
            <a:r>
              <a:rPr sz="3000" spc="-5" dirty="0">
                <a:latin typeface="Carlito"/>
                <a:cs typeface="Carlito"/>
              </a:rPr>
              <a:t>logic </a:t>
            </a:r>
            <a:r>
              <a:rPr sz="3000" dirty="0">
                <a:latin typeface="Carlito"/>
                <a:cs typeface="Carlito"/>
              </a:rPr>
              <a:t>on</a:t>
            </a:r>
            <a:r>
              <a:rPr sz="3000" spc="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server</a:t>
            </a:r>
            <a:endParaRPr sz="30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20" dirty="0">
                <a:latin typeface="Carlito"/>
                <a:cs typeface="Carlito"/>
              </a:rPr>
              <a:t>Data </a:t>
            </a:r>
            <a:r>
              <a:rPr sz="3000" spc="-10" dirty="0">
                <a:latin typeface="Carlito"/>
                <a:cs typeface="Carlito"/>
              </a:rPr>
              <a:t>sent </a:t>
            </a:r>
            <a:r>
              <a:rPr sz="3000" spc="-5" dirty="0">
                <a:latin typeface="Carlito"/>
                <a:cs typeface="Carlito"/>
              </a:rPr>
              <a:t>by server in response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client</a:t>
            </a:r>
            <a:r>
              <a:rPr sz="3000" spc="5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requests</a:t>
            </a:r>
            <a:endParaRPr sz="3000">
              <a:latin typeface="Carlito"/>
              <a:cs typeface="Carlito"/>
            </a:endParaRPr>
          </a:p>
          <a:p>
            <a:pPr marL="380365" marR="5080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latin typeface="Carlito"/>
                <a:cs typeface="Carlito"/>
              </a:rPr>
              <a:t>Client </a:t>
            </a:r>
            <a:r>
              <a:rPr sz="3000" dirty="0">
                <a:latin typeface="Carlito"/>
                <a:cs typeface="Carlito"/>
              </a:rPr>
              <a:t>uses </a:t>
            </a:r>
            <a:r>
              <a:rPr sz="3000" spc="-20" dirty="0">
                <a:latin typeface="Carlito"/>
                <a:cs typeface="Carlito"/>
              </a:rPr>
              <a:t>data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10" dirty="0">
                <a:latin typeface="Carlito"/>
                <a:cs typeface="Carlito"/>
              </a:rPr>
              <a:t>update </a:t>
            </a:r>
            <a:r>
              <a:rPr sz="3000" spc="-20" dirty="0">
                <a:latin typeface="Carlito"/>
                <a:cs typeface="Carlito"/>
              </a:rPr>
              <a:t>interface. </a:t>
            </a:r>
            <a:r>
              <a:rPr sz="3000" spc="-5" dirty="0">
                <a:latin typeface="Carlito"/>
                <a:cs typeface="Carlito"/>
              </a:rPr>
              <a:t>Processing now </a:t>
            </a:r>
            <a:r>
              <a:rPr sz="3000" dirty="0">
                <a:latin typeface="Carlito"/>
                <a:cs typeface="Carlito"/>
              </a:rPr>
              <a:t>on  </a:t>
            </a:r>
            <a:r>
              <a:rPr sz="3000" spc="-10" dirty="0">
                <a:latin typeface="Carlito"/>
                <a:cs typeface="Carlito"/>
              </a:rPr>
              <a:t>client </a:t>
            </a:r>
            <a:r>
              <a:rPr sz="3000" dirty="0">
                <a:latin typeface="Carlito"/>
                <a:cs typeface="Carlito"/>
              </a:rPr>
              <a:t>side and on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50" dirty="0">
                <a:latin typeface="Carlito"/>
                <a:cs typeface="Carlito"/>
              </a:rPr>
              <a:t>server.</a:t>
            </a:r>
            <a:endParaRPr sz="3000">
              <a:latin typeface="Carlito"/>
              <a:cs typeface="Carlito"/>
            </a:endParaRPr>
          </a:p>
          <a:p>
            <a:pPr marL="380365" marR="314960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latin typeface="Carlito"/>
                <a:cs typeface="Carlito"/>
              </a:rPr>
              <a:t>User </a:t>
            </a:r>
            <a:r>
              <a:rPr sz="3000" spc="-15" dirty="0">
                <a:latin typeface="Carlito"/>
                <a:cs typeface="Carlito"/>
              </a:rPr>
              <a:t>interaction </a:t>
            </a:r>
            <a:r>
              <a:rPr sz="3000" dirty="0">
                <a:latin typeface="Carlito"/>
                <a:cs typeface="Carlito"/>
              </a:rPr>
              <a:t>based </a:t>
            </a:r>
            <a:r>
              <a:rPr sz="3000" spc="-5" dirty="0">
                <a:latin typeface="Carlito"/>
                <a:cs typeface="Carlito"/>
              </a:rPr>
              <a:t>on </a:t>
            </a:r>
            <a:r>
              <a:rPr sz="3000" spc="-10" dirty="0">
                <a:latin typeface="Carlito"/>
                <a:cs typeface="Carlito"/>
              </a:rPr>
              <a:t>hyperlinks, </a:t>
            </a:r>
            <a:r>
              <a:rPr sz="3000" spc="-20" dirty="0">
                <a:latin typeface="Carlito"/>
                <a:cs typeface="Carlito"/>
              </a:rPr>
              <a:t>form </a:t>
            </a:r>
            <a:r>
              <a:rPr sz="3000" dirty="0">
                <a:latin typeface="Carlito"/>
                <a:cs typeface="Carlito"/>
              </a:rPr>
              <a:t>input, GUI  </a:t>
            </a:r>
            <a:r>
              <a:rPr sz="3000" spc="-15" dirty="0">
                <a:latin typeface="Carlito"/>
                <a:cs typeface="Carlito"/>
              </a:rPr>
              <a:t>controls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925312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53174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Web </a:t>
            </a:r>
            <a:r>
              <a:rPr spc="-30" dirty="0"/>
              <a:t>vs. </a:t>
            </a:r>
            <a:r>
              <a:rPr spc="-20" dirty="0"/>
              <a:t>Desktop</a:t>
            </a:r>
            <a:r>
              <a:rPr spc="120" dirty="0"/>
              <a:t> </a:t>
            </a:r>
            <a:r>
              <a:rPr spc="-20" dirty="0"/>
              <a:t>Applications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154684"/>
            <a:ext cx="8642985" cy="520509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78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40" dirty="0">
                <a:solidFill>
                  <a:srgbClr val="0070C0"/>
                </a:solidFill>
                <a:latin typeface="Carlito"/>
                <a:cs typeface="Carlito"/>
              </a:rPr>
              <a:t>Web</a:t>
            </a:r>
            <a:r>
              <a:rPr sz="3000" spc="5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spc="-10" dirty="0">
                <a:solidFill>
                  <a:srgbClr val="0070C0"/>
                </a:solidFill>
                <a:latin typeface="Carlito"/>
                <a:cs typeface="Carlito"/>
              </a:rPr>
              <a:t>Applications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1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Run </a:t>
            </a:r>
            <a:r>
              <a:rPr sz="2700" spc="-5" dirty="0">
                <a:latin typeface="Carlito"/>
                <a:cs typeface="Carlito"/>
              </a:rPr>
              <a:t>in </a:t>
            </a:r>
            <a:r>
              <a:rPr sz="2700" dirty="0">
                <a:latin typeface="Carlito"/>
                <a:cs typeface="Carlito"/>
              </a:rPr>
              <a:t>a </a:t>
            </a:r>
            <a:r>
              <a:rPr sz="2700" spc="-25" dirty="0">
                <a:latin typeface="Carlito"/>
                <a:cs typeface="Carlito"/>
              </a:rPr>
              <a:t>browser </a:t>
            </a:r>
            <a:r>
              <a:rPr sz="2700" spc="-10" dirty="0">
                <a:latin typeface="Carlito"/>
                <a:cs typeface="Carlito"/>
              </a:rPr>
              <a:t>and do </a:t>
            </a:r>
            <a:r>
              <a:rPr sz="2700" spc="-15" dirty="0">
                <a:latin typeface="Carlito"/>
                <a:cs typeface="Carlito"/>
              </a:rPr>
              <a:t>not </a:t>
            </a:r>
            <a:r>
              <a:rPr sz="2700" spc="-20" dirty="0">
                <a:latin typeface="Carlito"/>
                <a:cs typeface="Carlito"/>
              </a:rPr>
              <a:t>require software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installation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5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20" dirty="0">
                <a:latin typeface="Carlito"/>
                <a:cs typeface="Carlito"/>
              </a:rPr>
              <a:t>Updates are transparent to </a:t>
            </a:r>
            <a:r>
              <a:rPr sz="2700" spc="-10" dirty="0">
                <a:latin typeface="Carlito"/>
                <a:cs typeface="Carlito"/>
              </a:rPr>
              <a:t>the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user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7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0" dirty="0">
                <a:latin typeface="Carlito"/>
                <a:cs typeface="Carlito"/>
              </a:rPr>
              <a:t>User </a:t>
            </a:r>
            <a:r>
              <a:rPr sz="2700" spc="-15" dirty="0">
                <a:latin typeface="Carlito"/>
                <a:cs typeface="Carlito"/>
              </a:rPr>
              <a:t>can </a:t>
            </a:r>
            <a:r>
              <a:rPr sz="2700" spc="-10" dirty="0">
                <a:latin typeface="Carlito"/>
                <a:cs typeface="Carlito"/>
              </a:rPr>
              <a:t>access </a:t>
            </a:r>
            <a:r>
              <a:rPr sz="2700" spc="-15" dirty="0">
                <a:latin typeface="Carlito"/>
                <a:cs typeface="Carlito"/>
              </a:rPr>
              <a:t>application </a:t>
            </a:r>
            <a:r>
              <a:rPr sz="2700" spc="-20" dirty="0">
                <a:latin typeface="Carlito"/>
                <a:cs typeface="Carlito"/>
              </a:rPr>
              <a:t>from </a:t>
            </a:r>
            <a:r>
              <a:rPr sz="2700" spc="-25" dirty="0">
                <a:latin typeface="Carlito"/>
                <a:cs typeface="Carlito"/>
              </a:rPr>
              <a:t>any</a:t>
            </a:r>
            <a:r>
              <a:rPr sz="2700" spc="-50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computer</a:t>
            </a:r>
            <a:endParaRPr sz="27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Times New Roman"/>
              <a:buChar char="•"/>
            </a:pPr>
            <a:endParaRPr sz="410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solidFill>
                  <a:srgbClr val="0070C0"/>
                </a:solidFill>
                <a:latin typeface="Carlito"/>
                <a:cs typeface="Carlito"/>
              </a:rPr>
              <a:t>Desktop</a:t>
            </a:r>
            <a:r>
              <a:rPr sz="3000" spc="5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spc="-10" dirty="0">
                <a:solidFill>
                  <a:srgbClr val="0070C0"/>
                </a:solidFill>
                <a:latin typeface="Carlito"/>
                <a:cs typeface="Carlito"/>
              </a:rPr>
              <a:t>Applications</a:t>
            </a:r>
            <a:endParaRPr sz="30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59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15" dirty="0">
                <a:latin typeface="Carlito"/>
                <a:cs typeface="Carlito"/>
              </a:rPr>
              <a:t>Applications </a:t>
            </a:r>
            <a:r>
              <a:rPr sz="2700" spc="-20" dirty="0">
                <a:latin typeface="Carlito"/>
                <a:cs typeface="Carlito"/>
              </a:rPr>
              <a:t>must </a:t>
            </a:r>
            <a:r>
              <a:rPr sz="2700" spc="-10" dirty="0">
                <a:latin typeface="Carlito"/>
                <a:cs typeface="Carlito"/>
              </a:rPr>
              <a:t>be </a:t>
            </a:r>
            <a:r>
              <a:rPr sz="2700" spc="-15" dirty="0">
                <a:latin typeface="Carlito"/>
                <a:cs typeface="Carlito"/>
              </a:rPr>
              <a:t>installed </a:t>
            </a:r>
            <a:r>
              <a:rPr sz="2700" spc="-10" dirty="0">
                <a:latin typeface="Carlito"/>
                <a:cs typeface="Carlito"/>
              </a:rPr>
              <a:t>and</a:t>
            </a:r>
            <a:r>
              <a:rPr sz="2700" spc="-40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maintained</a:t>
            </a:r>
            <a:endParaRPr sz="2700">
              <a:latin typeface="Carlito"/>
              <a:cs typeface="Carlito"/>
            </a:endParaRPr>
          </a:p>
          <a:p>
            <a:pPr marL="748030" lvl="1" indent="-367665">
              <a:lnSpc>
                <a:spcPct val="100000"/>
              </a:lnSpc>
              <a:spcBef>
                <a:spcPts val="67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2700" spc="-5" dirty="0">
                <a:latin typeface="Carlito"/>
                <a:cs typeface="Carlito"/>
              </a:rPr>
              <a:t>Rich </a:t>
            </a:r>
            <a:r>
              <a:rPr sz="2700" spc="-10" dirty="0">
                <a:latin typeface="Carlito"/>
                <a:cs typeface="Carlito"/>
              </a:rPr>
              <a:t>user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20" dirty="0">
                <a:latin typeface="Carlito"/>
                <a:cs typeface="Carlito"/>
              </a:rPr>
              <a:t>interface</a:t>
            </a:r>
            <a:endParaRPr sz="2700">
              <a:latin typeface="Carlito"/>
              <a:cs typeface="Carlito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4050">
              <a:latin typeface="Carlito"/>
              <a:cs typeface="Carlito"/>
            </a:endParaRPr>
          </a:p>
          <a:p>
            <a:pPr marL="380365" indent="-367665">
              <a:lnSpc>
                <a:spcPct val="100000"/>
              </a:lnSpc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solidFill>
                  <a:srgbClr val="0070C0"/>
                </a:solidFill>
                <a:latin typeface="Carlito"/>
                <a:cs typeface="Carlito"/>
              </a:rPr>
              <a:t>RIAs </a:t>
            </a:r>
            <a:r>
              <a:rPr sz="3000" spc="-5" dirty="0">
                <a:latin typeface="Carlito"/>
                <a:cs typeface="Carlito"/>
              </a:rPr>
              <a:t>combine </a:t>
            </a:r>
            <a:r>
              <a:rPr sz="3000" dirty="0">
                <a:latin typeface="Carlito"/>
                <a:cs typeface="Carlito"/>
              </a:rPr>
              <a:t>the </a:t>
            </a:r>
            <a:r>
              <a:rPr sz="3000" spc="-20" dirty="0">
                <a:latin typeface="Carlito"/>
                <a:cs typeface="Carlito"/>
              </a:rPr>
              <a:t>advantages </a:t>
            </a:r>
            <a:r>
              <a:rPr sz="3000" spc="-5" dirty="0">
                <a:latin typeface="Carlito"/>
                <a:cs typeface="Carlito"/>
              </a:rPr>
              <a:t>of</a:t>
            </a:r>
            <a:r>
              <a:rPr sz="3000" spc="40" dirty="0">
                <a:latin typeface="Carlito"/>
                <a:cs typeface="Carlito"/>
              </a:rPr>
              <a:t> </a:t>
            </a:r>
            <a:r>
              <a:rPr sz="3000" dirty="0">
                <a:latin typeface="Carlito"/>
                <a:cs typeface="Carlito"/>
              </a:rPr>
              <a:t>both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9" name="object 9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492252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3141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Typical </a:t>
            </a:r>
            <a:r>
              <a:rPr spc="-25" dirty="0"/>
              <a:t>Features </a:t>
            </a:r>
            <a:r>
              <a:rPr spc="-10" dirty="0"/>
              <a:t>of</a:t>
            </a:r>
            <a:r>
              <a:rPr spc="105" dirty="0"/>
              <a:t> </a:t>
            </a:r>
            <a:r>
              <a:rPr spc="-90" dirty="0"/>
              <a:t>RIA’s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5657" y="1241044"/>
            <a:ext cx="3944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0" dirty="0">
                <a:solidFill>
                  <a:srgbClr val="0070C0"/>
                </a:solidFill>
                <a:latin typeface="Carlito"/>
                <a:cs typeface="Carlito"/>
              </a:rPr>
              <a:t>Example-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Google</a:t>
            </a:r>
            <a:r>
              <a:rPr sz="3000" spc="-60" dirty="0">
                <a:solidFill>
                  <a:srgbClr val="0070C0"/>
                </a:solidFill>
                <a:latin typeface="Carlito"/>
                <a:cs typeface="Carlito"/>
              </a:rPr>
              <a:t> </a:t>
            </a:r>
            <a:r>
              <a:rPr sz="3000" spc="-5" dirty="0">
                <a:solidFill>
                  <a:srgbClr val="0070C0"/>
                </a:solidFill>
                <a:latin typeface="Carlito"/>
                <a:cs typeface="Carlito"/>
              </a:rPr>
              <a:t>Maps</a:t>
            </a:r>
            <a:endParaRPr sz="300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28829" y="4763806"/>
            <a:ext cx="3235960" cy="2042795"/>
            <a:chOff x="928829" y="4763806"/>
            <a:chExt cx="3235960" cy="2042795"/>
          </a:xfrm>
        </p:grpSpPr>
        <p:sp>
          <p:nvSpPr>
            <p:cNvPr id="9" name="object 9"/>
            <p:cNvSpPr/>
            <p:nvPr/>
          </p:nvSpPr>
          <p:spPr>
            <a:xfrm>
              <a:off x="933936" y="4768913"/>
              <a:ext cx="3225800" cy="2032635"/>
            </a:xfrm>
            <a:custGeom>
              <a:avLst/>
              <a:gdLst/>
              <a:ahLst/>
              <a:cxnLst/>
              <a:rect l="l" t="t" r="r" b="b"/>
              <a:pathLst>
                <a:path w="3225800" h="2032634">
                  <a:moveTo>
                    <a:pt x="3225580" y="0"/>
                  </a:moveTo>
                  <a:lnTo>
                    <a:pt x="0" y="0"/>
                  </a:lnTo>
                  <a:lnTo>
                    <a:pt x="0" y="2032364"/>
                  </a:lnTo>
                  <a:lnTo>
                    <a:pt x="3225580" y="2032364"/>
                  </a:lnTo>
                  <a:lnTo>
                    <a:pt x="3225580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33936" y="4768913"/>
              <a:ext cx="3225800" cy="2032635"/>
            </a:xfrm>
            <a:custGeom>
              <a:avLst/>
              <a:gdLst/>
              <a:ahLst/>
              <a:cxnLst/>
              <a:rect l="l" t="t" r="r" b="b"/>
              <a:pathLst>
                <a:path w="3225800" h="2032634">
                  <a:moveTo>
                    <a:pt x="0" y="0"/>
                  </a:moveTo>
                  <a:lnTo>
                    <a:pt x="3225575" y="0"/>
                  </a:lnTo>
                  <a:lnTo>
                    <a:pt x="3225575" y="2032374"/>
                  </a:lnTo>
                  <a:lnTo>
                    <a:pt x="0" y="2032374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33936" y="101605"/>
            <a:ext cx="9272905" cy="4519295"/>
            <a:chOff x="933936" y="101605"/>
            <a:chExt cx="9272905" cy="4519295"/>
          </a:xfrm>
        </p:grpSpPr>
        <p:sp>
          <p:nvSpPr>
            <p:cNvPr id="12" name="object 12"/>
            <p:cNvSpPr/>
            <p:nvPr/>
          </p:nvSpPr>
          <p:spPr>
            <a:xfrm>
              <a:off x="8896096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33936" y="1771421"/>
              <a:ext cx="8492032" cy="284939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53571" y="942467"/>
              <a:ext cx="3566160" cy="831215"/>
            </a:xfrm>
            <a:custGeom>
              <a:avLst/>
              <a:gdLst/>
              <a:ahLst/>
              <a:cxnLst/>
              <a:rect l="l" t="t" r="r" b="b"/>
              <a:pathLst>
                <a:path w="3566159" h="831214">
                  <a:moveTo>
                    <a:pt x="3566007" y="0"/>
                  </a:moveTo>
                  <a:lnTo>
                    <a:pt x="0" y="0"/>
                  </a:lnTo>
                  <a:lnTo>
                    <a:pt x="0" y="830656"/>
                  </a:lnTo>
                  <a:lnTo>
                    <a:pt x="3566007" y="830656"/>
                  </a:lnTo>
                  <a:lnTo>
                    <a:pt x="3566007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53571" y="942467"/>
              <a:ext cx="3566160" cy="831215"/>
            </a:xfrm>
            <a:custGeom>
              <a:avLst/>
              <a:gdLst/>
              <a:ahLst/>
              <a:cxnLst/>
              <a:rect l="l" t="t" r="r" b="b"/>
              <a:pathLst>
                <a:path w="3566159" h="831214">
                  <a:moveTo>
                    <a:pt x="0" y="0"/>
                  </a:moveTo>
                  <a:lnTo>
                    <a:pt x="3566005" y="0"/>
                  </a:lnTo>
                  <a:lnTo>
                    <a:pt x="3566005" y="830650"/>
                  </a:lnTo>
                  <a:lnTo>
                    <a:pt x="0" y="830650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33936" y="4768913"/>
            <a:ext cx="3225800" cy="2032635"/>
          </a:xfrm>
          <a:prstGeom prst="rect">
            <a:avLst/>
          </a:prstGeom>
        </p:spPr>
        <p:txBody>
          <a:bodyPr vert="horz" wrap="square" lIns="0" tIns="255270" rIns="0" bIns="0" rtlCol="0">
            <a:spAutoFit/>
          </a:bodyPr>
          <a:lstStyle/>
          <a:p>
            <a:pPr marL="97790" marR="625475">
              <a:lnSpc>
                <a:spcPts val="2400"/>
              </a:lnSpc>
              <a:spcBef>
                <a:spcPts val="2010"/>
              </a:spcBef>
            </a:pP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Partial page</a:t>
            </a:r>
            <a:r>
              <a:rPr sz="21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updates  </a:t>
            </a: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dynamic  forms(multi-purpose</a:t>
            </a:r>
            <a:endParaRPr sz="2100">
              <a:latin typeface="Arial"/>
              <a:cs typeface="Arial"/>
            </a:endParaRPr>
          </a:p>
          <a:p>
            <a:pPr marL="97790" marR="77470">
              <a:lnSpc>
                <a:spcPts val="2300"/>
              </a:lnSpc>
              <a:spcBef>
                <a:spcPts val="80"/>
              </a:spcBef>
            </a:pP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panel, input boxes </a:t>
            </a:r>
            <a:r>
              <a:rPr sz="2100" spc="20" dirty="0">
                <a:solidFill>
                  <a:srgbClr val="FFFFFF"/>
                </a:solidFill>
                <a:latin typeface="Arial"/>
                <a:cs typeface="Arial"/>
              </a:rPr>
              <a:t>added 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dynamically)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53571" y="942466"/>
            <a:ext cx="3566160" cy="83121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97790" marR="346710">
              <a:lnSpc>
                <a:spcPts val="2400"/>
              </a:lnSpc>
              <a:spcBef>
                <a:spcPts val="865"/>
              </a:spcBef>
            </a:pP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Interactive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user </a:t>
            </a: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controls, 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Moving </a:t>
            </a: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zooming map</a:t>
            </a:r>
            <a:endParaRPr sz="2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41787" y="4763515"/>
            <a:ext cx="4989830" cy="1413510"/>
            <a:chOff x="4441787" y="4763515"/>
            <a:chExt cx="4989830" cy="1413510"/>
          </a:xfrm>
        </p:grpSpPr>
        <p:sp>
          <p:nvSpPr>
            <p:cNvPr id="20" name="object 20"/>
            <p:cNvSpPr/>
            <p:nvPr/>
          </p:nvSpPr>
          <p:spPr>
            <a:xfrm>
              <a:off x="4447184" y="4768913"/>
              <a:ext cx="4979035" cy="1402715"/>
            </a:xfrm>
            <a:custGeom>
              <a:avLst/>
              <a:gdLst/>
              <a:ahLst/>
              <a:cxnLst/>
              <a:rect l="l" t="t" r="r" b="b"/>
              <a:pathLst>
                <a:path w="4979034" h="1402714">
                  <a:moveTo>
                    <a:pt x="4978793" y="0"/>
                  </a:moveTo>
                  <a:lnTo>
                    <a:pt x="0" y="0"/>
                  </a:lnTo>
                  <a:lnTo>
                    <a:pt x="0" y="1402562"/>
                  </a:lnTo>
                  <a:lnTo>
                    <a:pt x="4978793" y="1402562"/>
                  </a:lnTo>
                  <a:lnTo>
                    <a:pt x="4978793" y="0"/>
                  </a:lnTo>
                  <a:close/>
                </a:path>
              </a:pathLst>
            </a:custGeom>
            <a:solidFill>
              <a:srgbClr val="00B8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47184" y="4768913"/>
              <a:ext cx="4979035" cy="1402715"/>
            </a:xfrm>
            <a:custGeom>
              <a:avLst/>
              <a:gdLst/>
              <a:ahLst/>
              <a:cxnLst/>
              <a:rect l="l" t="t" r="r" b="b"/>
              <a:pathLst>
                <a:path w="4979034" h="1402714">
                  <a:moveTo>
                    <a:pt x="0" y="0"/>
                  </a:moveTo>
                  <a:lnTo>
                    <a:pt x="4978796" y="0"/>
                  </a:lnTo>
                  <a:lnTo>
                    <a:pt x="4978796" y="1402573"/>
                  </a:lnTo>
                  <a:lnTo>
                    <a:pt x="0" y="1402573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532528" y="4976367"/>
            <a:ext cx="472884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60"/>
              </a:lnSpc>
              <a:spcBef>
                <a:spcPts val="100"/>
              </a:spcBef>
            </a:pP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Data retrieved</a:t>
            </a:r>
            <a:r>
              <a:rPr sz="210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interactively</a:t>
            </a:r>
            <a:endParaRPr sz="2100">
              <a:latin typeface="Arial"/>
              <a:cs typeface="Arial"/>
            </a:endParaRPr>
          </a:p>
          <a:p>
            <a:pPr marL="12700" marR="5080">
              <a:lnSpc>
                <a:spcPts val="2400"/>
              </a:lnSpc>
              <a:spcBef>
                <a:spcPts val="120"/>
              </a:spcBef>
            </a:pP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From server without </a:t>
            </a: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refreshing entire 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page </a:t>
            </a: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(new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map </a:t>
            </a:r>
            <a:r>
              <a:rPr sz="2100" spc="10" dirty="0">
                <a:solidFill>
                  <a:srgbClr val="FFFFFF"/>
                </a:solidFill>
                <a:latin typeface="Arial"/>
                <a:cs typeface="Arial"/>
              </a:rPr>
              <a:t>data as </a:t>
            </a:r>
            <a:r>
              <a:rPr sz="2100" spc="15" dirty="0">
                <a:solidFill>
                  <a:srgbClr val="FFFFFF"/>
                </a:solidFill>
                <a:latin typeface="Arial"/>
                <a:cs typeface="Arial"/>
              </a:rPr>
              <a:t>map </a:t>
            </a:r>
            <a:r>
              <a:rPr sz="2100" spc="5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1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100" spc="20" dirty="0">
                <a:solidFill>
                  <a:srgbClr val="FFFFFF"/>
                </a:solidFill>
                <a:latin typeface="Arial"/>
                <a:cs typeface="Arial"/>
              </a:rPr>
              <a:t>moved)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91612" y="1757819"/>
            <a:ext cx="3467100" cy="3046730"/>
          </a:xfrm>
          <a:custGeom>
            <a:avLst/>
            <a:gdLst/>
            <a:ahLst/>
            <a:cxnLst/>
            <a:rect l="l" t="t" r="r" b="b"/>
            <a:pathLst>
              <a:path w="3467100" h="3046729">
                <a:moveTo>
                  <a:pt x="96939" y="1396923"/>
                </a:moveTo>
                <a:lnTo>
                  <a:pt x="88392" y="1356982"/>
                </a:lnTo>
                <a:lnTo>
                  <a:pt x="48450" y="1365529"/>
                </a:lnTo>
                <a:lnTo>
                  <a:pt x="56997" y="1405483"/>
                </a:lnTo>
                <a:lnTo>
                  <a:pt x="96939" y="1396923"/>
                </a:lnTo>
                <a:close/>
              </a:path>
              <a:path w="3467100" h="3046729">
                <a:moveTo>
                  <a:pt x="114046" y="1476819"/>
                </a:moveTo>
                <a:lnTo>
                  <a:pt x="105498" y="1436878"/>
                </a:lnTo>
                <a:lnTo>
                  <a:pt x="65544" y="1445425"/>
                </a:lnTo>
                <a:lnTo>
                  <a:pt x="74104" y="1485366"/>
                </a:lnTo>
                <a:lnTo>
                  <a:pt x="114046" y="1476819"/>
                </a:lnTo>
                <a:close/>
              </a:path>
              <a:path w="3467100" h="3046729">
                <a:moveTo>
                  <a:pt x="119837" y="1308709"/>
                </a:moveTo>
                <a:lnTo>
                  <a:pt x="110705" y="1297292"/>
                </a:lnTo>
                <a:lnTo>
                  <a:pt x="34264" y="1201699"/>
                </a:lnTo>
                <a:lnTo>
                  <a:pt x="0" y="1334363"/>
                </a:lnTo>
                <a:lnTo>
                  <a:pt x="40982" y="1325587"/>
                </a:lnTo>
                <a:lnTo>
                  <a:pt x="119837" y="1308709"/>
                </a:lnTo>
                <a:close/>
              </a:path>
              <a:path w="3467100" h="3046729">
                <a:moveTo>
                  <a:pt x="131152" y="1556715"/>
                </a:moveTo>
                <a:lnTo>
                  <a:pt x="122593" y="1516761"/>
                </a:lnTo>
                <a:lnTo>
                  <a:pt x="82651" y="1525320"/>
                </a:lnTo>
                <a:lnTo>
                  <a:pt x="91198" y="1565262"/>
                </a:lnTo>
                <a:lnTo>
                  <a:pt x="131152" y="1556715"/>
                </a:lnTo>
                <a:close/>
              </a:path>
              <a:path w="3467100" h="3046729">
                <a:moveTo>
                  <a:pt x="148247" y="1636610"/>
                </a:moveTo>
                <a:lnTo>
                  <a:pt x="139700" y="1596656"/>
                </a:lnTo>
                <a:lnTo>
                  <a:pt x="99758" y="1605216"/>
                </a:lnTo>
                <a:lnTo>
                  <a:pt x="108305" y="1645158"/>
                </a:lnTo>
                <a:lnTo>
                  <a:pt x="148247" y="1636610"/>
                </a:lnTo>
                <a:close/>
              </a:path>
              <a:path w="3467100" h="3046729">
                <a:moveTo>
                  <a:pt x="165354" y="1716493"/>
                </a:moveTo>
                <a:lnTo>
                  <a:pt x="156806" y="1676552"/>
                </a:lnTo>
                <a:lnTo>
                  <a:pt x="116852" y="1685099"/>
                </a:lnTo>
                <a:lnTo>
                  <a:pt x="125412" y="1725053"/>
                </a:lnTo>
                <a:lnTo>
                  <a:pt x="165354" y="1716493"/>
                </a:lnTo>
                <a:close/>
              </a:path>
              <a:path w="3467100" h="3046729">
                <a:moveTo>
                  <a:pt x="182460" y="1796389"/>
                </a:moveTo>
                <a:lnTo>
                  <a:pt x="173901" y="1756448"/>
                </a:lnTo>
                <a:lnTo>
                  <a:pt x="133959" y="1764995"/>
                </a:lnTo>
                <a:lnTo>
                  <a:pt x="142506" y="1804949"/>
                </a:lnTo>
                <a:lnTo>
                  <a:pt x="182460" y="1796389"/>
                </a:lnTo>
                <a:close/>
              </a:path>
              <a:path w="3467100" h="3046729">
                <a:moveTo>
                  <a:pt x="199567" y="1876285"/>
                </a:moveTo>
                <a:lnTo>
                  <a:pt x="191008" y="1836343"/>
                </a:lnTo>
                <a:lnTo>
                  <a:pt x="151066" y="1844890"/>
                </a:lnTo>
                <a:lnTo>
                  <a:pt x="159613" y="1884832"/>
                </a:lnTo>
                <a:lnTo>
                  <a:pt x="199567" y="1876285"/>
                </a:lnTo>
                <a:close/>
              </a:path>
              <a:path w="3467100" h="3046729">
                <a:moveTo>
                  <a:pt x="216662" y="1956181"/>
                </a:moveTo>
                <a:lnTo>
                  <a:pt x="208114" y="1916226"/>
                </a:lnTo>
                <a:lnTo>
                  <a:pt x="168160" y="1924786"/>
                </a:lnTo>
                <a:lnTo>
                  <a:pt x="176720" y="1964728"/>
                </a:lnTo>
                <a:lnTo>
                  <a:pt x="216662" y="1956181"/>
                </a:lnTo>
                <a:close/>
              </a:path>
              <a:path w="3467100" h="3046729">
                <a:moveTo>
                  <a:pt x="233768" y="2036076"/>
                </a:moveTo>
                <a:lnTo>
                  <a:pt x="225221" y="1996122"/>
                </a:lnTo>
                <a:lnTo>
                  <a:pt x="185267" y="2004682"/>
                </a:lnTo>
                <a:lnTo>
                  <a:pt x="193814" y="2044623"/>
                </a:lnTo>
                <a:lnTo>
                  <a:pt x="233768" y="2036076"/>
                </a:lnTo>
                <a:close/>
              </a:path>
              <a:path w="3467100" h="3046729">
                <a:moveTo>
                  <a:pt x="250875" y="2115959"/>
                </a:moveTo>
                <a:lnTo>
                  <a:pt x="242316" y="2076018"/>
                </a:lnTo>
                <a:lnTo>
                  <a:pt x="202374" y="2084565"/>
                </a:lnTo>
                <a:lnTo>
                  <a:pt x="210921" y="2124519"/>
                </a:lnTo>
                <a:lnTo>
                  <a:pt x="250875" y="2115959"/>
                </a:lnTo>
                <a:close/>
              </a:path>
              <a:path w="3467100" h="3046729">
                <a:moveTo>
                  <a:pt x="267970" y="2195855"/>
                </a:moveTo>
                <a:lnTo>
                  <a:pt x="259422" y="2155914"/>
                </a:lnTo>
                <a:lnTo>
                  <a:pt x="219481" y="2164461"/>
                </a:lnTo>
                <a:lnTo>
                  <a:pt x="228028" y="2204415"/>
                </a:lnTo>
                <a:lnTo>
                  <a:pt x="267970" y="2195855"/>
                </a:lnTo>
                <a:close/>
              </a:path>
              <a:path w="3467100" h="3046729">
                <a:moveTo>
                  <a:pt x="285076" y="2275751"/>
                </a:moveTo>
                <a:lnTo>
                  <a:pt x="276529" y="2235809"/>
                </a:lnTo>
                <a:lnTo>
                  <a:pt x="236575" y="2244356"/>
                </a:lnTo>
                <a:lnTo>
                  <a:pt x="245135" y="2284298"/>
                </a:lnTo>
                <a:lnTo>
                  <a:pt x="285076" y="2275751"/>
                </a:lnTo>
                <a:close/>
              </a:path>
              <a:path w="3467100" h="3046729">
                <a:moveTo>
                  <a:pt x="302183" y="2355646"/>
                </a:moveTo>
                <a:lnTo>
                  <a:pt x="293624" y="2315692"/>
                </a:lnTo>
                <a:lnTo>
                  <a:pt x="253682" y="2324252"/>
                </a:lnTo>
                <a:lnTo>
                  <a:pt x="262229" y="2364194"/>
                </a:lnTo>
                <a:lnTo>
                  <a:pt x="302183" y="2355646"/>
                </a:lnTo>
                <a:close/>
              </a:path>
              <a:path w="3467100" h="3046729">
                <a:moveTo>
                  <a:pt x="319278" y="2435542"/>
                </a:moveTo>
                <a:lnTo>
                  <a:pt x="310730" y="2395588"/>
                </a:lnTo>
                <a:lnTo>
                  <a:pt x="270789" y="2404148"/>
                </a:lnTo>
                <a:lnTo>
                  <a:pt x="279336" y="2444089"/>
                </a:lnTo>
                <a:lnTo>
                  <a:pt x="319278" y="2435542"/>
                </a:lnTo>
                <a:close/>
              </a:path>
              <a:path w="3467100" h="3046729">
                <a:moveTo>
                  <a:pt x="336384" y="2515425"/>
                </a:moveTo>
                <a:lnTo>
                  <a:pt x="327837" y="2475484"/>
                </a:lnTo>
                <a:lnTo>
                  <a:pt x="287883" y="2484031"/>
                </a:lnTo>
                <a:lnTo>
                  <a:pt x="296443" y="2523998"/>
                </a:lnTo>
                <a:lnTo>
                  <a:pt x="336384" y="2515425"/>
                </a:lnTo>
                <a:close/>
              </a:path>
              <a:path w="3467100" h="3046729">
                <a:moveTo>
                  <a:pt x="353491" y="2595321"/>
                </a:moveTo>
                <a:lnTo>
                  <a:pt x="344932" y="2555379"/>
                </a:lnTo>
                <a:lnTo>
                  <a:pt x="304990" y="2563926"/>
                </a:lnTo>
                <a:lnTo>
                  <a:pt x="313537" y="2603881"/>
                </a:lnTo>
                <a:lnTo>
                  <a:pt x="353491" y="2595321"/>
                </a:lnTo>
                <a:close/>
              </a:path>
              <a:path w="3467100" h="3046729">
                <a:moveTo>
                  <a:pt x="370586" y="2675217"/>
                </a:moveTo>
                <a:lnTo>
                  <a:pt x="362038" y="2635275"/>
                </a:lnTo>
                <a:lnTo>
                  <a:pt x="322097" y="2643822"/>
                </a:lnTo>
                <a:lnTo>
                  <a:pt x="330644" y="2683764"/>
                </a:lnTo>
                <a:lnTo>
                  <a:pt x="370586" y="2675217"/>
                </a:lnTo>
                <a:close/>
              </a:path>
              <a:path w="3467100" h="3046729">
                <a:moveTo>
                  <a:pt x="387692" y="2755112"/>
                </a:moveTo>
                <a:lnTo>
                  <a:pt x="379145" y="2715158"/>
                </a:lnTo>
                <a:lnTo>
                  <a:pt x="339191" y="2723718"/>
                </a:lnTo>
                <a:lnTo>
                  <a:pt x="347751" y="2763659"/>
                </a:lnTo>
                <a:lnTo>
                  <a:pt x="387692" y="2755112"/>
                </a:lnTo>
                <a:close/>
              </a:path>
              <a:path w="3467100" h="3046729">
                <a:moveTo>
                  <a:pt x="404799" y="2835008"/>
                </a:moveTo>
                <a:lnTo>
                  <a:pt x="396240" y="2795054"/>
                </a:lnTo>
                <a:lnTo>
                  <a:pt x="356298" y="2803614"/>
                </a:lnTo>
                <a:lnTo>
                  <a:pt x="364845" y="2843555"/>
                </a:lnTo>
                <a:lnTo>
                  <a:pt x="404799" y="2835008"/>
                </a:lnTo>
                <a:close/>
              </a:path>
              <a:path w="3467100" h="3046729">
                <a:moveTo>
                  <a:pt x="421906" y="2914891"/>
                </a:moveTo>
                <a:lnTo>
                  <a:pt x="413346" y="2874949"/>
                </a:lnTo>
                <a:lnTo>
                  <a:pt x="373405" y="2883497"/>
                </a:lnTo>
                <a:lnTo>
                  <a:pt x="381952" y="2923451"/>
                </a:lnTo>
                <a:lnTo>
                  <a:pt x="421906" y="2914891"/>
                </a:lnTo>
                <a:close/>
              </a:path>
              <a:path w="3467100" h="3046729">
                <a:moveTo>
                  <a:pt x="2394788" y="669290"/>
                </a:moveTo>
                <a:lnTo>
                  <a:pt x="2381389" y="657352"/>
                </a:lnTo>
                <a:lnTo>
                  <a:pt x="2364282" y="642099"/>
                </a:lnTo>
                <a:lnTo>
                  <a:pt x="2368804" y="637032"/>
                </a:lnTo>
                <a:lnTo>
                  <a:pt x="2338324" y="609854"/>
                </a:lnTo>
                <a:lnTo>
                  <a:pt x="2333802" y="614921"/>
                </a:lnTo>
                <a:lnTo>
                  <a:pt x="2303310" y="587730"/>
                </a:lnTo>
                <a:lnTo>
                  <a:pt x="2267483" y="719988"/>
                </a:lnTo>
                <a:lnTo>
                  <a:pt x="2394788" y="669290"/>
                </a:lnTo>
                <a:close/>
              </a:path>
              <a:path w="3467100" h="3046729">
                <a:moveTo>
                  <a:pt x="2423185" y="576059"/>
                </a:moveTo>
                <a:lnTo>
                  <a:pt x="2392692" y="548868"/>
                </a:lnTo>
                <a:lnTo>
                  <a:pt x="2365502" y="579361"/>
                </a:lnTo>
                <a:lnTo>
                  <a:pt x="2395994" y="606552"/>
                </a:lnTo>
                <a:lnTo>
                  <a:pt x="2423185" y="576059"/>
                </a:lnTo>
                <a:close/>
              </a:path>
              <a:path w="3467100" h="3046729">
                <a:moveTo>
                  <a:pt x="2477554" y="515073"/>
                </a:moveTo>
                <a:lnTo>
                  <a:pt x="2447061" y="487883"/>
                </a:lnTo>
                <a:lnTo>
                  <a:pt x="2419870" y="518375"/>
                </a:lnTo>
                <a:lnTo>
                  <a:pt x="2450363" y="545566"/>
                </a:lnTo>
                <a:lnTo>
                  <a:pt x="2477554" y="515073"/>
                </a:lnTo>
                <a:close/>
              </a:path>
              <a:path w="3467100" h="3046729">
                <a:moveTo>
                  <a:pt x="2531922" y="454088"/>
                </a:moveTo>
                <a:lnTo>
                  <a:pt x="2501430" y="426897"/>
                </a:lnTo>
                <a:lnTo>
                  <a:pt x="2474252" y="457390"/>
                </a:lnTo>
                <a:lnTo>
                  <a:pt x="2504744" y="484581"/>
                </a:lnTo>
                <a:lnTo>
                  <a:pt x="2531922" y="454088"/>
                </a:lnTo>
                <a:close/>
              </a:path>
              <a:path w="3467100" h="3046729">
                <a:moveTo>
                  <a:pt x="2586304" y="393103"/>
                </a:moveTo>
                <a:lnTo>
                  <a:pt x="2555811" y="365912"/>
                </a:lnTo>
                <a:lnTo>
                  <a:pt x="2528620" y="396405"/>
                </a:lnTo>
                <a:lnTo>
                  <a:pt x="2559113" y="423595"/>
                </a:lnTo>
                <a:lnTo>
                  <a:pt x="2586304" y="393103"/>
                </a:lnTo>
                <a:close/>
              </a:path>
              <a:path w="3467100" h="3046729">
                <a:moveTo>
                  <a:pt x="2640673" y="332117"/>
                </a:moveTo>
                <a:lnTo>
                  <a:pt x="2610180" y="304927"/>
                </a:lnTo>
                <a:lnTo>
                  <a:pt x="2582989" y="335419"/>
                </a:lnTo>
                <a:lnTo>
                  <a:pt x="2613482" y="362610"/>
                </a:lnTo>
                <a:lnTo>
                  <a:pt x="2640673" y="332117"/>
                </a:lnTo>
                <a:close/>
              </a:path>
              <a:path w="3467100" h="3046729">
                <a:moveTo>
                  <a:pt x="2695041" y="271132"/>
                </a:moveTo>
                <a:lnTo>
                  <a:pt x="2664549" y="243941"/>
                </a:lnTo>
                <a:lnTo>
                  <a:pt x="2637358" y="274434"/>
                </a:lnTo>
                <a:lnTo>
                  <a:pt x="2667851" y="301625"/>
                </a:lnTo>
                <a:lnTo>
                  <a:pt x="2695041" y="271132"/>
                </a:lnTo>
                <a:close/>
              </a:path>
              <a:path w="3467100" h="3046729">
                <a:moveTo>
                  <a:pt x="2749410" y="210146"/>
                </a:moveTo>
                <a:lnTo>
                  <a:pt x="2718917" y="182956"/>
                </a:lnTo>
                <a:lnTo>
                  <a:pt x="2691739" y="213448"/>
                </a:lnTo>
                <a:lnTo>
                  <a:pt x="2722232" y="240639"/>
                </a:lnTo>
                <a:lnTo>
                  <a:pt x="2749410" y="210146"/>
                </a:lnTo>
                <a:close/>
              </a:path>
              <a:path w="3467100" h="3046729">
                <a:moveTo>
                  <a:pt x="2803791" y="149161"/>
                </a:moveTo>
                <a:lnTo>
                  <a:pt x="2773299" y="121970"/>
                </a:lnTo>
                <a:lnTo>
                  <a:pt x="2746108" y="152463"/>
                </a:lnTo>
                <a:lnTo>
                  <a:pt x="2776601" y="179654"/>
                </a:lnTo>
                <a:lnTo>
                  <a:pt x="2803791" y="149161"/>
                </a:lnTo>
                <a:close/>
              </a:path>
              <a:path w="3467100" h="3046729">
                <a:moveTo>
                  <a:pt x="2858160" y="88176"/>
                </a:moveTo>
                <a:lnTo>
                  <a:pt x="2827667" y="60985"/>
                </a:lnTo>
                <a:lnTo>
                  <a:pt x="2800477" y="91478"/>
                </a:lnTo>
                <a:lnTo>
                  <a:pt x="2830969" y="118668"/>
                </a:lnTo>
                <a:lnTo>
                  <a:pt x="2858160" y="88176"/>
                </a:lnTo>
                <a:close/>
              </a:path>
              <a:path w="3467100" h="3046729">
                <a:moveTo>
                  <a:pt x="2912529" y="27190"/>
                </a:moveTo>
                <a:lnTo>
                  <a:pt x="2882036" y="0"/>
                </a:lnTo>
                <a:lnTo>
                  <a:pt x="2854845" y="30492"/>
                </a:lnTo>
                <a:lnTo>
                  <a:pt x="2885338" y="57683"/>
                </a:lnTo>
                <a:lnTo>
                  <a:pt x="2912529" y="27190"/>
                </a:lnTo>
                <a:close/>
              </a:path>
              <a:path w="3467100" h="3046729">
                <a:moveTo>
                  <a:pt x="3288690" y="3006318"/>
                </a:moveTo>
                <a:lnTo>
                  <a:pt x="3248825" y="2997403"/>
                </a:lnTo>
                <a:lnTo>
                  <a:pt x="3239909" y="3037268"/>
                </a:lnTo>
                <a:lnTo>
                  <a:pt x="3279775" y="3046184"/>
                </a:lnTo>
                <a:lnTo>
                  <a:pt x="3288690" y="3006318"/>
                </a:lnTo>
                <a:close/>
              </a:path>
              <a:path w="3467100" h="3046729">
                <a:moveTo>
                  <a:pt x="3306521" y="2926588"/>
                </a:moveTo>
                <a:lnTo>
                  <a:pt x="3266656" y="2917672"/>
                </a:lnTo>
                <a:lnTo>
                  <a:pt x="3257740" y="2957538"/>
                </a:lnTo>
                <a:lnTo>
                  <a:pt x="3297605" y="2966453"/>
                </a:lnTo>
                <a:lnTo>
                  <a:pt x="3306521" y="2926588"/>
                </a:lnTo>
                <a:close/>
              </a:path>
              <a:path w="3467100" h="3046729">
                <a:moveTo>
                  <a:pt x="3324364" y="2846857"/>
                </a:moveTo>
                <a:lnTo>
                  <a:pt x="3284499" y="2837942"/>
                </a:lnTo>
                <a:lnTo>
                  <a:pt x="3275584" y="2877807"/>
                </a:lnTo>
                <a:lnTo>
                  <a:pt x="3315449" y="2886722"/>
                </a:lnTo>
                <a:lnTo>
                  <a:pt x="3324364" y="2846857"/>
                </a:lnTo>
                <a:close/>
              </a:path>
              <a:path w="3467100" h="3046729">
                <a:moveTo>
                  <a:pt x="3342195" y="2767126"/>
                </a:moveTo>
                <a:lnTo>
                  <a:pt x="3302330" y="2758198"/>
                </a:lnTo>
                <a:lnTo>
                  <a:pt x="3293414" y="2798064"/>
                </a:lnTo>
                <a:lnTo>
                  <a:pt x="3333280" y="2806992"/>
                </a:lnTo>
                <a:lnTo>
                  <a:pt x="3342195" y="2767126"/>
                </a:lnTo>
                <a:close/>
              </a:path>
              <a:path w="3467100" h="3046729">
                <a:moveTo>
                  <a:pt x="3360026" y="2687383"/>
                </a:moveTo>
                <a:lnTo>
                  <a:pt x="3320161" y="2678468"/>
                </a:lnTo>
                <a:lnTo>
                  <a:pt x="3311245" y="2718333"/>
                </a:lnTo>
                <a:lnTo>
                  <a:pt x="3351111" y="2727248"/>
                </a:lnTo>
                <a:lnTo>
                  <a:pt x="3360026" y="2687383"/>
                </a:lnTo>
                <a:close/>
              </a:path>
              <a:path w="3467100" h="3046729">
                <a:moveTo>
                  <a:pt x="3377869" y="2607653"/>
                </a:moveTo>
                <a:lnTo>
                  <a:pt x="3338004" y="2598737"/>
                </a:lnTo>
                <a:lnTo>
                  <a:pt x="3329089" y="2638602"/>
                </a:lnTo>
                <a:lnTo>
                  <a:pt x="3368954" y="2647518"/>
                </a:lnTo>
                <a:lnTo>
                  <a:pt x="3377869" y="2607653"/>
                </a:lnTo>
                <a:close/>
              </a:path>
              <a:path w="3467100" h="3046729">
                <a:moveTo>
                  <a:pt x="3395700" y="2527935"/>
                </a:moveTo>
                <a:lnTo>
                  <a:pt x="3355835" y="2519019"/>
                </a:lnTo>
                <a:lnTo>
                  <a:pt x="3346920" y="2558872"/>
                </a:lnTo>
                <a:lnTo>
                  <a:pt x="3386785" y="2567787"/>
                </a:lnTo>
                <a:lnTo>
                  <a:pt x="3395700" y="2527935"/>
                </a:lnTo>
                <a:close/>
              </a:path>
              <a:path w="3467100" h="3046729">
                <a:moveTo>
                  <a:pt x="3413531" y="2448191"/>
                </a:moveTo>
                <a:lnTo>
                  <a:pt x="3373666" y="2439276"/>
                </a:lnTo>
                <a:lnTo>
                  <a:pt x="3364750" y="2479154"/>
                </a:lnTo>
                <a:lnTo>
                  <a:pt x="3404616" y="2488069"/>
                </a:lnTo>
                <a:lnTo>
                  <a:pt x="3413531" y="2448191"/>
                </a:lnTo>
                <a:close/>
              </a:path>
              <a:path w="3467100" h="3046729">
                <a:moveTo>
                  <a:pt x="3466503" y="2398522"/>
                </a:moveTo>
                <a:lnTo>
                  <a:pt x="3457105" y="2360752"/>
                </a:lnTo>
                <a:lnTo>
                  <a:pt x="3433457" y="2265540"/>
                </a:lnTo>
                <a:lnTo>
                  <a:pt x="3346907" y="2371763"/>
                </a:lnTo>
                <a:lnTo>
                  <a:pt x="3386772" y="2380691"/>
                </a:lnTo>
                <a:lnTo>
                  <a:pt x="3382594" y="2399411"/>
                </a:lnTo>
                <a:lnTo>
                  <a:pt x="3422459" y="2408326"/>
                </a:lnTo>
                <a:lnTo>
                  <a:pt x="3426637" y="2389606"/>
                </a:lnTo>
                <a:lnTo>
                  <a:pt x="3466503" y="2398522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402" y="96202"/>
            <a:ext cx="9815195" cy="977900"/>
            <a:chOff x="426402" y="96202"/>
            <a:chExt cx="9815195" cy="977900"/>
          </a:xfrm>
        </p:grpSpPr>
        <p:sp>
          <p:nvSpPr>
            <p:cNvPr id="3" name="object 3"/>
            <p:cNvSpPr/>
            <p:nvPr/>
          </p:nvSpPr>
          <p:spPr>
            <a:xfrm>
              <a:off x="431800" y="101605"/>
              <a:ext cx="5577840" cy="9723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1800" y="101605"/>
              <a:ext cx="9804400" cy="7376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00" y="101600"/>
              <a:ext cx="9804400" cy="737235"/>
            </a:xfrm>
            <a:custGeom>
              <a:avLst/>
              <a:gdLst/>
              <a:ahLst/>
              <a:cxnLst/>
              <a:rect l="l" t="t" r="r" b="b"/>
              <a:pathLst>
                <a:path w="9804400" h="737235">
                  <a:moveTo>
                    <a:pt x="0" y="0"/>
                  </a:moveTo>
                  <a:lnTo>
                    <a:pt x="9804394" y="0"/>
                  </a:lnTo>
                  <a:lnTo>
                    <a:pt x="9804394" y="737032"/>
                  </a:lnTo>
                  <a:lnTo>
                    <a:pt x="0" y="737032"/>
                  </a:lnTo>
                  <a:lnTo>
                    <a:pt x="0" y="0"/>
                  </a:lnTo>
                  <a:close/>
                </a:path>
              </a:pathLst>
            </a:custGeom>
            <a:ln w="10212">
              <a:solidFill>
                <a:srgbClr val="AFABA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9701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Web </a:t>
            </a:r>
            <a:r>
              <a:rPr dirty="0"/>
              <a:t>2.0 </a:t>
            </a:r>
            <a:r>
              <a:rPr spc="-40" dirty="0"/>
              <a:t>Technology</a:t>
            </a:r>
            <a:r>
              <a:rPr spc="110" dirty="0"/>
              <a:t> </a:t>
            </a:r>
            <a:r>
              <a:rPr spc="-20" dirty="0"/>
              <a:t>Survey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8" name="object 8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07259" y="1405166"/>
            <a:ext cx="9265920" cy="4681855"/>
            <a:chOff x="707259" y="1405166"/>
            <a:chExt cx="9265920" cy="4681855"/>
          </a:xfrm>
        </p:grpSpPr>
        <p:sp>
          <p:nvSpPr>
            <p:cNvPr id="11" name="object 11"/>
            <p:cNvSpPr/>
            <p:nvPr/>
          </p:nvSpPr>
          <p:spPr>
            <a:xfrm>
              <a:off x="7419137" y="2002916"/>
              <a:ext cx="2548255" cy="2856230"/>
            </a:xfrm>
            <a:custGeom>
              <a:avLst/>
              <a:gdLst/>
              <a:ahLst/>
              <a:cxnLst/>
              <a:rect l="l" t="t" r="r" b="b"/>
              <a:pathLst>
                <a:path w="2548254" h="2856229">
                  <a:moveTo>
                    <a:pt x="2123427" y="0"/>
                  </a:moveTo>
                  <a:lnTo>
                    <a:pt x="424700" y="0"/>
                  </a:lnTo>
                  <a:lnTo>
                    <a:pt x="378424" y="2491"/>
                  </a:lnTo>
                  <a:lnTo>
                    <a:pt x="333592" y="9794"/>
                  </a:lnTo>
                  <a:lnTo>
                    <a:pt x="290462" y="21650"/>
                  </a:lnTo>
                  <a:lnTo>
                    <a:pt x="249293" y="37798"/>
                  </a:lnTo>
                  <a:lnTo>
                    <a:pt x="210345" y="57980"/>
                  </a:lnTo>
                  <a:lnTo>
                    <a:pt x="173877" y="81937"/>
                  </a:lnTo>
                  <a:lnTo>
                    <a:pt x="140148" y="109411"/>
                  </a:lnTo>
                  <a:lnTo>
                    <a:pt x="109416" y="140141"/>
                  </a:lnTo>
                  <a:lnTo>
                    <a:pt x="81942" y="173869"/>
                  </a:lnTo>
                  <a:lnTo>
                    <a:pt x="57983" y="210336"/>
                  </a:lnTo>
                  <a:lnTo>
                    <a:pt x="37800" y="249283"/>
                  </a:lnTo>
                  <a:lnTo>
                    <a:pt x="21651" y="290450"/>
                  </a:lnTo>
                  <a:lnTo>
                    <a:pt x="9795" y="333580"/>
                  </a:lnTo>
                  <a:lnTo>
                    <a:pt x="2492" y="378412"/>
                  </a:lnTo>
                  <a:lnTo>
                    <a:pt x="0" y="424688"/>
                  </a:lnTo>
                  <a:lnTo>
                    <a:pt x="0" y="2431503"/>
                  </a:lnTo>
                  <a:lnTo>
                    <a:pt x="2492" y="2477779"/>
                  </a:lnTo>
                  <a:lnTo>
                    <a:pt x="9795" y="2522612"/>
                  </a:lnTo>
                  <a:lnTo>
                    <a:pt x="21651" y="2565742"/>
                  </a:lnTo>
                  <a:lnTo>
                    <a:pt x="37800" y="2606910"/>
                  </a:lnTo>
                  <a:lnTo>
                    <a:pt x="57983" y="2645858"/>
                  </a:lnTo>
                  <a:lnTo>
                    <a:pt x="81942" y="2682326"/>
                  </a:lnTo>
                  <a:lnTo>
                    <a:pt x="109416" y="2716056"/>
                  </a:lnTo>
                  <a:lnTo>
                    <a:pt x="140148" y="2746787"/>
                  </a:lnTo>
                  <a:lnTo>
                    <a:pt x="173877" y="2774262"/>
                  </a:lnTo>
                  <a:lnTo>
                    <a:pt x="210345" y="2798220"/>
                  </a:lnTo>
                  <a:lnTo>
                    <a:pt x="249293" y="2818403"/>
                  </a:lnTo>
                  <a:lnTo>
                    <a:pt x="290462" y="2834553"/>
                  </a:lnTo>
                  <a:lnTo>
                    <a:pt x="333592" y="2846409"/>
                  </a:lnTo>
                  <a:lnTo>
                    <a:pt x="378424" y="2853712"/>
                  </a:lnTo>
                  <a:lnTo>
                    <a:pt x="424700" y="2856204"/>
                  </a:lnTo>
                  <a:lnTo>
                    <a:pt x="2123427" y="2856204"/>
                  </a:lnTo>
                  <a:lnTo>
                    <a:pt x="2169703" y="2853712"/>
                  </a:lnTo>
                  <a:lnTo>
                    <a:pt x="2214535" y="2846409"/>
                  </a:lnTo>
                  <a:lnTo>
                    <a:pt x="2257665" y="2834553"/>
                  </a:lnTo>
                  <a:lnTo>
                    <a:pt x="2298834" y="2818403"/>
                  </a:lnTo>
                  <a:lnTo>
                    <a:pt x="2337782" y="2798220"/>
                  </a:lnTo>
                  <a:lnTo>
                    <a:pt x="2374250" y="2774262"/>
                  </a:lnTo>
                  <a:lnTo>
                    <a:pt x="2407979" y="2746787"/>
                  </a:lnTo>
                  <a:lnTo>
                    <a:pt x="2438711" y="2716056"/>
                  </a:lnTo>
                  <a:lnTo>
                    <a:pt x="2466185" y="2682326"/>
                  </a:lnTo>
                  <a:lnTo>
                    <a:pt x="2490144" y="2645858"/>
                  </a:lnTo>
                  <a:lnTo>
                    <a:pt x="2510327" y="2606910"/>
                  </a:lnTo>
                  <a:lnTo>
                    <a:pt x="2526476" y="2565742"/>
                  </a:lnTo>
                  <a:lnTo>
                    <a:pt x="2538332" y="2522612"/>
                  </a:lnTo>
                  <a:lnTo>
                    <a:pt x="2545635" y="2477779"/>
                  </a:lnTo>
                  <a:lnTo>
                    <a:pt x="2548128" y="2431503"/>
                  </a:lnTo>
                  <a:lnTo>
                    <a:pt x="2548128" y="424688"/>
                  </a:lnTo>
                  <a:lnTo>
                    <a:pt x="2545635" y="378412"/>
                  </a:lnTo>
                  <a:lnTo>
                    <a:pt x="2538332" y="333580"/>
                  </a:lnTo>
                  <a:lnTo>
                    <a:pt x="2526476" y="290450"/>
                  </a:lnTo>
                  <a:lnTo>
                    <a:pt x="2510327" y="249283"/>
                  </a:lnTo>
                  <a:lnTo>
                    <a:pt x="2490144" y="210336"/>
                  </a:lnTo>
                  <a:lnTo>
                    <a:pt x="2466185" y="173869"/>
                  </a:lnTo>
                  <a:lnTo>
                    <a:pt x="2438711" y="140141"/>
                  </a:lnTo>
                  <a:lnTo>
                    <a:pt x="2407979" y="109411"/>
                  </a:lnTo>
                  <a:lnTo>
                    <a:pt x="2374250" y="81937"/>
                  </a:lnTo>
                  <a:lnTo>
                    <a:pt x="2337782" y="57980"/>
                  </a:lnTo>
                  <a:lnTo>
                    <a:pt x="2298834" y="37798"/>
                  </a:lnTo>
                  <a:lnTo>
                    <a:pt x="2257665" y="21650"/>
                  </a:lnTo>
                  <a:lnTo>
                    <a:pt x="2214535" y="9794"/>
                  </a:lnTo>
                  <a:lnTo>
                    <a:pt x="2169703" y="2491"/>
                  </a:lnTo>
                  <a:lnTo>
                    <a:pt x="2123427" y="0"/>
                  </a:lnTo>
                  <a:close/>
                </a:path>
              </a:pathLst>
            </a:custGeom>
            <a:solidFill>
              <a:srgbClr val="B1ED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19137" y="2002916"/>
              <a:ext cx="2548255" cy="2856230"/>
            </a:xfrm>
            <a:custGeom>
              <a:avLst/>
              <a:gdLst/>
              <a:ahLst/>
              <a:cxnLst/>
              <a:rect l="l" t="t" r="r" b="b"/>
              <a:pathLst>
                <a:path w="2548254" h="2856229">
                  <a:moveTo>
                    <a:pt x="0" y="424696"/>
                  </a:moveTo>
                  <a:lnTo>
                    <a:pt x="2492" y="378420"/>
                  </a:lnTo>
                  <a:lnTo>
                    <a:pt x="9795" y="333588"/>
                  </a:lnTo>
                  <a:lnTo>
                    <a:pt x="21651" y="290459"/>
                  </a:lnTo>
                  <a:lnTo>
                    <a:pt x="37800" y="249291"/>
                  </a:lnTo>
                  <a:lnTo>
                    <a:pt x="57983" y="210343"/>
                  </a:lnTo>
                  <a:lnTo>
                    <a:pt x="81941" y="173875"/>
                  </a:lnTo>
                  <a:lnTo>
                    <a:pt x="109416" y="140146"/>
                  </a:lnTo>
                  <a:lnTo>
                    <a:pt x="140147" y="109415"/>
                  </a:lnTo>
                  <a:lnTo>
                    <a:pt x="173876" y="81941"/>
                  </a:lnTo>
                  <a:lnTo>
                    <a:pt x="210344" y="57983"/>
                  </a:lnTo>
                  <a:lnTo>
                    <a:pt x="249291" y="37800"/>
                  </a:lnTo>
                  <a:lnTo>
                    <a:pt x="290459" y="21651"/>
                  </a:lnTo>
                  <a:lnTo>
                    <a:pt x="333589" y="9795"/>
                  </a:lnTo>
                  <a:lnTo>
                    <a:pt x="378421" y="2492"/>
                  </a:lnTo>
                  <a:lnTo>
                    <a:pt x="424696" y="0"/>
                  </a:lnTo>
                  <a:lnTo>
                    <a:pt x="2123427" y="0"/>
                  </a:lnTo>
                  <a:lnTo>
                    <a:pt x="2169702" y="2492"/>
                  </a:lnTo>
                  <a:lnTo>
                    <a:pt x="2214533" y="9795"/>
                  </a:lnTo>
                  <a:lnTo>
                    <a:pt x="2257662" y="21651"/>
                  </a:lnTo>
                  <a:lnTo>
                    <a:pt x="2298830" y="37800"/>
                  </a:lnTo>
                  <a:lnTo>
                    <a:pt x="2337777" y="57983"/>
                  </a:lnTo>
                  <a:lnTo>
                    <a:pt x="2374245" y="81941"/>
                  </a:lnTo>
                  <a:lnTo>
                    <a:pt x="2407974" y="109415"/>
                  </a:lnTo>
                  <a:lnTo>
                    <a:pt x="2438706" y="140146"/>
                  </a:lnTo>
                  <a:lnTo>
                    <a:pt x="2466180" y="173875"/>
                  </a:lnTo>
                  <a:lnTo>
                    <a:pt x="2490139" y="210343"/>
                  </a:lnTo>
                  <a:lnTo>
                    <a:pt x="2510322" y="249291"/>
                  </a:lnTo>
                  <a:lnTo>
                    <a:pt x="2526472" y="290459"/>
                  </a:lnTo>
                  <a:lnTo>
                    <a:pt x="2538328" y="333588"/>
                  </a:lnTo>
                  <a:lnTo>
                    <a:pt x="2545631" y="378420"/>
                  </a:lnTo>
                  <a:lnTo>
                    <a:pt x="2548124" y="424696"/>
                  </a:lnTo>
                  <a:lnTo>
                    <a:pt x="2548124" y="2431509"/>
                  </a:lnTo>
                  <a:lnTo>
                    <a:pt x="2545631" y="2477785"/>
                  </a:lnTo>
                  <a:lnTo>
                    <a:pt x="2538328" y="2522618"/>
                  </a:lnTo>
                  <a:lnTo>
                    <a:pt x="2526472" y="2565748"/>
                  </a:lnTo>
                  <a:lnTo>
                    <a:pt x="2510322" y="2606916"/>
                  </a:lnTo>
                  <a:lnTo>
                    <a:pt x="2490139" y="2645864"/>
                  </a:lnTo>
                  <a:lnTo>
                    <a:pt x="2466180" y="2682331"/>
                  </a:lnTo>
                  <a:lnTo>
                    <a:pt x="2438706" y="2716060"/>
                  </a:lnTo>
                  <a:lnTo>
                    <a:pt x="2407974" y="2746791"/>
                  </a:lnTo>
                  <a:lnTo>
                    <a:pt x="2374245" y="2774265"/>
                  </a:lnTo>
                  <a:lnTo>
                    <a:pt x="2337777" y="2798223"/>
                  </a:lnTo>
                  <a:lnTo>
                    <a:pt x="2298830" y="2818406"/>
                  </a:lnTo>
                  <a:lnTo>
                    <a:pt x="2257662" y="2834554"/>
                  </a:lnTo>
                  <a:lnTo>
                    <a:pt x="2214533" y="2846410"/>
                  </a:lnTo>
                  <a:lnTo>
                    <a:pt x="2169702" y="2853713"/>
                  </a:lnTo>
                  <a:lnTo>
                    <a:pt x="2123427" y="2856205"/>
                  </a:lnTo>
                  <a:lnTo>
                    <a:pt x="424696" y="2856205"/>
                  </a:lnTo>
                  <a:lnTo>
                    <a:pt x="378421" y="2853713"/>
                  </a:lnTo>
                  <a:lnTo>
                    <a:pt x="333589" y="2846410"/>
                  </a:lnTo>
                  <a:lnTo>
                    <a:pt x="290459" y="2834554"/>
                  </a:lnTo>
                  <a:lnTo>
                    <a:pt x="249291" y="2818406"/>
                  </a:lnTo>
                  <a:lnTo>
                    <a:pt x="210344" y="2798223"/>
                  </a:lnTo>
                  <a:lnTo>
                    <a:pt x="173876" y="2774265"/>
                  </a:lnTo>
                  <a:lnTo>
                    <a:pt x="140147" y="2746791"/>
                  </a:lnTo>
                  <a:lnTo>
                    <a:pt x="109416" y="2716060"/>
                  </a:lnTo>
                  <a:lnTo>
                    <a:pt x="81941" y="2682331"/>
                  </a:lnTo>
                  <a:lnTo>
                    <a:pt x="57983" y="2645864"/>
                  </a:lnTo>
                  <a:lnTo>
                    <a:pt x="37800" y="2606916"/>
                  </a:lnTo>
                  <a:lnTo>
                    <a:pt x="21651" y="2565748"/>
                  </a:lnTo>
                  <a:lnTo>
                    <a:pt x="9795" y="2522618"/>
                  </a:lnTo>
                  <a:lnTo>
                    <a:pt x="2492" y="2477785"/>
                  </a:lnTo>
                  <a:lnTo>
                    <a:pt x="0" y="2431509"/>
                  </a:lnTo>
                  <a:lnTo>
                    <a:pt x="0" y="424696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2656" y="3533140"/>
              <a:ext cx="5836920" cy="2548255"/>
            </a:xfrm>
            <a:custGeom>
              <a:avLst/>
              <a:gdLst/>
              <a:ahLst/>
              <a:cxnLst/>
              <a:rect l="l" t="t" r="r" b="b"/>
              <a:pathLst>
                <a:path w="5836920" h="2548254">
                  <a:moveTo>
                    <a:pt x="5411981" y="0"/>
                  </a:moveTo>
                  <a:lnTo>
                    <a:pt x="424696" y="0"/>
                  </a:lnTo>
                  <a:lnTo>
                    <a:pt x="378421" y="2492"/>
                  </a:lnTo>
                  <a:lnTo>
                    <a:pt x="333589" y="9795"/>
                  </a:lnTo>
                  <a:lnTo>
                    <a:pt x="290459" y="21651"/>
                  </a:lnTo>
                  <a:lnTo>
                    <a:pt x="249291" y="37800"/>
                  </a:lnTo>
                  <a:lnTo>
                    <a:pt x="210344" y="57983"/>
                  </a:lnTo>
                  <a:lnTo>
                    <a:pt x="173876" y="81942"/>
                  </a:lnTo>
                  <a:lnTo>
                    <a:pt x="140147" y="109416"/>
                  </a:lnTo>
                  <a:lnTo>
                    <a:pt x="109416" y="140148"/>
                  </a:lnTo>
                  <a:lnTo>
                    <a:pt x="81941" y="173877"/>
                  </a:lnTo>
                  <a:lnTo>
                    <a:pt x="57983" y="210345"/>
                  </a:lnTo>
                  <a:lnTo>
                    <a:pt x="37800" y="249293"/>
                  </a:lnTo>
                  <a:lnTo>
                    <a:pt x="21651" y="290462"/>
                  </a:lnTo>
                  <a:lnTo>
                    <a:pt x="9795" y="333592"/>
                  </a:lnTo>
                  <a:lnTo>
                    <a:pt x="2492" y="378424"/>
                  </a:lnTo>
                  <a:lnTo>
                    <a:pt x="0" y="424700"/>
                  </a:lnTo>
                  <a:lnTo>
                    <a:pt x="0" y="2123427"/>
                  </a:lnTo>
                  <a:lnTo>
                    <a:pt x="2492" y="2169703"/>
                  </a:lnTo>
                  <a:lnTo>
                    <a:pt x="9795" y="2214535"/>
                  </a:lnTo>
                  <a:lnTo>
                    <a:pt x="21651" y="2257665"/>
                  </a:lnTo>
                  <a:lnTo>
                    <a:pt x="37800" y="2298834"/>
                  </a:lnTo>
                  <a:lnTo>
                    <a:pt x="57983" y="2337782"/>
                  </a:lnTo>
                  <a:lnTo>
                    <a:pt x="81941" y="2374250"/>
                  </a:lnTo>
                  <a:lnTo>
                    <a:pt x="109416" y="2407979"/>
                  </a:lnTo>
                  <a:lnTo>
                    <a:pt x="140147" y="2438711"/>
                  </a:lnTo>
                  <a:lnTo>
                    <a:pt x="173876" y="2466185"/>
                  </a:lnTo>
                  <a:lnTo>
                    <a:pt x="210344" y="2490144"/>
                  </a:lnTo>
                  <a:lnTo>
                    <a:pt x="249291" y="2510327"/>
                  </a:lnTo>
                  <a:lnTo>
                    <a:pt x="290459" y="2526476"/>
                  </a:lnTo>
                  <a:lnTo>
                    <a:pt x="333589" y="2538332"/>
                  </a:lnTo>
                  <a:lnTo>
                    <a:pt x="378421" y="2545635"/>
                  </a:lnTo>
                  <a:lnTo>
                    <a:pt x="424696" y="2548128"/>
                  </a:lnTo>
                  <a:lnTo>
                    <a:pt x="5411981" y="2548128"/>
                  </a:lnTo>
                  <a:lnTo>
                    <a:pt x="5458257" y="2545635"/>
                  </a:lnTo>
                  <a:lnTo>
                    <a:pt x="5503090" y="2538332"/>
                  </a:lnTo>
                  <a:lnTo>
                    <a:pt x="5546220" y="2526476"/>
                  </a:lnTo>
                  <a:lnTo>
                    <a:pt x="5587388" y="2510327"/>
                  </a:lnTo>
                  <a:lnTo>
                    <a:pt x="5626336" y="2490144"/>
                  </a:lnTo>
                  <a:lnTo>
                    <a:pt x="5662804" y="2466185"/>
                  </a:lnTo>
                  <a:lnTo>
                    <a:pt x="5696534" y="2438711"/>
                  </a:lnTo>
                  <a:lnTo>
                    <a:pt x="5727265" y="2407979"/>
                  </a:lnTo>
                  <a:lnTo>
                    <a:pt x="5754740" y="2374250"/>
                  </a:lnTo>
                  <a:lnTo>
                    <a:pt x="5778698" y="2337782"/>
                  </a:lnTo>
                  <a:lnTo>
                    <a:pt x="5798881" y="2298834"/>
                  </a:lnTo>
                  <a:lnTo>
                    <a:pt x="5815031" y="2257665"/>
                  </a:lnTo>
                  <a:lnTo>
                    <a:pt x="5826886" y="2214535"/>
                  </a:lnTo>
                  <a:lnTo>
                    <a:pt x="5834190" y="2169703"/>
                  </a:lnTo>
                  <a:lnTo>
                    <a:pt x="5836682" y="2123427"/>
                  </a:lnTo>
                  <a:lnTo>
                    <a:pt x="5836682" y="424700"/>
                  </a:lnTo>
                  <a:lnTo>
                    <a:pt x="5834190" y="378424"/>
                  </a:lnTo>
                  <a:lnTo>
                    <a:pt x="5826886" y="333592"/>
                  </a:lnTo>
                  <a:lnTo>
                    <a:pt x="5815031" y="290462"/>
                  </a:lnTo>
                  <a:lnTo>
                    <a:pt x="5798881" y="249293"/>
                  </a:lnTo>
                  <a:lnTo>
                    <a:pt x="5778698" y="210345"/>
                  </a:lnTo>
                  <a:lnTo>
                    <a:pt x="5754740" y="173877"/>
                  </a:lnTo>
                  <a:lnTo>
                    <a:pt x="5727265" y="140148"/>
                  </a:lnTo>
                  <a:lnTo>
                    <a:pt x="5696534" y="109416"/>
                  </a:lnTo>
                  <a:lnTo>
                    <a:pt x="5662804" y="81942"/>
                  </a:lnTo>
                  <a:lnTo>
                    <a:pt x="5626336" y="57983"/>
                  </a:lnTo>
                  <a:lnTo>
                    <a:pt x="5587388" y="37800"/>
                  </a:lnTo>
                  <a:lnTo>
                    <a:pt x="5546220" y="21651"/>
                  </a:lnTo>
                  <a:lnTo>
                    <a:pt x="5503090" y="9795"/>
                  </a:lnTo>
                  <a:lnTo>
                    <a:pt x="5458257" y="2492"/>
                  </a:lnTo>
                  <a:lnTo>
                    <a:pt x="5411981" y="0"/>
                  </a:lnTo>
                  <a:close/>
                </a:path>
              </a:pathLst>
            </a:custGeom>
            <a:solidFill>
              <a:srgbClr val="5B9B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12656" y="3533140"/>
              <a:ext cx="5836920" cy="2548255"/>
            </a:xfrm>
            <a:custGeom>
              <a:avLst/>
              <a:gdLst/>
              <a:ahLst/>
              <a:cxnLst/>
              <a:rect l="l" t="t" r="r" b="b"/>
              <a:pathLst>
                <a:path w="5836920" h="2548254">
                  <a:moveTo>
                    <a:pt x="0" y="424697"/>
                  </a:moveTo>
                  <a:lnTo>
                    <a:pt x="2492" y="378421"/>
                  </a:lnTo>
                  <a:lnTo>
                    <a:pt x="9795" y="333589"/>
                  </a:lnTo>
                  <a:lnTo>
                    <a:pt x="21651" y="290460"/>
                  </a:lnTo>
                  <a:lnTo>
                    <a:pt x="37800" y="249292"/>
                  </a:lnTo>
                  <a:lnTo>
                    <a:pt x="57983" y="210344"/>
                  </a:lnTo>
                  <a:lnTo>
                    <a:pt x="81941" y="173876"/>
                  </a:lnTo>
                  <a:lnTo>
                    <a:pt x="109416" y="140147"/>
                  </a:lnTo>
                  <a:lnTo>
                    <a:pt x="140147" y="109416"/>
                  </a:lnTo>
                  <a:lnTo>
                    <a:pt x="173876" y="81941"/>
                  </a:lnTo>
                  <a:lnTo>
                    <a:pt x="210344" y="57983"/>
                  </a:lnTo>
                  <a:lnTo>
                    <a:pt x="249292" y="37800"/>
                  </a:lnTo>
                  <a:lnTo>
                    <a:pt x="290460" y="21651"/>
                  </a:lnTo>
                  <a:lnTo>
                    <a:pt x="333589" y="9795"/>
                  </a:lnTo>
                  <a:lnTo>
                    <a:pt x="378421" y="2492"/>
                  </a:lnTo>
                  <a:lnTo>
                    <a:pt x="424697" y="0"/>
                  </a:lnTo>
                  <a:lnTo>
                    <a:pt x="5411985" y="0"/>
                  </a:lnTo>
                  <a:lnTo>
                    <a:pt x="5458259" y="2492"/>
                  </a:lnTo>
                  <a:lnTo>
                    <a:pt x="5503091" y="9795"/>
                  </a:lnTo>
                  <a:lnTo>
                    <a:pt x="5546220" y="21651"/>
                  </a:lnTo>
                  <a:lnTo>
                    <a:pt x="5587388" y="37800"/>
                  </a:lnTo>
                  <a:lnTo>
                    <a:pt x="5626335" y="57983"/>
                  </a:lnTo>
                  <a:lnTo>
                    <a:pt x="5662803" y="81941"/>
                  </a:lnTo>
                  <a:lnTo>
                    <a:pt x="5696532" y="109416"/>
                  </a:lnTo>
                  <a:lnTo>
                    <a:pt x="5727263" y="140147"/>
                  </a:lnTo>
                  <a:lnTo>
                    <a:pt x="5754738" y="173876"/>
                  </a:lnTo>
                  <a:lnTo>
                    <a:pt x="5778696" y="210344"/>
                  </a:lnTo>
                  <a:lnTo>
                    <a:pt x="5798880" y="249292"/>
                  </a:lnTo>
                  <a:lnTo>
                    <a:pt x="5815029" y="290460"/>
                  </a:lnTo>
                  <a:lnTo>
                    <a:pt x="5826885" y="333589"/>
                  </a:lnTo>
                  <a:lnTo>
                    <a:pt x="5834189" y="378421"/>
                  </a:lnTo>
                  <a:lnTo>
                    <a:pt x="5836681" y="424697"/>
                  </a:lnTo>
                  <a:lnTo>
                    <a:pt x="5836681" y="2123427"/>
                  </a:lnTo>
                  <a:lnTo>
                    <a:pt x="5834189" y="2169702"/>
                  </a:lnTo>
                  <a:lnTo>
                    <a:pt x="5826885" y="2214533"/>
                  </a:lnTo>
                  <a:lnTo>
                    <a:pt x="5815029" y="2257662"/>
                  </a:lnTo>
                  <a:lnTo>
                    <a:pt x="5798880" y="2298830"/>
                  </a:lnTo>
                  <a:lnTo>
                    <a:pt x="5778696" y="2337777"/>
                  </a:lnTo>
                  <a:lnTo>
                    <a:pt x="5754738" y="2374245"/>
                  </a:lnTo>
                  <a:lnTo>
                    <a:pt x="5727263" y="2407974"/>
                  </a:lnTo>
                  <a:lnTo>
                    <a:pt x="5696532" y="2438706"/>
                  </a:lnTo>
                  <a:lnTo>
                    <a:pt x="5662803" y="2466180"/>
                  </a:lnTo>
                  <a:lnTo>
                    <a:pt x="5626335" y="2490139"/>
                  </a:lnTo>
                  <a:lnTo>
                    <a:pt x="5587388" y="2510322"/>
                  </a:lnTo>
                  <a:lnTo>
                    <a:pt x="5546220" y="2526472"/>
                  </a:lnTo>
                  <a:lnTo>
                    <a:pt x="5503091" y="2538328"/>
                  </a:lnTo>
                  <a:lnTo>
                    <a:pt x="5458259" y="2545631"/>
                  </a:lnTo>
                  <a:lnTo>
                    <a:pt x="5411985" y="2548124"/>
                  </a:lnTo>
                  <a:lnTo>
                    <a:pt x="424697" y="2548124"/>
                  </a:lnTo>
                  <a:lnTo>
                    <a:pt x="378421" y="2545631"/>
                  </a:lnTo>
                  <a:lnTo>
                    <a:pt x="333589" y="2538328"/>
                  </a:lnTo>
                  <a:lnTo>
                    <a:pt x="290460" y="2526472"/>
                  </a:lnTo>
                  <a:lnTo>
                    <a:pt x="249292" y="2510322"/>
                  </a:lnTo>
                  <a:lnTo>
                    <a:pt x="210344" y="2490139"/>
                  </a:lnTo>
                  <a:lnTo>
                    <a:pt x="173876" y="2466180"/>
                  </a:lnTo>
                  <a:lnTo>
                    <a:pt x="140147" y="2438706"/>
                  </a:lnTo>
                  <a:lnTo>
                    <a:pt x="109416" y="2407974"/>
                  </a:lnTo>
                  <a:lnTo>
                    <a:pt x="81941" y="2374245"/>
                  </a:lnTo>
                  <a:lnTo>
                    <a:pt x="57983" y="2337777"/>
                  </a:lnTo>
                  <a:lnTo>
                    <a:pt x="37800" y="2298830"/>
                  </a:lnTo>
                  <a:lnTo>
                    <a:pt x="21651" y="2257662"/>
                  </a:lnTo>
                  <a:lnTo>
                    <a:pt x="9795" y="2214533"/>
                  </a:lnTo>
                  <a:lnTo>
                    <a:pt x="2492" y="2169702"/>
                  </a:lnTo>
                  <a:lnTo>
                    <a:pt x="0" y="2123427"/>
                  </a:lnTo>
                  <a:lnTo>
                    <a:pt x="0" y="424697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659913" y="1410563"/>
              <a:ext cx="2812415" cy="2780030"/>
            </a:xfrm>
            <a:custGeom>
              <a:avLst/>
              <a:gdLst/>
              <a:ahLst/>
              <a:cxnLst/>
              <a:rect l="l" t="t" r="r" b="b"/>
              <a:pathLst>
                <a:path w="2812415" h="2780029">
                  <a:moveTo>
                    <a:pt x="2348687" y="0"/>
                  </a:moveTo>
                  <a:lnTo>
                    <a:pt x="463283" y="0"/>
                  </a:lnTo>
                  <a:lnTo>
                    <a:pt x="415914" y="2391"/>
                  </a:lnTo>
                  <a:lnTo>
                    <a:pt x="369914" y="9412"/>
                  </a:lnTo>
                  <a:lnTo>
                    <a:pt x="325516" y="20827"/>
                  </a:lnTo>
                  <a:lnTo>
                    <a:pt x="282951" y="36406"/>
                  </a:lnTo>
                  <a:lnTo>
                    <a:pt x="242453" y="55914"/>
                  </a:lnTo>
                  <a:lnTo>
                    <a:pt x="204256" y="79120"/>
                  </a:lnTo>
                  <a:lnTo>
                    <a:pt x="168591" y="105789"/>
                  </a:lnTo>
                  <a:lnTo>
                    <a:pt x="135691" y="135689"/>
                  </a:lnTo>
                  <a:lnTo>
                    <a:pt x="105790" y="168588"/>
                  </a:lnTo>
                  <a:lnTo>
                    <a:pt x="79120" y="204252"/>
                  </a:lnTo>
                  <a:lnTo>
                    <a:pt x="55915" y="242449"/>
                  </a:lnTo>
                  <a:lnTo>
                    <a:pt x="36406" y="282946"/>
                  </a:lnTo>
                  <a:lnTo>
                    <a:pt x="20828" y="325509"/>
                  </a:lnTo>
                  <a:lnTo>
                    <a:pt x="9412" y="369906"/>
                  </a:lnTo>
                  <a:lnTo>
                    <a:pt x="2391" y="415904"/>
                  </a:lnTo>
                  <a:lnTo>
                    <a:pt x="0" y="463270"/>
                  </a:lnTo>
                  <a:lnTo>
                    <a:pt x="0" y="2316340"/>
                  </a:lnTo>
                  <a:lnTo>
                    <a:pt x="2391" y="2363706"/>
                  </a:lnTo>
                  <a:lnTo>
                    <a:pt x="9412" y="2409704"/>
                  </a:lnTo>
                  <a:lnTo>
                    <a:pt x="20828" y="2454101"/>
                  </a:lnTo>
                  <a:lnTo>
                    <a:pt x="36406" y="2496664"/>
                  </a:lnTo>
                  <a:lnTo>
                    <a:pt x="55915" y="2537161"/>
                  </a:lnTo>
                  <a:lnTo>
                    <a:pt x="79120" y="2575357"/>
                  </a:lnTo>
                  <a:lnTo>
                    <a:pt x="105790" y="2611022"/>
                  </a:lnTo>
                  <a:lnTo>
                    <a:pt x="135691" y="2643920"/>
                  </a:lnTo>
                  <a:lnTo>
                    <a:pt x="168591" y="2673821"/>
                  </a:lnTo>
                  <a:lnTo>
                    <a:pt x="204256" y="2700490"/>
                  </a:lnTo>
                  <a:lnTo>
                    <a:pt x="242453" y="2723696"/>
                  </a:lnTo>
                  <a:lnTo>
                    <a:pt x="282951" y="2743204"/>
                  </a:lnTo>
                  <a:lnTo>
                    <a:pt x="325516" y="2758782"/>
                  </a:lnTo>
                  <a:lnTo>
                    <a:pt x="369914" y="2770198"/>
                  </a:lnTo>
                  <a:lnTo>
                    <a:pt x="415914" y="2777219"/>
                  </a:lnTo>
                  <a:lnTo>
                    <a:pt x="463283" y="2779610"/>
                  </a:lnTo>
                  <a:lnTo>
                    <a:pt x="2348687" y="2779610"/>
                  </a:lnTo>
                  <a:lnTo>
                    <a:pt x="2396053" y="2777219"/>
                  </a:lnTo>
                  <a:lnTo>
                    <a:pt x="2442051" y="2770198"/>
                  </a:lnTo>
                  <a:lnTo>
                    <a:pt x="2486448" y="2758782"/>
                  </a:lnTo>
                  <a:lnTo>
                    <a:pt x="2529011" y="2743204"/>
                  </a:lnTo>
                  <a:lnTo>
                    <a:pt x="2569508" y="2723696"/>
                  </a:lnTo>
                  <a:lnTo>
                    <a:pt x="2607704" y="2700490"/>
                  </a:lnTo>
                  <a:lnTo>
                    <a:pt x="2643369" y="2673821"/>
                  </a:lnTo>
                  <a:lnTo>
                    <a:pt x="2676267" y="2643920"/>
                  </a:lnTo>
                  <a:lnTo>
                    <a:pt x="2706168" y="2611022"/>
                  </a:lnTo>
                  <a:lnTo>
                    <a:pt x="2732837" y="2575357"/>
                  </a:lnTo>
                  <a:lnTo>
                    <a:pt x="2756042" y="2537161"/>
                  </a:lnTo>
                  <a:lnTo>
                    <a:pt x="2775551" y="2496664"/>
                  </a:lnTo>
                  <a:lnTo>
                    <a:pt x="2791129" y="2454101"/>
                  </a:lnTo>
                  <a:lnTo>
                    <a:pt x="2802545" y="2409704"/>
                  </a:lnTo>
                  <a:lnTo>
                    <a:pt x="2809565" y="2363706"/>
                  </a:lnTo>
                  <a:lnTo>
                    <a:pt x="2811957" y="2316340"/>
                  </a:lnTo>
                  <a:lnTo>
                    <a:pt x="2811957" y="463270"/>
                  </a:lnTo>
                  <a:lnTo>
                    <a:pt x="2809565" y="415904"/>
                  </a:lnTo>
                  <a:lnTo>
                    <a:pt x="2802545" y="369906"/>
                  </a:lnTo>
                  <a:lnTo>
                    <a:pt x="2791129" y="325509"/>
                  </a:lnTo>
                  <a:lnTo>
                    <a:pt x="2775551" y="282946"/>
                  </a:lnTo>
                  <a:lnTo>
                    <a:pt x="2756042" y="242449"/>
                  </a:lnTo>
                  <a:lnTo>
                    <a:pt x="2732837" y="204252"/>
                  </a:lnTo>
                  <a:lnTo>
                    <a:pt x="2706168" y="168588"/>
                  </a:lnTo>
                  <a:lnTo>
                    <a:pt x="2676267" y="135689"/>
                  </a:lnTo>
                  <a:lnTo>
                    <a:pt x="2643369" y="105789"/>
                  </a:lnTo>
                  <a:lnTo>
                    <a:pt x="2607704" y="79120"/>
                  </a:lnTo>
                  <a:lnTo>
                    <a:pt x="2569508" y="55914"/>
                  </a:lnTo>
                  <a:lnTo>
                    <a:pt x="2529011" y="36406"/>
                  </a:lnTo>
                  <a:lnTo>
                    <a:pt x="2486448" y="20827"/>
                  </a:lnTo>
                  <a:lnTo>
                    <a:pt x="2442051" y="9412"/>
                  </a:lnTo>
                  <a:lnTo>
                    <a:pt x="2396053" y="2391"/>
                  </a:lnTo>
                  <a:lnTo>
                    <a:pt x="2348687" y="0"/>
                  </a:lnTo>
                  <a:close/>
                </a:path>
              </a:pathLst>
            </a:custGeom>
            <a:solidFill>
              <a:srgbClr val="E3E5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59913" y="1410563"/>
              <a:ext cx="2812415" cy="2780030"/>
            </a:xfrm>
            <a:custGeom>
              <a:avLst/>
              <a:gdLst/>
              <a:ahLst/>
              <a:cxnLst/>
              <a:rect l="l" t="t" r="r" b="b"/>
              <a:pathLst>
                <a:path w="2812415" h="2780029">
                  <a:moveTo>
                    <a:pt x="0" y="463278"/>
                  </a:moveTo>
                  <a:lnTo>
                    <a:pt x="2391" y="415910"/>
                  </a:lnTo>
                  <a:lnTo>
                    <a:pt x="9412" y="369911"/>
                  </a:lnTo>
                  <a:lnTo>
                    <a:pt x="20828" y="325513"/>
                  </a:lnTo>
                  <a:lnTo>
                    <a:pt x="36406" y="282949"/>
                  </a:lnTo>
                  <a:lnTo>
                    <a:pt x="55915" y="242451"/>
                  </a:lnTo>
                  <a:lnTo>
                    <a:pt x="79120" y="204254"/>
                  </a:lnTo>
                  <a:lnTo>
                    <a:pt x="105789" y="168589"/>
                  </a:lnTo>
                  <a:lnTo>
                    <a:pt x="135690" y="135690"/>
                  </a:lnTo>
                  <a:lnTo>
                    <a:pt x="168589" y="105789"/>
                  </a:lnTo>
                  <a:lnTo>
                    <a:pt x="204254" y="79120"/>
                  </a:lnTo>
                  <a:lnTo>
                    <a:pt x="242451" y="55915"/>
                  </a:lnTo>
                  <a:lnTo>
                    <a:pt x="282949" y="36406"/>
                  </a:lnTo>
                  <a:lnTo>
                    <a:pt x="325513" y="20828"/>
                  </a:lnTo>
                  <a:lnTo>
                    <a:pt x="369911" y="9412"/>
                  </a:lnTo>
                  <a:lnTo>
                    <a:pt x="415910" y="2391"/>
                  </a:lnTo>
                  <a:lnTo>
                    <a:pt x="463278" y="0"/>
                  </a:lnTo>
                  <a:lnTo>
                    <a:pt x="2348680" y="0"/>
                  </a:lnTo>
                  <a:lnTo>
                    <a:pt x="2396046" y="2391"/>
                  </a:lnTo>
                  <a:lnTo>
                    <a:pt x="2442044" y="9412"/>
                  </a:lnTo>
                  <a:lnTo>
                    <a:pt x="2486441" y="20828"/>
                  </a:lnTo>
                  <a:lnTo>
                    <a:pt x="2529004" y="36406"/>
                  </a:lnTo>
                  <a:lnTo>
                    <a:pt x="2569501" y="55915"/>
                  </a:lnTo>
                  <a:lnTo>
                    <a:pt x="2607698" y="79120"/>
                  </a:lnTo>
                  <a:lnTo>
                    <a:pt x="2643363" y="105789"/>
                  </a:lnTo>
                  <a:lnTo>
                    <a:pt x="2676262" y="135690"/>
                  </a:lnTo>
                  <a:lnTo>
                    <a:pt x="2706163" y="168589"/>
                  </a:lnTo>
                  <a:lnTo>
                    <a:pt x="2732833" y="204254"/>
                  </a:lnTo>
                  <a:lnTo>
                    <a:pt x="2756038" y="242451"/>
                  </a:lnTo>
                  <a:lnTo>
                    <a:pt x="2775547" y="282949"/>
                  </a:lnTo>
                  <a:lnTo>
                    <a:pt x="2791126" y="325513"/>
                  </a:lnTo>
                  <a:lnTo>
                    <a:pt x="2802542" y="369911"/>
                  </a:lnTo>
                  <a:lnTo>
                    <a:pt x="2809562" y="415910"/>
                  </a:lnTo>
                  <a:lnTo>
                    <a:pt x="2811954" y="463278"/>
                  </a:lnTo>
                  <a:lnTo>
                    <a:pt x="2811954" y="2316331"/>
                  </a:lnTo>
                  <a:lnTo>
                    <a:pt x="2809562" y="2363699"/>
                  </a:lnTo>
                  <a:lnTo>
                    <a:pt x="2802542" y="2409698"/>
                  </a:lnTo>
                  <a:lnTo>
                    <a:pt x="2791126" y="2454097"/>
                  </a:lnTo>
                  <a:lnTo>
                    <a:pt x="2775547" y="2496662"/>
                  </a:lnTo>
                  <a:lnTo>
                    <a:pt x="2756038" y="2537159"/>
                  </a:lnTo>
                  <a:lnTo>
                    <a:pt x="2732833" y="2575357"/>
                  </a:lnTo>
                  <a:lnTo>
                    <a:pt x="2706163" y="2611023"/>
                  </a:lnTo>
                  <a:lnTo>
                    <a:pt x="2676262" y="2643923"/>
                  </a:lnTo>
                  <a:lnTo>
                    <a:pt x="2643363" y="2673824"/>
                  </a:lnTo>
                  <a:lnTo>
                    <a:pt x="2607698" y="2700494"/>
                  </a:lnTo>
                  <a:lnTo>
                    <a:pt x="2569501" y="2723700"/>
                  </a:lnTo>
                  <a:lnTo>
                    <a:pt x="2529004" y="2743209"/>
                  </a:lnTo>
                  <a:lnTo>
                    <a:pt x="2486441" y="2758788"/>
                  </a:lnTo>
                  <a:lnTo>
                    <a:pt x="2442044" y="2770204"/>
                  </a:lnTo>
                  <a:lnTo>
                    <a:pt x="2396046" y="2777224"/>
                  </a:lnTo>
                  <a:lnTo>
                    <a:pt x="2348680" y="2779616"/>
                  </a:lnTo>
                  <a:lnTo>
                    <a:pt x="463278" y="2779616"/>
                  </a:lnTo>
                  <a:lnTo>
                    <a:pt x="415910" y="2777224"/>
                  </a:lnTo>
                  <a:lnTo>
                    <a:pt x="369911" y="2770204"/>
                  </a:lnTo>
                  <a:lnTo>
                    <a:pt x="325513" y="2758788"/>
                  </a:lnTo>
                  <a:lnTo>
                    <a:pt x="282949" y="2743209"/>
                  </a:lnTo>
                  <a:lnTo>
                    <a:pt x="242451" y="2723700"/>
                  </a:lnTo>
                  <a:lnTo>
                    <a:pt x="204254" y="2700494"/>
                  </a:lnTo>
                  <a:lnTo>
                    <a:pt x="168589" y="2673824"/>
                  </a:lnTo>
                  <a:lnTo>
                    <a:pt x="135690" y="2643923"/>
                  </a:lnTo>
                  <a:lnTo>
                    <a:pt x="105789" y="2611023"/>
                  </a:lnTo>
                  <a:lnTo>
                    <a:pt x="79120" y="2575357"/>
                  </a:lnTo>
                  <a:lnTo>
                    <a:pt x="55915" y="2537159"/>
                  </a:lnTo>
                  <a:lnTo>
                    <a:pt x="36406" y="2496662"/>
                  </a:lnTo>
                  <a:lnTo>
                    <a:pt x="20828" y="2454097"/>
                  </a:lnTo>
                  <a:lnTo>
                    <a:pt x="9412" y="2409698"/>
                  </a:lnTo>
                  <a:lnTo>
                    <a:pt x="2391" y="2363699"/>
                  </a:lnTo>
                  <a:lnTo>
                    <a:pt x="0" y="2316331"/>
                  </a:lnTo>
                  <a:lnTo>
                    <a:pt x="0" y="463278"/>
                  </a:lnTo>
                  <a:close/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102711" y="1499615"/>
            <a:ext cx="172593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Arial"/>
                <a:cs typeface="Arial"/>
              </a:rPr>
              <a:t>Web </a:t>
            </a:r>
            <a:r>
              <a:rPr sz="1900" spc="10" dirty="0">
                <a:latin typeface="Arial"/>
                <a:cs typeface="Arial"/>
              </a:rPr>
              <a:t>Browser  </a:t>
            </a:r>
            <a:r>
              <a:rPr sz="1900" spc="15" dirty="0">
                <a:latin typeface="Arial"/>
                <a:cs typeface="Arial"/>
              </a:rPr>
              <a:t>X</a:t>
            </a:r>
            <a:r>
              <a:rPr sz="1900" spc="20" dirty="0">
                <a:latin typeface="Arial"/>
                <a:cs typeface="Arial"/>
              </a:rPr>
              <a:t>H</a:t>
            </a:r>
            <a:r>
              <a:rPr sz="1900" spc="15" dirty="0">
                <a:latin typeface="Arial"/>
                <a:cs typeface="Arial"/>
              </a:rPr>
              <a:t>T</a:t>
            </a:r>
            <a:r>
              <a:rPr sz="1900" spc="25" dirty="0">
                <a:latin typeface="Arial"/>
                <a:cs typeface="Arial"/>
              </a:rPr>
              <a:t>M</a:t>
            </a:r>
            <a:r>
              <a:rPr sz="1900" spc="15" dirty="0">
                <a:latin typeface="Arial"/>
                <a:cs typeface="Arial"/>
              </a:rPr>
              <a:t>L</a:t>
            </a:r>
            <a:r>
              <a:rPr sz="1900" spc="5" dirty="0">
                <a:latin typeface="Arial"/>
                <a:cs typeface="Arial"/>
              </a:rPr>
              <a:t>/</a:t>
            </a:r>
            <a:r>
              <a:rPr sz="1900" spc="20" dirty="0">
                <a:latin typeface="Arial"/>
                <a:cs typeface="Arial"/>
              </a:rPr>
              <a:t>H</a:t>
            </a:r>
            <a:r>
              <a:rPr sz="1900" spc="15" dirty="0">
                <a:latin typeface="Arial"/>
                <a:cs typeface="Arial"/>
              </a:rPr>
              <a:t>T</a:t>
            </a:r>
            <a:r>
              <a:rPr sz="1900" spc="25" dirty="0">
                <a:latin typeface="Arial"/>
                <a:cs typeface="Arial"/>
              </a:rPr>
              <a:t>M</a:t>
            </a:r>
            <a:r>
              <a:rPr sz="1900" spc="15" dirty="0">
                <a:latin typeface="Arial"/>
                <a:cs typeface="Arial"/>
              </a:rPr>
              <a:t>L</a:t>
            </a:r>
            <a:r>
              <a:rPr sz="1900" dirty="0">
                <a:latin typeface="Arial"/>
                <a:cs typeface="Arial"/>
              </a:rPr>
              <a:t>5</a:t>
            </a:r>
            <a:endParaRPr sz="1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02711" y="2081783"/>
            <a:ext cx="8280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0" dirty="0">
                <a:latin typeface="Arial"/>
                <a:cs typeface="Arial"/>
              </a:rPr>
              <a:t>C</a:t>
            </a:r>
            <a:r>
              <a:rPr sz="1900" spc="15" dirty="0">
                <a:latin typeface="Arial"/>
                <a:cs typeface="Arial"/>
              </a:rPr>
              <a:t>S</a:t>
            </a:r>
            <a:r>
              <a:rPr sz="1900" spc="20" dirty="0">
                <a:latin typeface="Arial"/>
                <a:cs typeface="Arial"/>
              </a:rPr>
              <a:t>S</a:t>
            </a:r>
            <a:r>
              <a:rPr sz="1900" spc="10" dirty="0">
                <a:latin typeface="Arial"/>
                <a:cs typeface="Arial"/>
              </a:rPr>
              <a:t>(</a:t>
            </a:r>
            <a:r>
              <a:rPr sz="1900" spc="15" dirty="0">
                <a:latin typeface="Arial"/>
                <a:cs typeface="Arial"/>
              </a:rPr>
              <a:t>3</a:t>
            </a:r>
            <a:r>
              <a:rPr sz="1900" dirty="0">
                <a:latin typeface="Arial"/>
                <a:cs typeface="Arial"/>
              </a:rPr>
              <a:t>)</a:t>
            </a:r>
            <a:endParaRPr sz="19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02711" y="2374391"/>
            <a:ext cx="1983739" cy="9004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spc="10" dirty="0">
                <a:latin typeface="Arial"/>
                <a:cs typeface="Arial"/>
              </a:rPr>
              <a:t>JavaScript  JavaScript</a:t>
            </a:r>
            <a:r>
              <a:rPr sz="1900" spc="-70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Events  DOM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1480" y="3252215"/>
            <a:ext cx="24955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25" algn="l"/>
                <a:tab pos="2482215" algn="l"/>
              </a:tabLst>
            </a:pPr>
            <a:r>
              <a:rPr sz="19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900" u="sng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XML and</a:t>
            </a:r>
            <a:r>
              <a:rPr sz="1900" u="sng" spc="-1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900" u="sng" spc="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RSS	</a:t>
            </a:r>
            <a:endParaRPr sz="19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73994" y="1567180"/>
            <a:ext cx="295275" cy="138684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200"/>
              </a:lnSpc>
            </a:pPr>
            <a:r>
              <a:rPr sz="1900" b="1" spc="10" dirty="0">
                <a:latin typeface="Arial"/>
                <a:cs typeface="Arial"/>
              </a:rPr>
              <a:t>AJAX</a:t>
            </a:r>
            <a:r>
              <a:rPr sz="1900" b="1" spc="-25" dirty="0">
                <a:latin typeface="Arial"/>
                <a:cs typeface="Arial"/>
              </a:rPr>
              <a:t> </a:t>
            </a:r>
            <a:r>
              <a:rPr sz="1900" b="1" spc="5" dirty="0">
                <a:latin typeface="Arial"/>
                <a:cs typeface="Arial"/>
              </a:rPr>
              <a:t>client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02711" y="3523488"/>
            <a:ext cx="3110865" cy="223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98880">
              <a:lnSpc>
                <a:spcPct val="106300"/>
              </a:lnSpc>
              <a:spcBef>
                <a:spcPts val="100"/>
              </a:spcBef>
            </a:pPr>
            <a:r>
              <a:rPr sz="1900" spc="10" dirty="0">
                <a:latin typeface="Arial"/>
                <a:cs typeface="Arial"/>
              </a:rPr>
              <a:t>Ajax-enable</a:t>
            </a:r>
            <a:r>
              <a:rPr sz="1900" spc="-65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RIAs  Restful</a:t>
            </a:r>
            <a:r>
              <a:rPr sz="1900" spc="-105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API</a:t>
            </a:r>
            <a:endParaRPr sz="1900">
              <a:latin typeface="Arial"/>
              <a:cs typeface="Arial"/>
            </a:endParaRPr>
          </a:p>
          <a:p>
            <a:pPr marL="12700" marR="1579880">
              <a:lnSpc>
                <a:spcPct val="100000"/>
              </a:lnSpc>
              <a:spcBef>
                <a:spcPts val="1105"/>
              </a:spcBef>
            </a:pPr>
            <a:r>
              <a:rPr sz="1900" spc="10" dirty="0">
                <a:latin typeface="Arial"/>
                <a:cs typeface="Arial"/>
              </a:rPr>
              <a:t>PHP(or</a:t>
            </a:r>
            <a:r>
              <a:rPr sz="1900" spc="-45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other)  </a:t>
            </a:r>
            <a:r>
              <a:rPr sz="1900" spc="10" dirty="0">
                <a:latin typeface="Arial"/>
                <a:cs typeface="Arial"/>
              </a:rPr>
              <a:t>Ruby </a:t>
            </a:r>
            <a:r>
              <a:rPr sz="1900" spc="5" dirty="0">
                <a:latin typeface="Arial"/>
                <a:cs typeface="Arial"/>
              </a:rPr>
              <a:t>on</a:t>
            </a:r>
            <a:r>
              <a:rPr sz="1900" spc="-15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rails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900" spc="-25" dirty="0">
                <a:latin typeface="Arial"/>
                <a:cs typeface="Arial"/>
              </a:rPr>
              <a:t>ASP.NET </a:t>
            </a:r>
            <a:r>
              <a:rPr sz="1900" spc="10" dirty="0">
                <a:latin typeface="Arial"/>
                <a:cs typeface="Arial"/>
              </a:rPr>
              <a:t>and </a:t>
            </a:r>
            <a:r>
              <a:rPr sz="1900" spc="-25" dirty="0">
                <a:latin typeface="Arial"/>
                <a:cs typeface="Arial"/>
              </a:rPr>
              <a:t>ASP.NET</a:t>
            </a:r>
            <a:r>
              <a:rPr sz="1900" spc="-245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Ajax</a:t>
            </a:r>
            <a:endParaRPr sz="1900">
              <a:latin typeface="Arial"/>
              <a:cs typeface="Arial"/>
            </a:endParaRPr>
          </a:p>
          <a:p>
            <a:pPr marL="12700" marR="1047750">
              <a:lnSpc>
                <a:spcPts val="2300"/>
              </a:lnSpc>
              <a:spcBef>
                <a:spcPts val="85"/>
              </a:spcBef>
            </a:pPr>
            <a:r>
              <a:rPr sz="1900" spc="10" dirty="0">
                <a:latin typeface="Arial"/>
                <a:cs typeface="Arial"/>
              </a:rPr>
              <a:t>Java Server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Faces  </a:t>
            </a:r>
            <a:r>
              <a:rPr sz="1900" dirty="0">
                <a:latin typeface="Arial"/>
                <a:cs typeface="Arial"/>
              </a:rPr>
              <a:t>Web</a:t>
            </a:r>
            <a:r>
              <a:rPr sz="1900" spc="5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Services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9280" y="3660647"/>
            <a:ext cx="13944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"/>
                <a:cs typeface="Arial"/>
              </a:rPr>
              <a:t>Web</a:t>
            </a:r>
            <a:r>
              <a:rPr sz="1900" spc="-60" dirty="0">
                <a:latin typeface="Arial"/>
                <a:cs typeface="Arial"/>
              </a:rPr>
              <a:t> </a:t>
            </a:r>
            <a:r>
              <a:rPr sz="1900" spc="10" dirty="0">
                <a:latin typeface="Arial"/>
                <a:cs typeface="Arial"/>
              </a:rPr>
              <a:t>servers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9280" y="4245864"/>
            <a:ext cx="107251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20" dirty="0">
                <a:latin typeface="Arial"/>
                <a:cs typeface="Arial"/>
              </a:rPr>
              <a:t>D</a:t>
            </a:r>
            <a:r>
              <a:rPr sz="1900" spc="15" dirty="0">
                <a:latin typeface="Arial"/>
                <a:cs typeface="Arial"/>
              </a:rPr>
              <a:t>a</a:t>
            </a:r>
            <a:r>
              <a:rPr sz="1900" spc="5" dirty="0">
                <a:latin typeface="Arial"/>
                <a:cs typeface="Arial"/>
              </a:rPr>
              <a:t>t</a:t>
            </a:r>
            <a:r>
              <a:rPr sz="1900" spc="15" dirty="0">
                <a:latin typeface="Arial"/>
                <a:cs typeface="Arial"/>
              </a:rPr>
              <a:t>aba</a:t>
            </a:r>
            <a:r>
              <a:rPr sz="1900" spc="10" dirty="0">
                <a:latin typeface="Arial"/>
                <a:cs typeface="Arial"/>
              </a:rPr>
              <a:t>s</a:t>
            </a:r>
            <a:r>
              <a:rPr sz="1900" dirty="0">
                <a:latin typeface="Arial"/>
                <a:cs typeface="Arial"/>
              </a:rPr>
              <a:t>e</a:t>
            </a:r>
            <a:endParaRPr sz="1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37246" y="2215895"/>
            <a:ext cx="15500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latin typeface="Arial"/>
                <a:cs typeface="Arial"/>
              </a:rPr>
              <a:t>Dreamweaver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37246" y="3090672"/>
            <a:ext cx="15347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Flash</a:t>
            </a:r>
            <a:r>
              <a:rPr sz="1900" spc="-30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(adobe)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37246" y="3675888"/>
            <a:ext cx="4870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5" dirty="0">
                <a:latin typeface="Arial"/>
                <a:cs typeface="Arial"/>
              </a:rPr>
              <a:t>F</a:t>
            </a:r>
            <a:r>
              <a:rPr sz="1900" spc="5" dirty="0">
                <a:latin typeface="Arial"/>
                <a:cs typeface="Arial"/>
              </a:rPr>
              <a:t>l</a:t>
            </a:r>
            <a:r>
              <a:rPr sz="1900" spc="10" dirty="0">
                <a:latin typeface="Arial"/>
                <a:cs typeface="Arial"/>
              </a:rPr>
              <a:t>e</a:t>
            </a:r>
            <a:r>
              <a:rPr sz="1900" dirty="0">
                <a:latin typeface="Arial"/>
                <a:cs typeface="Arial"/>
              </a:rPr>
              <a:t>x</a:t>
            </a:r>
            <a:endParaRPr sz="1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37246" y="4261103"/>
            <a:ext cx="21488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10" dirty="0">
                <a:latin typeface="Arial"/>
                <a:cs typeface="Arial"/>
              </a:rPr>
              <a:t>Microsoft</a:t>
            </a:r>
            <a:r>
              <a:rPr sz="1900" spc="-25" dirty="0">
                <a:latin typeface="Arial"/>
                <a:cs typeface="Arial"/>
              </a:rPr>
              <a:t> </a:t>
            </a:r>
            <a:r>
              <a:rPr sz="1900" spc="5" dirty="0">
                <a:latin typeface="Arial"/>
                <a:cs typeface="Arial"/>
              </a:rPr>
              <a:t>Silverlight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664157" y="2229293"/>
            <a:ext cx="5908675" cy="3133725"/>
            <a:chOff x="1664157" y="2229293"/>
            <a:chExt cx="5908675" cy="3133725"/>
          </a:xfrm>
        </p:grpSpPr>
        <p:sp>
          <p:nvSpPr>
            <p:cNvPr id="30" name="object 30"/>
            <p:cNvSpPr/>
            <p:nvPr/>
          </p:nvSpPr>
          <p:spPr>
            <a:xfrm>
              <a:off x="4096537" y="2234399"/>
              <a:ext cx="2705100" cy="0"/>
            </a:xfrm>
            <a:custGeom>
              <a:avLst/>
              <a:gdLst/>
              <a:ahLst/>
              <a:cxnLst/>
              <a:rect l="l" t="t" r="r" b="b"/>
              <a:pathLst>
                <a:path w="2705100">
                  <a:moveTo>
                    <a:pt x="0" y="0"/>
                  </a:moveTo>
                  <a:lnTo>
                    <a:pt x="2704722" y="1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01256" y="2234399"/>
              <a:ext cx="0" cy="154940"/>
            </a:xfrm>
            <a:custGeom>
              <a:avLst/>
              <a:gdLst/>
              <a:ahLst/>
              <a:cxnLst/>
              <a:rect l="l" t="t" r="r" b="b"/>
              <a:pathLst>
                <a:path h="154939">
                  <a:moveTo>
                    <a:pt x="0" y="0"/>
                  </a:moveTo>
                  <a:lnTo>
                    <a:pt x="1" y="154895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01256" y="2348445"/>
              <a:ext cx="771525" cy="81915"/>
            </a:xfrm>
            <a:custGeom>
              <a:avLst/>
              <a:gdLst/>
              <a:ahLst/>
              <a:cxnLst/>
              <a:rect l="l" t="t" r="r" b="b"/>
              <a:pathLst>
                <a:path w="771525" h="81914">
                  <a:moveTo>
                    <a:pt x="689368" y="0"/>
                  </a:moveTo>
                  <a:lnTo>
                    <a:pt x="689368" y="81711"/>
                  </a:lnTo>
                  <a:lnTo>
                    <a:pt x="760869" y="45961"/>
                  </a:lnTo>
                  <a:lnTo>
                    <a:pt x="702983" y="45961"/>
                  </a:lnTo>
                  <a:lnTo>
                    <a:pt x="702983" y="35750"/>
                  </a:lnTo>
                  <a:lnTo>
                    <a:pt x="760869" y="35750"/>
                  </a:lnTo>
                  <a:lnTo>
                    <a:pt x="689368" y="0"/>
                  </a:lnTo>
                  <a:close/>
                </a:path>
                <a:path w="771525" h="81914">
                  <a:moveTo>
                    <a:pt x="689368" y="35750"/>
                  </a:moveTo>
                  <a:lnTo>
                    <a:pt x="0" y="35750"/>
                  </a:lnTo>
                  <a:lnTo>
                    <a:pt x="0" y="45961"/>
                  </a:lnTo>
                  <a:lnTo>
                    <a:pt x="689368" y="45961"/>
                  </a:lnTo>
                  <a:lnTo>
                    <a:pt x="689368" y="35750"/>
                  </a:lnTo>
                  <a:close/>
                </a:path>
                <a:path w="771525" h="81914">
                  <a:moveTo>
                    <a:pt x="760869" y="35750"/>
                  </a:moveTo>
                  <a:lnTo>
                    <a:pt x="702983" y="35750"/>
                  </a:lnTo>
                  <a:lnTo>
                    <a:pt x="702983" y="45961"/>
                  </a:lnTo>
                  <a:lnTo>
                    <a:pt x="760869" y="45961"/>
                  </a:lnTo>
                  <a:lnTo>
                    <a:pt x="771080" y="40855"/>
                  </a:lnTo>
                  <a:lnTo>
                    <a:pt x="760869" y="3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79098" y="2852280"/>
              <a:ext cx="1854200" cy="0"/>
            </a:xfrm>
            <a:custGeom>
              <a:avLst/>
              <a:gdLst/>
              <a:ahLst/>
              <a:cxnLst/>
              <a:rect l="l" t="t" r="r" b="b"/>
              <a:pathLst>
                <a:path w="1854200">
                  <a:moveTo>
                    <a:pt x="0" y="0"/>
                  </a:moveTo>
                  <a:lnTo>
                    <a:pt x="1853646" y="1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032751" y="2852280"/>
              <a:ext cx="0" cy="384810"/>
            </a:xfrm>
            <a:custGeom>
              <a:avLst/>
              <a:gdLst/>
              <a:ahLst/>
              <a:cxnLst/>
              <a:rect l="l" t="t" r="r" b="b"/>
              <a:pathLst>
                <a:path h="384810">
                  <a:moveTo>
                    <a:pt x="0" y="0"/>
                  </a:moveTo>
                  <a:lnTo>
                    <a:pt x="1" y="384686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032751" y="3196120"/>
              <a:ext cx="539750" cy="81915"/>
            </a:xfrm>
            <a:custGeom>
              <a:avLst/>
              <a:gdLst/>
              <a:ahLst/>
              <a:cxnLst/>
              <a:rect l="l" t="t" r="r" b="b"/>
              <a:pathLst>
                <a:path w="539750" h="81914">
                  <a:moveTo>
                    <a:pt x="457873" y="0"/>
                  </a:moveTo>
                  <a:lnTo>
                    <a:pt x="457873" y="81699"/>
                  </a:lnTo>
                  <a:lnTo>
                    <a:pt x="529370" y="45961"/>
                  </a:lnTo>
                  <a:lnTo>
                    <a:pt x="471487" y="45961"/>
                  </a:lnTo>
                  <a:lnTo>
                    <a:pt x="471487" y="35750"/>
                  </a:lnTo>
                  <a:lnTo>
                    <a:pt x="529374" y="35750"/>
                  </a:lnTo>
                  <a:lnTo>
                    <a:pt x="457873" y="0"/>
                  </a:lnTo>
                  <a:close/>
                </a:path>
                <a:path w="539750" h="81914">
                  <a:moveTo>
                    <a:pt x="457873" y="35750"/>
                  </a:moveTo>
                  <a:lnTo>
                    <a:pt x="0" y="35750"/>
                  </a:lnTo>
                  <a:lnTo>
                    <a:pt x="0" y="45961"/>
                  </a:lnTo>
                  <a:lnTo>
                    <a:pt x="457873" y="45961"/>
                  </a:lnTo>
                  <a:lnTo>
                    <a:pt x="457873" y="35750"/>
                  </a:lnTo>
                  <a:close/>
                </a:path>
                <a:path w="539750" h="81914">
                  <a:moveTo>
                    <a:pt x="529374" y="35750"/>
                  </a:moveTo>
                  <a:lnTo>
                    <a:pt x="471487" y="35750"/>
                  </a:lnTo>
                  <a:lnTo>
                    <a:pt x="471487" y="45961"/>
                  </a:lnTo>
                  <a:lnTo>
                    <a:pt x="529370" y="45961"/>
                  </a:lnTo>
                  <a:lnTo>
                    <a:pt x="539584" y="40855"/>
                  </a:lnTo>
                  <a:lnTo>
                    <a:pt x="529374" y="3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47615" y="3470160"/>
              <a:ext cx="1854200" cy="0"/>
            </a:xfrm>
            <a:custGeom>
              <a:avLst/>
              <a:gdLst/>
              <a:ahLst/>
              <a:cxnLst/>
              <a:rect l="l" t="t" r="r" b="b"/>
              <a:pathLst>
                <a:path w="1854200">
                  <a:moveTo>
                    <a:pt x="0" y="0"/>
                  </a:moveTo>
                  <a:lnTo>
                    <a:pt x="1853646" y="1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801256" y="3470160"/>
              <a:ext cx="0" cy="1002665"/>
            </a:xfrm>
            <a:custGeom>
              <a:avLst/>
              <a:gdLst/>
              <a:ahLst/>
              <a:cxnLst/>
              <a:rect l="l" t="t" r="r" b="b"/>
              <a:pathLst>
                <a:path h="1002664">
                  <a:moveTo>
                    <a:pt x="0" y="0"/>
                  </a:moveTo>
                  <a:lnTo>
                    <a:pt x="1" y="1002566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801256" y="4431880"/>
              <a:ext cx="771525" cy="81915"/>
            </a:xfrm>
            <a:custGeom>
              <a:avLst/>
              <a:gdLst/>
              <a:ahLst/>
              <a:cxnLst/>
              <a:rect l="l" t="t" r="r" b="b"/>
              <a:pathLst>
                <a:path w="771525" h="81914">
                  <a:moveTo>
                    <a:pt x="689368" y="0"/>
                  </a:moveTo>
                  <a:lnTo>
                    <a:pt x="689368" y="81711"/>
                  </a:lnTo>
                  <a:lnTo>
                    <a:pt x="760869" y="45961"/>
                  </a:lnTo>
                  <a:lnTo>
                    <a:pt x="702983" y="45961"/>
                  </a:lnTo>
                  <a:lnTo>
                    <a:pt x="702983" y="35750"/>
                  </a:lnTo>
                  <a:lnTo>
                    <a:pt x="760869" y="35750"/>
                  </a:lnTo>
                  <a:lnTo>
                    <a:pt x="689368" y="0"/>
                  </a:lnTo>
                  <a:close/>
                </a:path>
                <a:path w="771525" h="81914">
                  <a:moveTo>
                    <a:pt x="689368" y="35750"/>
                  </a:moveTo>
                  <a:lnTo>
                    <a:pt x="0" y="35750"/>
                  </a:lnTo>
                  <a:lnTo>
                    <a:pt x="0" y="45961"/>
                  </a:lnTo>
                  <a:lnTo>
                    <a:pt x="689368" y="45961"/>
                  </a:lnTo>
                  <a:lnTo>
                    <a:pt x="689368" y="35750"/>
                  </a:lnTo>
                  <a:close/>
                </a:path>
                <a:path w="771525" h="81914">
                  <a:moveTo>
                    <a:pt x="760869" y="35750"/>
                  </a:moveTo>
                  <a:lnTo>
                    <a:pt x="702983" y="35750"/>
                  </a:lnTo>
                  <a:lnTo>
                    <a:pt x="702983" y="45961"/>
                  </a:lnTo>
                  <a:lnTo>
                    <a:pt x="760869" y="45961"/>
                  </a:lnTo>
                  <a:lnTo>
                    <a:pt x="771080" y="40855"/>
                  </a:lnTo>
                  <a:lnTo>
                    <a:pt x="760869" y="35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87641" y="3854856"/>
              <a:ext cx="0" cy="618490"/>
            </a:xfrm>
            <a:custGeom>
              <a:avLst/>
              <a:gdLst/>
              <a:ahLst/>
              <a:cxnLst/>
              <a:rect l="l" t="t" r="r" b="b"/>
              <a:pathLst>
                <a:path h="618489">
                  <a:moveTo>
                    <a:pt x="0" y="617880"/>
                  </a:moveTo>
                  <a:lnTo>
                    <a:pt x="1" y="0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64157" y="3737406"/>
              <a:ext cx="5908675" cy="776605"/>
            </a:xfrm>
            <a:custGeom>
              <a:avLst/>
              <a:gdLst/>
              <a:ahLst/>
              <a:cxnLst/>
              <a:rect l="l" t="t" r="r" b="b"/>
              <a:pathLst>
                <a:path w="5908675" h="776604">
                  <a:moveTo>
                    <a:pt x="81699" y="525970"/>
                  </a:moveTo>
                  <a:lnTo>
                    <a:pt x="45961" y="525970"/>
                  </a:lnTo>
                  <a:lnTo>
                    <a:pt x="45961" y="299580"/>
                  </a:lnTo>
                  <a:lnTo>
                    <a:pt x="35750" y="299580"/>
                  </a:lnTo>
                  <a:lnTo>
                    <a:pt x="35750" y="525970"/>
                  </a:lnTo>
                  <a:lnTo>
                    <a:pt x="0" y="525970"/>
                  </a:lnTo>
                  <a:lnTo>
                    <a:pt x="40855" y="607669"/>
                  </a:lnTo>
                  <a:lnTo>
                    <a:pt x="74879" y="539584"/>
                  </a:lnTo>
                  <a:lnTo>
                    <a:pt x="81699" y="525970"/>
                  </a:lnTo>
                  <a:close/>
                </a:path>
                <a:path w="5908675" h="776604">
                  <a:moveTo>
                    <a:pt x="1353210" y="735330"/>
                  </a:moveTo>
                  <a:lnTo>
                    <a:pt x="1342999" y="730224"/>
                  </a:lnTo>
                  <a:lnTo>
                    <a:pt x="1271511" y="694474"/>
                  </a:lnTo>
                  <a:lnTo>
                    <a:pt x="1271511" y="730224"/>
                  </a:lnTo>
                  <a:lnTo>
                    <a:pt x="503834" y="730224"/>
                  </a:lnTo>
                  <a:lnTo>
                    <a:pt x="503834" y="740435"/>
                  </a:lnTo>
                  <a:lnTo>
                    <a:pt x="1271511" y="740435"/>
                  </a:lnTo>
                  <a:lnTo>
                    <a:pt x="1271511" y="776185"/>
                  </a:lnTo>
                  <a:lnTo>
                    <a:pt x="1342999" y="740435"/>
                  </a:lnTo>
                  <a:lnTo>
                    <a:pt x="1353210" y="735330"/>
                  </a:lnTo>
                  <a:close/>
                </a:path>
                <a:path w="5908675" h="776604">
                  <a:moveTo>
                    <a:pt x="1431505" y="35737"/>
                  </a:moveTo>
                  <a:lnTo>
                    <a:pt x="895337" y="35737"/>
                  </a:lnTo>
                  <a:lnTo>
                    <a:pt x="895337" y="0"/>
                  </a:lnTo>
                  <a:lnTo>
                    <a:pt x="813625" y="40855"/>
                  </a:lnTo>
                  <a:lnTo>
                    <a:pt x="895337" y="81699"/>
                  </a:lnTo>
                  <a:lnTo>
                    <a:pt x="895337" y="45961"/>
                  </a:lnTo>
                  <a:lnTo>
                    <a:pt x="1431505" y="45961"/>
                  </a:lnTo>
                  <a:lnTo>
                    <a:pt x="1431505" y="35737"/>
                  </a:lnTo>
                  <a:close/>
                </a:path>
                <a:path w="5908675" h="776604">
                  <a:moveTo>
                    <a:pt x="5908179" y="117449"/>
                  </a:moveTo>
                  <a:lnTo>
                    <a:pt x="5897969" y="112344"/>
                  </a:lnTo>
                  <a:lnTo>
                    <a:pt x="5826468" y="76593"/>
                  </a:lnTo>
                  <a:lnTo>
                    <a:pt x="5826468" y="112344"/>
                  </a:lnTo>
                  <a:lnTo>
                    <a:pt x="5523484" y="112344"/>
                  </a:lnTo>
                  <a:lnTo>
                    <a:pt x="5523484" y="122555"/>
                  </a:lnTo>
                  <a:lnTo>
                    <a:pt x="5826468" y="122555"/>
                  </a:lnTo>
                  <a:lnTo>
                    <a:pt x="5826468" y="158292"/>
                  </a:lnTo>
                  <a:lnTo>
                    <a:pt x="5897956" y="122555"/>
                  </a:lnTo>
                  <a:lnTo>
                    <a:pt x="5908179" y="1174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99487" y="4472736"/>
              <a:ext cx="0" cy="849630"/>
            </a:xfrm>
            <a:custGeom>
              <a:avLst/>
              <a:gdLst/>
              <a:ahLst/>
              <a:cxnLst/>
              <a:rect l="l" t="t" r="r" b="b"/>
              <a:pathLst>
                <a:path h="849629">
                  <a:moveTo>
                    <a:pt x="0" y="0"/>
                  </a:moveTo>
                  <a:lnTo>
                    <a:pt x="1" y="849374"/>
                  </a:lnTo>
                </a:path>
              </a:pathLst>
            </a:custGeom>
            <a:ln w="102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99487" y="4663376"/>
              <a:ext cx="618490" cy="699770"/>
            </a:xfrm>
            <a:custGeom>
              <a:avLst/>
              <a:gdLst/>
              <a:ahLst/>
              <a:cxnLst/>
              <a:rect l="l" t="t" r="r" b="b"/>
              <a:pathLst>
                <a:path w="618489" h="699770">
                  <a:moveTo>
                    <a:pt x="617880" y="658736"/>
                  </a:moveTo>
                  <a:lnTo>
                    <a:pt x="607669" y="653630"/>
                  </a:lnTo>
                  <a:lnTo>
                    <a:pt x="536181" y="617880"/>
                  </a:lnTo>
                  <a:lnTo>
                    <a:pt x="536181" y="653630"/>
                  </a:lnTo>
                  <a:lnTo>
                    <a:pt x="0" y="653630"/>
                  </a:lnTo>
                  <a:lnTo>
                    <a:pt x="0" y="663841"/>
                  </a:lnTo>
                  <a:lnTo>
                    <a:pt x="536181" y="663841"/>
                  </a:lnTo>
                  <a:lnTo>
                    <a:pt x="536181" y="699579"/>
                  </a:lnTo>
                  <a:lnTo>
                    <a:pt x="607656" y="663841"/>
                  </a:lnTo>
                  <a:lnTo>
                    <a:pt x="617880" y="658736"/>
                  </a:lnTo>
                  <a:close/>
                </a:path>
                <a:path w="618489" h="699770">
                  <a:moveTo>
                    <a:pt x="617880" y="350647"/>
                  </a:moveTo>
                  <a:lnTo>
                    <a:pt x="607669" y="345541"/>
                  </a:lnTo>
                  <a:lnTo>
                    <a:pt x="536181" y="309791"/>
                  </a:lnTo>
                  <a:lnTo>
                    <a:pt x="536181" y="345541"/>
                  </a:lnTo>
                  <a:lnTo>
                    <a:pt x="0" y="345541"/>
                  </a:lnTo>
                  <a:lnTo>
                    <a:pt x="0" y="355752"/>
                  </a:lnTo>
                  <a:lnTo>
                    <a:pt x="536181" y="355752"/>
                  </a:lnTo>
                  <a:lnTo>
                    <a:pt x="536181" y="391490"/>
                  </a:lnTo>
                  <a:lnTo>
                    <a:pt x="607656" y="355752"/>
                  </a:lnTo>
                  <a:lnTo>
                    <a:pt x="617880" y="350647"/>
                  </a:lnTo>
                  <a:close/>
                </a:path>
                <a:path w="618489" h="699770">
                  <a:moveTo>
                    <a:pt x="617880" y="40855"/>
                  </a:moveTo>
                  <a:lnTo>
                    <a:pt x="536181" y="0"/>
                  </a:lnTo>
                  <a:lnTo>
                    <a:pt x="536181" y="35750"/>
                  </a:lnTo>
                  <a:lnTo>
                    <a:pt x="0" y="35737"/>
                  </a:lnTo>
                  <a:lnTo>
                    <a:pt x="0" y="45961"/>
                  </a:lnTo>
                  <a:lnTo>
                    <a:pt x="536181" y="45961"/>
                  </a:lnTo>
                  <a:lnTo>
                    <a:pt x="536181" y="81699"/>
                  </a:lnTo>
                  <a:lnTo>
                    <a:pt x="607656" y="45961"/>
                  </a:lnTo>
                  <a:lnTo>
                    <a:pt x="617880" y="408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223632" y="1344167"/>
            <a:ext cx="2915285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b="1" spc="10" dirty="0">
                <a:latin typeface="Arial"/>
                <a:cs typeface="Arial"/>
              </a:rPr>
              <a:t>Rich Internet</a:t>
            </a:r>
            <a:r>
              <a:rPr sz="1900" b="1" spc="-120" dirty="0">
                <a:latin typeface="Arial"/>
                <a:cs typeface="Arial"/>
              </a:rPr>
              <a:t> </a:t>
            </a:r>
            <a:r>
              <a:rPr sz="1900" b="1" spc="10" dirty="0">
                <a:latin typeface="Arial"/>
                <a:cs typeface="Arial"/>
              </a:rPr>
              <a:t>Application  Client</a:t>
            </a:r>
            <a:r>
              <a:rPr sz="1900" b="1" spc="5" dirty="0">
                <a:latin typeface="Arial"/>
                <a:cs typeface="Arial"/>
              </a:rPr>
              <a:t> </a:t>
            </a:r>
            <a:r>
              <a:rPr sz="1900" b="1" dirty="0">
                <a:latin typeface="Arial"/>
                <a:cs typeface="Arial"/>
              </a:rPr>
              <a:t>Technologies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44" name="object 44"/>
          <p:cNvSpPr txBox="1"/>
          <p:nvPr/>
        </p:nvSpPr>
        <p:spPr>
          <a:xfrm>
            <a:off x="1247368" y="6144767"/>
            <a:ext cx="7004050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10" dirty="0">
                <a:latin typeface="Arial"/>
                <a:cs typeface="Arial"/>
              </a:rPr>
              <a:t>Rich Internet Application Server</a:t>
            </a:r>
            <a:r>
              <a:rPr sz="1900" b="1" spc="-25" dirty="0">
                <a:latin typeface="Arial"/>
                <a:cs typeface="Arial"/>
              </a:rPr>
              <a:t> </a:t>
            </a:r>
            <a:r>
              <a:rPr sz="1900" b="1" spc="-5" dirty="0">
                <a:latin typeface="Arial"/>
                <a:cs typeface="Arial"/>
              </a:rPr>
              <a:t>Technology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900" i="1" spc="10" dirty="0">
                <a:latin typeface="Arial"/>
                <a:cs typeface="Arial"/>
              </a:rPr>
              <a:t>Ref </a:t>
            </a:r>
            <a:r>
              <a:rPr sz="1900" i="1" dirty="0">
                <a:latin typeface="Arial"/>
                <a:cs typeface="Arial"/>
              </a:rPr>
              <a:t>:- </a:t>
            </a:r>
            <a:r>
              <a:rPr sz="1900" i="1" spc="5" dirty="0">
                <a:latin typeface="Arial"/>
                <a:cs typeface="Arial"/>
              </a:rPr>
              <a:t>Internet </a:t>
            </a:r>
            <a:r>
              <a:rPr sz="1900" i="1" spc="10" dirty="0">
                <a:latin typeface="Arial"/>
                <a:cs typeface="Arial"/>
              </a:rPr>
              <a:t>and World </a:t>
            </a:r>
            <a:r>
              <a:rPr sz="1900" i="1" spc="5" dirty="0">
                <a:latin typeface="Arial"/>
                <a:cs typeface="Arial"/>
              </a:rPr>
              <a:t>Wide </a:t>
            </a:r>
            <a:r>
              <a:rPr sz="1900" i="1" dirty="0">
                <a:latin typeface="Arial"/>
                <a:cs typeface="Arial"/>
              </a:rPr>
              <a:t>Web </a:t>
            </a:r>
            <a:r>
              <a:rPr sz="1900" i="1" spc="10" dirty="0">
                <a:latin typeface="Arial"/>
                <a:cs typeface="Arial"/>
              </a:rPr>
              <a:t>how </a:t>
            </a:r>
            <a:r>
              <a:rPr sz="1900" i="1" dirty="0">
                <a:latin typeface="Arial"/>
                <a:cs typeface="Arial"/>
              </a:rPr>
              <a:t>to </a:t>
            </a:r>
            <a:r>
              <a:rPr sz="1900" i="1" spc="10" dirty="0">
                <a:latin typeface="Arial"/>
                <a:cs typeface="Arial"/>
              </a:rPr>
              <a:t>Program </a:t>
            </a:r>
            <a:r>
              <a:rPr sz="1900" i="1" spc="5" dirty="0">
                <a:latin typeface="Arial"/>
                <a:cs typeface="Arial"/>
              </a:rPr>
              <a:t>4/e </a:t>
            </a:r>
            <a:r>
              <a:rPr sz="1900" i="1" dirty="0">
                <a:latin typeface="Arial"/>
                <a:cs typeface="Arial"/>
              </a:rPr>
              <a:t>–</a:t>
            </a:r>
            <a:r>
              <a:rPr sz="1900" i="1" spc="160" dirty="0">
                <a:latin typeface="Arial"/>
                <a:cs typeface="Arial"/>
              </a:rPr>
              <a:t> </a:t>
            </a:r>
            <a:r>
              <a:rPr sz="1900" i="1" spc="10" dirty="0">
                <a:latin typeface="Arial"/>
                <a:cs typeface="Arial"/>
              </a:rPr>
              <a:t>Deitel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900" y="138181"/>
            <a:ext cx="49701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Web </a:t>
            </a:r>
            <a:r>
              <a:rPr dirty="0"/>
              <a:t>2.0 </a:t>
            </a:r>
            <a:r>
              <a:rPr spc="-40" dirty="0"/>
              <a:t>Technology</a:t>
            </a:r>
            <a:r>
              <a:rPr spc="110" dirty="0"/>
              <a:t> </a:t>
            </a:r>
            <a:r>
              <a:rPr spc="-20" dirty="0"/>
              <a:t>Survey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96095" y="101605"/>
            <a:ext cx="1310640" cy="850900"/>
            <a:chOff x="8896095" y="101605"/>
            <a:chExt cx="1310640" cy="850900"/>
          </a:xfrm>
        </p:grpSpPr>
        <p:sp>
          <p:nvSpPr>
            <p:cNvPr id="4" name="object 4"/>
            <p:cNvSpPr/>
            <p:nvPr/>
          </p:nvSpPr>
          <p:spPr>
            <a:xfrm>
              <a:off x="8896095" y="101605"/>
              <a:ext cx="1310640" cy="85038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923527" y="101605"/>
              <a:ext cx="1197864" cy="7680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65422" y="1385023"/>
            <a:ext cx="9132585" cy="45549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4572355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1546</Words>
  <Application>Microsoft Office PowerPoint</Application>
  <PresentationFormat>Custom</PresentationFormat>
  <Paragraphs>292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Carlito</vt:lpstr>
      <vt:lpstr>Times New Roman</vt:lpstr>
      <vt:lpstr>Office Theme</vt:lpstr>
      <vt:lpstr> Web Development 3</vt:lpstr>
      <vt:lpstr>Topics</vt:lpstr>
      <vt:lpstr>History of the Internet and the WWW</vt:lpstr>
      <vt:lpstr>History of the Internet and the WWW</vt:lpstr>
      <vt:lpstr>History of the Internet and the WWW</vt:lpstr>
      <vt:lpstr>History of the Internet and the WWW</vt:lpstr>
      <vt:lpstr>History of the Internet and the WWW</vt:lpstr>
      <vt:lpstr>Architecture of the Internet</vt:lpstr>
      <vt:lpstr>Architecture of a Web Application (Typical)</vt:lpstr>
      <vt:lpstr>Processing a static web Page</vt:lpstr>
      <vt:lpstr>Processing a static web Page</vt:lpstr>
      <vt:lpstr>Processing a static web Page</vt:lpstr>
      <vt:lpstr>Processing a dynamic web Page</vt:lpstr>
      <vt:lpstr>Server Side Technologies and Databases</vt:lpstr>
      <vt:lpstr>What is Web 2.0?</vt:lpstr>
      <vt:lpstr>Web 2.0 compared to Web 1.0</vt:lpstr>
      <vt:lpstr>Characteristics of Web 2.0</vt:lpstr>
      <vt:lpstr>Characteristics of Web 2.0</vt:lpstr>
      <vt:lpstr>Rich Internet Applications</vt:lpstr>
      <vt:lpstr>Benefits of Rich Internet Applications</vt:lpstr>
      <vt:lpstr>RIA Technologies</vt:lpstr>
      <vt:lpstr>RIA Technologies - AJAX</vt:lpstr>
      <vt:lpstr>Client/Server Roles – RIA’s</vt:lpstr>
      <vt:lpstr>Web vs. Desktop Applications</vt:lpstr>
      <vt:lpstr>Typical Features of RIA’s</vt:lpstr>
      <vt:lpstr>Web 2.0 Technology Survey</vt:lpstr>
      <vt:lpstr>Web 2.0 Technology Survey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3</dc:title>
  <dc:creator>James Byrne</dc:creator>
  <cp:lastModifiedBy>James Byrne</cp:lastModifiedBy>
  <cp:revision>1</cp:revision>
  <dcterms:created xsi:type="dcterms:W3CDTF">2020-09-15T13:46:47Z</dcterms:created>
  <dcterms:modified xsi:type="dcterms:W3CDTF">2020-09-15T14:04:09Z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2020-09-15T00:00:00Z</vt:filetime>
  </property>
</Properties>
</file>